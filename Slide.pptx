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51"/>
  </p:notesMasterIdLst>
  <p:sldIdLst>
    <p:sldId id="256" r:id="rId2"/>
    <p:sldId id="258" r:id="rId3"/>
    <p:sldId id="261" r:id="rId4"/>
    <p:sldId id="314" r:id="rId5"/>
    <p:sldId id="316" r:id="rId6"/>
    <p:sldId id="317" r:id="rId7"/>
    <p:sldId id="318" r:id="rId8"/>
    <p:sldId id="319" r:id="rId9"/>
    <p:sldId id="321" r:id="rId10"/>
    <p:sldId id="320" r:id="rId11"/>
    <p:sldId id="322" r:id="rId12"/>
    <p:sldId id="323" r:id="rId13"/>
    <p:sldId id="315" r:id="rId14"/>
    <p:sldId id="324" r:id="rId15"/>
    <p:sldId id="328" r:id="rId16"/>
    <p:sldId id="325" r:id="rId17"/>
    <p:sldId id="326" r:id="rId18"/>
    <p:sldId id="343" r:id="rId19"/>
    <p:sldId id="365" r:id="rId20"/>
    <p:sldId id="358" r:id="rId21"/>
    <p:sldId id="359" r:id="rId22"/>
    <p:sldId id="347" r:id="rId23"/>
    <p:sldId id="364" r:id="rId24"/>
    <p:sldId id="360" r:id="rId25"/>
    <p:sldId id="361" r:id="rId26"/>
    <p:sldId id="352" r:id="rId27"/>
    <p:sldId id="353" r:id="rId28"/>
    <p:sldId id="354" r:id="rId29"/>
    <p:sldId id="355" r:id="rId30"/>
    <p:sldId id="356" r:id="rId31"/>
    <p:sldId id="357" r:id="rId32"/>
    <p:sldId id="327" r:id="rId33"/>
    <p:sldId id="329" r:id="rId34"/>
    <p:sldId id="330" r:id="rId35"/>
    <p:sldId id="331" r:id="rId36"/>
    <p:sldId id="366" r:id="rId37"/>
    <p:sldId id="333" r:id="rId38"/>
    <p:sldId id="368" r:id="rId39"/>
    <p:sldId id="370" r:id="rId40"/>
    <p:sldId id="371" r:id="rId41"/>
    <p:sldId id="372" r:id="rId42"/>
    <p:sldId id="373" r:id="rId43"/>
    <p:sldId id="374" r:id="rId44"/>
    <p:sldId id="376" r:id="rId45"/>
    <p:sldId id="377" r:id="rId46"/>
    <p:sldId id="375" r:id="rId47"/>
    <p:sldId id="378" r:id="rId48"/>
    <p:sldId id="264" r:id="rId49"/>
    <p:sldId id="271" r:id="rId50"/>
  </p:sldIdLst>
  <p:sldSz cx="9144000" cy="5143500" type="screen16x9"/>
  <p:notesSz cx="6858000" cy="9144000"/>
  <p:embeddedFontLst>
    <p:embeddedFont>
      <p:font typeface="Bahnschrift" panose="020B0502040204020203" pitchFamily="34" charset="0"/>
      <p:regular r:id="rId52"/>
      <p:bold r:id="rId53"/>
    </p:embeddedFont>
    <p:embeddedFont>
      <p:font typeface="Cambria Math" panose="02040503050406030204" pitchFamily="18" charset="0"/>
      <p:regular r:id="rId54"/>
    </p:embeddedFont>
    <p:embeddedFont>
      <p:font typeface="Jost" panose="020B0604020202020204" charset="0"/>
      <p:regular r:id="rId55"/>
      <p:bold r:id="rId56"/>
      <p:italic r:id="rId57"/>
      <p:boldItalic r:id="rId58"/>
    </p:embeddedFont>
    <p:embeddedFont>
      <p:font typeface="Montserrat" panose="00000500000000000000" pitchFamily="2" charset="0"/>
      <p:regular r:id="rId59"/>
      <p:bold r:id="rId60"/>
      <p:italic r:id="rId61"/>
      <p:boldItalic r:id="rId62"/>
    </p:embeddedFont>
    <p:embeddedFont>
      <p:font typeface="Montserrat Bold" panose="00000800000000000000" charset="0"/>
      <p:regular r:id="rId63"/>
    </p:embeddedFont>
    <p:embeddedFont>
      <p:font typeface="Montserrat Medium" panose="00000600000000000000" pitchFamily="2" charset="0"/>
      <p:regular r:id="rId64"/>
      <p:bold r:id="rId65"/>
      <p:italic r:id="rId66"/>
      <p:boldItalic r:id="rId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87C0"/>
    <a:srgbClr val="80F141"/>
    <a:srgbClr val="00D2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C00F51-45D2-421A-A7FA-149D3B7C5888}" v="1254" dt="2026-10-07T07:22:48.152"/>
  </p1510:revLst>
</p1510:revInfo>
</file>

<file path=ppt/tableStyles.xml><?xml version="1.0" encoding="utf-8"?>
<a:tblStyleLst xmlns:a="http://schemas.openxmlformats.org/drawingml/2006/main" def="{7AEFDC93-782D-4E4C-A218-EDA5358B997B}">
  <a:tblStyle styleId="{7AEFDC93-782D-4E4C-A218-EDA5358B997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94401" autoAdjust="0"/>
  </p:normalViewPr>
  <p:slideViewPr>
    <p:cSldViewPr snapToGrid="0">
      <p:cViewPr varScale="1">
        <p:scale>
          <a:sx n="99" d="100"/>
          <a:sy n="99" d="100"/>
        </p:scale>
        <p:origin x="295" y="58"/>
      </p:cViewPr>
      <p:guideLst>
        <p:guide orient="horz" pos="162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4.fntdata"/><Relationship Id="rId63" Type="http://schemas.openxmlformats.org/officeDocument/2006/relationships/font" Target="fonts/font12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66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61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font" Target="fonts/font9.fntdata"/><Relationship Id="rId65" Type="http://schemas.openxmlformats.org/officeDocument/2006/relationships/font" Target="fonts/font14.fntdata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64" Type="http://schemas.openxmlformats.org/officeDocument/2006/relationships/font" Target="fonts/font13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8.fntdata"/><Relationship Id="rId67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62" Type="http://schemas.openxmlformats.org/officeDocument/2006/relationships/font" Target="fonts/font11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an Thanh Duy" userId="7fe205da-551d-4fae-b045-58d66fb40073" providerId="ADAL" clId="{A441D81C-AEF8-464D-902E-B6449B34371D}"/>
    <pc:docChg chg="undo redo custSel addSld delSld modSld sldOrd delMainMaster">
      <pc:chgData name="Phan Thanh Duy" userId="7fe205da-551d-4fae-b045-58d66fb40073" providerId="ADAL" clId="{A441D81C-AEF8-464D-902E-B6449B34371D}" dt="2026-10-07T07:22:48.152" v="6148"/>
      <pc:docMkLst>
        <pc:docMk/>
      </pc:docMkLst>
      <pc:sldChg chg="modSp mod">
        <pc:chgData name="Phan Thanh Duy" userId="7fe205da-551d-4fae-b045-58d66fb40073" providerId="ADAL" clId="{A441D81C-AEF8-464D-902E-B6449B34371D}" dt="2026-10-06T05:56:23.967" v="1476" actId="962"/>
        <pc:sldMkLst>
          <pc:docMk/>
          <pc:sldMk cId="0" sldId="256"/>
        </pc:sldMkLst>
        <pc:spChg chg="mod">
          <ac:chgData name="Phan Thanh Duy" userId="7fe205da-551d-4fae-b045-58d66fb40073" providerId="ADAL" clId="{A441D81C-AEF8-464D-902E-B6449B34371D}" dt="2026-10-05T12:29:20.629" v="365" actId="20577"/>
          <ac:spMkLst>
            <pc:docMk/>
            <pc:sldMk cId="0" sldId="256"/>
            <ac:spMk id="3" creationId="{3F496BDD-1524-F04C-C6CE-C173D16EDAD0}"/>
          </ac:spMkLst>
        </pc:spChg>
        <pc:spChg chg="mod">
          <ac:chgData name="Phan Thanh Duy" userId="7fe205da-551d-4fae-b045-58d66fb40073" providerId="ADAL" clId="{A441D81C-AEF8-464D-902E-B6449B34371D}" dt="2026-10-06T05:56:23.967" v="1476" actId="962"/>
          <ac:spMkLst>
            <pc:docMk/>
            <pc:sldMk cId="0" sldId="256"/>
            <ac:spMk id="923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28:17.722" v="359" actId="20577"/>
          <ac:spMkLst>
            <pc:docMk/>
            <pc:sldMk cId="0" sldId="256"/>
            <ac:spMk id="924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6T05:56:16.367" v="1475" actId="962"/>
          <ac:grpSpMkLst>
            <pc:docMk/>
            <pc:sldMk cId="0" sldId="256"/>
            <ac:grpSpMk id="960" creationId="{00000000-0000-0000-0000-000000000000}"/>
          </ac:grpSpMkLst>
        </pc:grpChg>
      </pc:sldChg>
      <pc:sldChg chg="delSp modSp mod modTransition addAnim delAnim modAnim">
        <pc:chgData name="Phan Thanh Duy" userId="7fe205da-551d-4fae-b045-58d66fb40073" providerId="ADAL" clId="{A441D81C-AEF8-464D-902E-B6449B34371D}" dt="2026-10-07T03:30:01.480" v="4469" actId="20577"/>
        <pc:sldMkLst>
          <pc:docMk/>
          <pc:sldMk cId="0" sldId="258"/>
        </pc:sldMkLst>
        <pc:spChg chg="mod">
          <ac:chgData name="Phan Thanh Duy" userId="7fe205da-551d-4fae-b045-58d66fb40073" providerId="ADAL" clId="{A441D81C-AEF8-464D-902E-B6449B34371D}" dt="2026-10-06T05:56:28.408" v="1477" actId="962"/>
          <ac:spMkLst>
            <pc:docMk/>
            <pc:sldMk cId="0" sldId="258"/>
            <ac:spMk id="984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16:13:44.388" v="4231" actId="962"/>
          <ac:spMkLst>
            <pc:docMk/>
            <pc:sldMk cId="0" sldId="258"/>
            <ac:spMk id="985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05:49:51.692" v="1439" actId="962"/>
          <ac:spMkLst>
            <pc:docMk/>
            <pc:sldMk cId="0" sldId="258"/>
            <ac:spMk id="986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11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3" creationId="{0B415B78-EAAC-C929-1148-A0476AD3DC05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4" creationId="{274496B1-4277-8C10-E45A-7F3A3835AA3A}"/>
          </ac:spMkLst>
        </pc:spChg>
        <pc:spChg chg="mod">
          <ac:chgData name="Phan Thanh Duy" userId="7fe205da-551d-4fae-b045-58d66fb40073" providerId="ADAL" clId="{A441D81C-AEF8-464D-902E-B6449B34371D}" dt="2026-10-07T03:29:44.617" v="4467" actId="14100"/>
          <ac:spMkLst>
            <pc:docMk/>
            <pc:sldMk cId="0" sldId="258"/>
            <ac:spMk id="1045" creationId="{DF6971A0-A1E9-0F55-917D-337AD4A7F7DF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46" creationId="{094EDEBF-1B32-6DA5-7A5C-3FF31FD78297}"/>
          </ac:spMkLst>
        </pc:spChg>
        <pc:spChg chg="mod">
          <ac:chgData name="Phan Thanh Duy" userId="7fe205da-551d-4fae-b045-58d66fb40073" providerId="ADAL" clId="{A441D81C-AEF8-464D-902E-B6449B34371D}" dt="2026-10-07T03:30:01.480" v="4469" actId="20577"/>
          <ac:spMkLst>
            <pc:docMk/>
            <pc:sldMk cId="0" sldId="258"/>
            <ac:spMk id="1049" creationId="{4F9E34A8-C194-FA37-3FFE-EC13AE16E3DD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0" creationId="{27D34426-108B-5332-08FB-A5351AE5D73E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1" creationId="{8CD73502-F18E-DC4F-88B9-90FA9D0045D5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2" creationId="{A8773934-9794-FF72-90DE-C76D6351978B}"/>
          </ac:spMkLst>
        </pc:spChg>
        <pc:grpChg chg="mod">
          <ac:chgData name="Phan Thanh Duy" userId="7fe205da-551d-4fae-b045-58d66fb40073" providerId="ADAL" clId="{A441D81C-AEF8-464D-902E-B6449B34371D}" dt="2026-10-06T05:56:11.153" v="1474" actId="962"/>
          <ac:grpSpMkLst>
            <pc:docMk/>
            <pc:sldMk cId="0" sldId="258"/>
            <ac:grpSpMk id="1017" creationId="{00000000-0000-0000-0000-000000000000}"/>
          </ac:grpSpMkLst>
        </pc:grpChg>
        <pc:grpChg chg="mod">
          <ac:chgData name="Phan Thanh Duy" userId="7fe205da-551d-4fae-b045-58d66fb40073" providerId="ADAL" clId="{A441D81C-AEF8-464D-902E-B6449B34371D}" dt="2026-10-06T05:50:44.702" v="1445" actId="962"/>
          <ac:grpSpMkLst>
            <pc:docMk/>
            <pc:sldMk cId="0" sldId="258"/>
            <ac:grpSpMk id="1023" creationId="{00000000-0000-0000-0000-000000000000}"/>
          </ac:grpSpMkLst>
        </pc:grpChg>
        <pc:cxnChg chg="mod">
          <ac:chgData name="Phan Thanh Duy" userId="7fe205da-551d-4fae-b045-58d66fb40073" providerId="ADAL" clId="{A441D81C-AEF8-464D-902E-B6449B34371D}" dt="2026-10-05T12:31:44.152" v="495" actId="14100"/>
          <ac:cxnSpMkLst>
            <pc:docMk/>
            <pc:sldMk cId="0" sldId="258"/>
            <ac:cxnSpMk id="1024" creationId="{00000000-0000-0000-0000-000000000000}"/>
          </ac:cxnSpMkLst>
        </pc:cxnChg>
      </pc:sldChg>
      <pc:sldChg chg="modSp del mod">
        <pc:chgData name="Phan Thanh Duy" userId="7fe205da-551d-4fae-b045-58d66fb40073" providerId="ADAL" clId="{A441D81C-AEF8-464D-902E-B6449B34371D}" dt="2026-10-06T16:19:12.970" v="4246" actId="47"/>
        <pc:sldMkLst>
          <pc:docMk/>
          <pc:sldMk cId="0" sldId="259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0"/>
        </pc:sldMkLst>
      </pc:sldChg>
      <pc:sldChg chg="addSp modSp mod modTransition">
        <pc:chgData name="Phan Thanh Duy" userId="7fe205da-551d-4fae-b045-58d66fb40073" providerId="ADAL" clId="{A441D81C-AEF8-464D-902E-B6449B34371D}" dt="2026-10-06T16:13:57.794" v="4232" actId="962"/>
        <pc:sldMkLst>
          <pc:docMk/>
          <pc:sldMk cId="0" sldId="261"/>
        </pc:sldMkLst>
        <pc:spChg chg="add mod">
          <ac:chgData name="Phan Thanh Duy" userId="7fe205da-551d-4fae-b045-58d66fb40073" providerId="ADAL" clId="{A441D81C-AEF8-464D-902E-B6449B34371D}" dt="2026-10-05T13:16:30.860" v="944" actId="1076"/>
          <ac:spMkLst>
            <pc:docMk/>
            <pc:sldMk cId="0" sldId="261"/>
            <ac:spMk id="2" creationId="{1C145CFC-A352-4897-61C0-3C71D82F494E}"/>
          </ac:spMkLst>
        </pc:spChg>
        <pc:spChg chg="mod">
          <ac:chgData name="Phan Thanh Duy" userId="7fe205da-551d-4fae-b045-58d66fb40073" providerId="ADAL" clId="{A441D81C-AEF8-464D-902E-B6449B34371D}" dt="2026-10-06T16:13:57.794" v="4232" actId="962"/>
          <ac:spMkLst>
            <pc:docMk/>
            <pc:sldMk cId="0" sldId="261"/>
            <ac:spMk id="1112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05:50:42.406" v="1444" actId="962"/>
          <ac:spMkLst>
            <pc:docMk/>
            <pc:sldMk cId="0" sldId="261"/>
            <ac:spMk id="1113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6T05:51:01.053" v="1446" actId="962"/>
          <ac:grpSpMkLst>
            <pc:docMk/>
            <pc:sldMk cId="0" sldId="261"/>
            <ac:grpSpMk id="1115" creationId="{00000000-0000-0000-0000-000000000000}"/>
          </ac:grpSpMkLst>
        </pc:grpChg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2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3"/>
        </pc:sldMkLst>
      </pc:sldChg>
      <pc:sldChg chg="addSp delSp modSp mod ord modTransition">
        <pc:chgData name="Phan Thanh Duy" userId="7fe205da-551d-4fae-b045-58d66fb40073" providerId="ADAL" clId="{A441D81C-AEF8-464D-902E-B6449B34371D}" dt="2026-10-07T07:14:24.958" v="6132" actId="1076"/>
        <pc:sldMkLst>
          <pc:docMk/>
          <pc:sldMk cId="0" sldId="264"/>
        </pc:sldMkLst>
        <pc:spChg chg="mod">
          <ac:chgData name="Phan Thanh Duy" userId="7fe205da-551d-4fae-b045-58d66fb40073" providerId="ADAL" clId="{A441D81C-AEF8-464D-902E-B6449B34371D}" dt="2026-10-07T07:06:09.075" v="5961" actId="20577"/>
          <ac:spMkLst>
            <pc:docMk/>
            <pc:sldMk cId="0" sldId="264"/>
            <ac:spMk id="2" creationId="{2869B929-C354-C8AA-BB53-775E598FAEB4}"/>
          </ac:spMkLst>
        </pc:spChg>
        <pc:spChg chg="del">
          <ac:chgData name="Phan Thanh Duy" userId="7fe205da-551d-4fae-b045-58d66fb40073" providerId="ADAL" clId="{A441D81C-AEF8-464D-902E-B6449B34371D}" dt="2026-10-07T07:06:06.800" v="5960" actId="478"/>
          <ac:spMkLst>
            <pc:docMk/>
            <pc:sldMk cId="0" sldId="264"/>
            <ac:spMk id="3" creationId="{F806ECFC-6B24-7C49-2F7F-FE8B332BAC5B}"/>
          </ac:spMkLst>
        </pc:spChg>
        <pc:spChg chg="del">
          <ac:chgData name="Phan Thanh Duy" userId="7fe205da-551d-4fae-b045-58d66fb40073" providerId="ADAL" clId="{A441D81C-AEF8-464D-902E-B6449B34371D}" dt="2026-10-07T06:57:59.107" v="5669" actId="478"/>
          <ac:spMkLst>
            <pc:docMk/>
            <pc:sldMk cId="0" sldId="264"/>
            <ac:spMk id="4" creationId="{BFAF35CE-CF0F-4299-7A60-33FD07CEA2E5}"/>
          </ac:spMkLst>
        </pc:spChg>
        <pc:spChg chg="add del">
          <ac:chgData name="Phan Thanh Duy" userId="7fe205da-551d-4fae-b045-58d66fb40073" providerId="ADAL" clId="{A441D81C-AEF8-464D-902E-B6449B34371D}" dt="2026-10-07T06:57:57.890" v="5668" actId="478"/>
          <ac:spMkLst>
            <pc:docMk/>
            <pc:sldMk cId="0" sldId="264"/>
            <ac:spMk id="5" creationId="{5EC022F1-C87F-FB6C-E6F3-262CE55CB92D}"/>
          </ac:spMkLst>
        </pc:spChg>
        <pc:spChg chg="mod">
          <ac:chgData name="Phan Thanh Duy" userId="7fe205da-551d-4fae-b045-58d66fb40073" providerId="ADAL" clId="{A441D81C-AEF8-464D-902E-B6449B34371D}" dt="2026-10-07T07:08:00.080" v="6011" actId="962"/>
          <ac:spMkLst>
            <pc:docMk/>
            <pc:sldMk cId="0" sldId="264"/>
            <ac:spMk id="1252" creationId="{00000000-0000-0000-0000-000000000000}"/>
          </ac:spMkLst>
        </pc:spChg>
        <pc:graphicFrameChg chg="mod modGraphic">
          <ac:chgData name="Phan Thanh Duy" userId="7fe205da-551d-4fae-b045-58d66fb40073" providerId="ADAL" clId="{A441D81C-AEF8-464D-902E-B6449B34371D}" dt="2026-10-07T07:14:24.958" v="6132" actId="1076"/>
          <ac:graphicFrameMkLst>
            <pc:docMk/>
            <pc:sldMk cId="0" sldId="264"/>
            <ac:graphicFrameMk id="1253" creationId="{00000000-0000-0000-0000-000000000000}"/>
          </ac:graphicFrameMkLst>
        </pc:graphicFrameChg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5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6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0" sldId="267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8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9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70"/>
        </pc:sldMkLst>
      </pc:sldChg>
      <pc:sldChg chg="addSp delSp modSp mod modTransition addAnim delAnim modAnim">
        <pc:chgData name="Phan Thanh Duy" userId="7fe205da-551d-4fae-b045-58d66fb40073" providerId="ADAL" clId="{A441D81C-AEF8-464D-902E-B6449B34371D}" dt="2026-10-07T07:11:29.889" v="6114"/>
        <pc:sldMkLst>
          <pc:docMk/>
          <pc:sldMk cId="0" sldId="271"/>
        </pc:sldMkLst>
        <pc:spChg chg="add del mod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3" creationId="{387E7759-FBA2-C71A-DF91-89C32AA3D1DA}"/>
          </ac:spMkLst>
        </pc:spChg>
        <pc:spChg chg="add del mod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5" creationId="{1CEB1756-3DE0-526D-077F-DA8318C31D52}"/>
          </ac:spMkLst>
        </pc:spChg>
        <pc:spChg chg="add mod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7" creationId="{2C21900A-1F5D-E9E2-B1C1-128734F3BA87}"/>
          </ac:spMkLst>
        </pc:spChg>
        <pc:spChg chg="add del mod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9" creationId="{E2E1A31A-1054-D538-DA96-04F326464D51}"/>
          </ac:spMkLst>
        </pc:spChg>
        <pc:spChg chg="del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1" creationId="{ED98B076-AFBD-7704-ADCC-2D96DDE3ECDE}"/>
          </ac:spMkLst>
        </pc:spChg>
        <pc:spChg chg="add del mod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3" creationId="{8082A083-3F53-6665-1EA5-B72DC2CC72C9}"/>
          </ac:spMkLst>
        </pc:spChg>
        <pc:spChg chg="add del mod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5" creationId="{8CEE1FB7-1A71-5677-996F-451DF62C9EE8}"/>
          </ac:spMkLst>
        </pc:spChg>
        <pc:spChg chg="add del mod">
          <ac:chgData name="Phan Thanh Duy" userId="7fe205da-551d-4fae-b045-58d66fb40073" providerId="ADAL" clId="{A441D81C-AEF8-464D-902E-B6449B34371D}" dt="2026-10-07T07:06:20.723" v="5974" actId="478"/>
          <ac:spMkLst>
            <pc:docMk/>
            <pc:sldMk cId="0" sldId="271"/>
            <ac:spMk id="17" creationId="{B7670B38-2A0A-62AA-EC0F-69B2C83EE41A}"/>
          </ac:spMkLst>
        </pc:spChg>
        <pc:spChg chg="add mod">
          <ac:chgData name="Phan Thanh Duy" userId="7fe205da-551d-4fae-b045-58d66fb40073" providerId="ADAL" clId="{A441D81C-AEF8-464D-902E-B6449B34371D}" dt="2026-10-07T07:08:41.906" v="6046" actId="767"/>
          <ac:spMkLst>
            <pc:docMk/>
            <pc:sldMk cId="0" sldId="271"/>
            <ac:spMk id="18" creationId="{D3C605C4-7448-2860-3CDA-7E7CEA30132A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497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498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7T07:10:26.635" v="6088" actId="1076"/>
          <ac:spMkLst>
            <pc:docMk/>
            <pc:sldMk cId="0" sldId="271"/>
            <ac:spMk id="1499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500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5.789" v="5970" actId="478"/>
          <ac:spMkLst>
            <pc:docMk/>
            <pc:sldMk cId="0" sldId="271"/>
            <ac:spMk id="1501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5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6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7" creationId="{00000000-0000-0000-0000-000000000000}"/>
          </ac:spMkLst>
        </pc:spChg>
        <pc:spChg chg="del">
          <ac:chgData name="Phan Thanh Duy" userId="7fe205da-551d-4fae-b045-58d66fb40073" providerId="ADAL" clId="{A441D81C-AEF8-464D-902E-B6449B34371D}" dt="2026-10-07T07:06:19.169" v="5973" actId="478"/>
          <ac:spMkLst>
            <pc:docMk/>
            <pc:sldMk cId="0" sldId="271"/>
            <ac:spMk id="1528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7T07:10:26.635" v="6088" actId="1076"/>
          <ac:grpSpMkLst>
            <pc:docMk/>
            <pc:sldMk cId="0" sldId="271"/>
            <ac:grpSpMk id="1502" creationId="{00000000-0000-0000-0000-000000000000}"/>
          </ac:grpSpMkLst>
        </pc:grpChg>
        <pc:grpChg chg="del">
          <ac:chgData name="Phan Thanh Duy" userId="7fe205da-551d-4fae-b045-58d66fb40073" providerId="ADAL" clId="{A441D81C-AEF8-464D-902E-B6449B34371D}" dt="2026-10-07T07:06:15.789" v="5970" actId="478"/>
          <ac:grpSpMkLst>
            <pc:docMk/>
            <pc:sldMk cId="0" sldId="271"/>
            <ac:grpSpMk id="1508" creationId="{00000000-0000-0000-0000-000000000000}"/>
          </ac:grpSpMkLst>
        </pc:grpChg>
        <pc:grpChg chg="del">
          <ac:chgData name="Phan Thanh Duy" userId="7fe205da-551d-4fae-b045-58d66fb40073" providerId="ADAL" clId="{A441D81C-AEF8-464D-902E-B6449B34371D}" dt="2026-10-07T07:06:15.789" v="5970" actId="478"/>
          <ac:grpSpMkLst>
            <pc:docMk/>
            <pc:sldMk cId="0" sldId="271"/>
            <ac:grpSpMk id="1512" creationId="{00000000-0000-0000-0000-000000000000}"/>
          </ac:grpSpMkLst>
        </pc:grpChg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2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3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4"/>
        </pc:sldMkLst>
      </pc:sldChg>
      <pc:sldChg chg="del">
        <pc:chgData name="Phan Thanh Duy" userId="7fe205da-551d-4fae-b045-58d66fb40073" providerId="ADAL" clId="{A441D81C-AEF8-464D-902E-B6449B34371D}" dt="2026-10-06T16:18:27.594" v="4241" actId="47"/>
        <pc:sldMkLst>
          <pc:docMk/>
          <pc:sldMk cId="0" sldId="275"/>
        </pc:sldMkLst>
      </pc:sldChg>
      <pc:sldChg chg="del">
        <pc:chgData name="Phan Thanh Duy" userId="7fe205da-551d-4fae-b045-58d66fb40073" providerId="ADAL" clId="{A441D81C-AEF8-464D-902E-B6449B34371D}" dt="2026-10-06T16:18:26.018" v="4240" actId="47"/>
        <pc:sldMkLst>
          <pc:docMk/>
          <pc:sldMk cId="0" sldId="276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7"/>
        </pc:sldMkLst>
      </pc:sldChg>
      <pc:sldChg chg="del">
        <pc:chgData name="Phan Thanh Duy" userId="7fe205da-551d-4fae-b045-58d66fb40073" providerId="ADAL" clId="{A441D81C-AEF8-464D-902E-B6449B34371D}" dt="2026-10-06T16:18:23.243" v="4239" actId="47"/>
        <pc:sldMkLst>
          <pc:docMk/>
          <pc:sldMk cId="0" sldId="278"/>
        </pc:sldMkLst>
      </pc:sldChg>
      <pc:sldChg chg="del">
        <pc:chgData name="Phan Thanh Duy" userId="7fe205da-551d-4fae-b045-58d66fb40073" providerId="ADAL" clId="{A441D81C-AEF8-464D-902E-B6449B34371D}" dt="2026-10-06T16:18:23.243" v="4239" actId="47"/>
        <pc:sldMkLst>
          <pc:docMk/>
          <pc:sldMk cId="0" sldId="279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0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1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2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3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4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5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6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7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8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9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0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1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2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3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4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5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6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7"/>
        </pc:sldMkLst>
      </pc:sldChg>
      <pc:sldChg chg="del">
        <pc:chgData name="Phan Thanh Duy" userId="7fe205da-551d-4fae-b045-58d66fb40073" providerId="ADAL" clId="{A441D81C-AEF8-464D-902E-B6449B34371D}" dt="2026-10-06T08:17:46.336" v="2613" actId="47"/>
        <pc:sldMkLst>
          <pc:docMk/>
          <pc:sldMk cId="322402986" sldId="298"/>
        </pc:sldMkLst>
      </pc:sldChg>
      <pc:sldChg chg="del">
        <pc:chgData name="Phan Thanh Duy" userId="7fe205da-551d-4fae-b045-58d66fb40073" providerId="ADAL" clId="{A441D81C-AEF8-464D-902E-B6449B34371D}" dt="2026-10-06T16:19:12.970" v="4246" actId="47"/>
        <pc:sldMkLst>
          <pc:docMk/>
          <pc:sldMk cId="1576183652" sldId="299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3965838811" sldId="300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790324976" sldId="301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041865058" sldId="302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673035856" sldId="303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971089199" sldId="304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3639140833" sldId="305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296669840" sldId="306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2807933170" sldId="307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523973626" sldId="308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984365508" sldId="309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4119380639" sldId="310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448239824" sldId="311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659210709" sldId="312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714930558" sldId="313"/>
        </pc:sldMkLst>
      </pc:sldChg>
      <pc:sldChg chg="addSp delSp modSp add mod ord modTransition">
        <pc:chgData name="Phan Thanh Duy" userId="7fe205da-551d-4fae-b045-58d66fb40073" providerId="ADAL" clId="{A441D81C-AEF8-464D-902E-B6449B34371D}" dt="2026-10-06T16:20:49.479" v="4254"/>
        <pc:sldMkLst>
          <pc:docMk/>
          <pc:sldMk cId="218281110" sldId="314"/>
        </pc:sldMkLst>
        <pc:spChg chg="add mod ord">
          <ac:chgData name="Phan Thanh Duy" userId="7fe205da-551d-4fae-b045-58d66fb40073" providerId="ADAL" clId="{A441D81C-AEF8-464D-902E-B6449B34371D}" dt="2026-10-05T13:35:36.033" v="1149" actId="1076"/>
          <ac:spMkLst>
            <pc:docMk/>
            <pc:sldMk cId="218281110" sldId="314"/>
            <ac:spMk id="4" creationId="{7B3B2126-8876-58BD-7BC5-FBA72783A962}"/>
          </ac:spMkLst>
        </pc:spChg>
        <pc:spChg chg="del mod">
          <ac:chgData name="Phan Thanh Duy" userId="7fe205da-551d-4fae-b045-58d66fb40073" providerId="ADAL" clId="{A441D81C-AEF8-464D-902E-B6449B34371D}" dt="2026-10-06T06:36:51.252" v="1763" actId="478"/>
          <ac:spMkLst>
            <pc:docMk/>
            <pc:sldMk cId="218281110" sldId="314"/>
            <ac:spMk id="5" creationId="{A0436251-54CA-6368-FA94-BAD82D78D99B}"/>
          </ac:spMkLst>
        </pc:spChg>
        <pc:spChg chg="mod">
          <ac:chgData name="Phan Thanh Duy" userId="7fe205da-551d-4fae-b045-58d66fb40073" providerId="ADAL" clId="{A441D81C-AEF8-464D-902E-B6449B34371D}" dt="2026-10-06T07:39:42.238" v="2257" actId="20577"/>
          <ac:spMkLst>
            <pc:docMk/>
            <pc:sldMk cId="218281110" sldId="314"/>
            <ac:spMk id="1039" creationId="{5C9284D6-3587-0531-7B11-C8B13FECE930}"/>
          </ac:spMkLst>
        </pc:spChg>
        <pc:grpChg chg="mod">
          <ac:chgData name="Phan Thanh Duy" userId="7fe205da-551d-4fae-b045-58d66fb40073" providerId="ADAL" clId="{A441D81C-AEF8-464D-902E-B6449B34371D}" dt="2026-10-06T05:51:16.476" v="1447" actId="962"/>
          <ac:grpSpMkLst>
            <pc:docMk/>
            <pc:sldMk cId="218281110" sldId="314"/>
            <ac:grpSpMk id="1042" creationId="{3B113246-55C0-0EC3-9B4C-CA8398F73D66}"/>
          </ac:grpSpMkLst>
        </pc:grpChg>
      </pc:sldChg>
      <pc:sldChg chg="addSp delSp modSp add mod modTransition">
        <pc:chgData name="Phan Thanh Duy" userId="7fe205da-551d-4fae-b045-58d66fb40073" providerId="ADAL" clId="{A441D81C-AEF8-464D-902E-B6449B34371D}" dt="2026-10-06T07:38:09.315" v="2251"/>
        <pc:sldMkLst>
          <pc:docMk/>
          <pc:sldMk cId="1055492456" sldId="315"/>
        </pc:sldMkLst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4" creationId="{8DEDD76A-B51F-65DD-11FA-8A0D671DA773}"/>
          </ac:spMkLst>
        </pc:spChg>
        <pc:spChg chg="del ord">
          <ac:chgData name="Phan Thanh Duy" userId="7fe205da-551d-4fae-b045-58d66fb40073" providerId="ADAL" clId="{A441D81C-AEF8-464D-902E-B6449B34371D}" dt="2026-10-06T06:37:01.683" v="1769" actId="478"/>
          <ac:spMkLst>
            <pc:docMk/>
            <pc:sldMk cId="1055492456" sldId="315"/>
            <ac:spMk id="5" creationId="{31FDF23C-9F7C-6DB4-0950-D433804DE45E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9" creationId="{5F9C4091-CF98-D695-955D-B6C63F12D4DA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26" creationId="{32E18724-FECF-2B15-9461-2C40A9CEDA11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24" creationId="{B93C8567-2430-997E-B4E6-F29D1298115E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6" creationId="{CDC06A4B-7578-6749-9A80-50C9EF0456D9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7" creationId="{BF849ECB-B9A7-932B-7B6C-FCC99292D834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9" creationId="{6F883EC5-7ED1-2EBF-BAB8-F68385730236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32" creationId="{0EB745C1-56CB-27FB-AFCA-443A37C66A4B}"/>
          </ac:spMkLst>
        </pc:spChg>
        <pc:spChg chg="mod">
          <ac:chgData name="Phan Thanh Duy" userId="7fe205da-551d-4fae-b045-58d66fb40073" providerId="ADAL" clId="{A441D81C-AEF8-464D-902E-B6449B34371D}" dt="2026-10-06T06:38:30.315" v="1803"/>
          <ac:spMkLst>
            <pc:docMk/>
            <pc:sldMk cId="1055492456" sldId="315"/>
            <ac:spMk id="1039" creationId="{9B565E59-812C-4135-261F-FBD76E37DF94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52" creationId="{049CAA75-BF47-C9F2-5A51-1D9C361CCA84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109" creationId="{4CBFF249-061A-8FE8-C44B-2B9EC7B0F636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111" creationId="{8BF3F8D7-0A36-82FD-FC62-AD156F062C77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342" creationId="{981D97BC-4D09-044A-C8A5-8CAD299BBC5E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348" creationId="{05AAC781-D2D2-1971-BA77-ABF56BC90A93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2" creationId="{A1B06E0A-B5CB-CAB4-2D19-22AF98AA3F1C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3" creationId="{4DA2E47A-AC8D-314F-8073-1C6FE8CE9148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5" creationId="{0717CB98-EE17-DA5A-9A1A-2169B7588C52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8" creationId="{4CDCD42F-8975-CEC9-2D1B-212953D956FC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0" creationId="{B2EA0261-DDD3-3E1B-3C85-E92294924E8E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1" creationId="{ADECCD05-C958-548A-3FF9-B36693C9359A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4" creationId="{4512187B-E62F-D5D9-8C8B-8DCFFFBBA2CB}"/>
          </ac:spMkLst>
        </pc:spChg>
        <pc:grpChg chg="mod">
          <ac:chgData name="Phan Thanh Duy" userId="7fe205da-551d-4fae-b045-58d66fb40073" providerId="ADAL" clId="{A441D81C-AEF8-464D-902E-B6449B34371D}" dt="2026-10-06T06:02:10.191" v="1507" actId="962"/>
          <ac:grpSpMkLst>
            <pc:docMk/>
            <pc:sldMk cId="1055492456" sldId="315"/>
            <ac:grpSpMk id="1042" creationId="{909914BE-3186-CD77-CF0C-B7D5E046809E}"/>
          </ac:grpSpMkLst>
        </pc:grpChg>
        <pc:cxnChg chg="mod">
          <ac:chgData name="Phan Thanh Duy" userId="7fe205da-551d-4fae-b045-58d66fb40073" providerId="ADAL" clId="{A441D81C-AEF8-464D-902E-B6449B34371D}" dt="2026-10-06T07:17:28.037" v="2107" actId="1076"/>
          <ac:cxnSpMkLst>
            <pc:docMk/>
            <pc:sldMk cId="1055492456" sldId="315"/>
            <ac:cxnSpMk id="11" creationId="{6D5379C7-EF9F-B75E-E896-34D6CEF430D9}"/>
          </ac:cxnSpMkLst>
        </pc:cxnChg>
        <pc:cxnChg chg="mod">
          <ac:chgData name="Phan Thanh Duy" userId="7fe205da-551d-4fae-b045-58d66fb40073" providerId="ADAL" clId="{A441D81C-AEF8-464D-902E-B6449B34371D}" dt="2026-10-06T07:17:26.548" v="2095" actId="14100"/>
          <ac:cxnSpMkLst>
            <pc:docMk/>
            <pc:sldMk cId="1055492456" sldId="315"/>
            <ac:cxnSpMk id="27" creationId="{0522F564-EF06-AABF-2C43-7A746EE55273}"/>
          </ac:cxnSpMkLst>
        </pc:cxnChg>
        <pc:cxnChg chg="mod">
          <ac:chgData name="Phan Thanh Duy" userId="7fe205da-551d-4fae-b045-58d66fb40073" providerId="ADAL" clId="{A441D81C-AEF8-464D-902E-B6449B34371D}" dt="2026-10-06T07:19:41.806" v="2124" actId="962"/>
          <ac:cxnSpMkLst>
            <pc:docMk/>
            <pc:sldMk cId="1055492456" sldId="315"/>
            <ac:cxnSpMk id="1025" creationId="{018DD508-4D1F-C22B-93A6-1DE5A4968E16}"/>
          </ac:cxnSpMkLst>
        </pc:cxnChg>
        <pc:cxnChg chg="mod">
          <ac:chgData name="Phan Thanh Duy" userId="7fe205da-551d-4fae-b045-58d66fb40073" providerId="ADAL" clId="{A441D81C-AEF8-464D-902E-B6449B34371D}" dt="2026-10-06T07:19:38.546" v="2123" actId="962"/>
          <ac:cxnSpMkLst>
            <pc:docMk/>
            <pc:sldMk cId="1055492456" sldId="315"/>
            <ac:cxnSpMk id="1033" creationId="{B18BB718-4491-2C67-C15A-3AE51BFD6D2D}"/>
          </ac:cxnSpMkLst>
        </pc:cxnChg>
        <pc:cxnChg chg="mod">
          <ac:chgData name="Phan Thanh Duy" userId="7fe205da-551d-4fae-b045-58d66fb40073" providerId="ADAL" clId="{A441D81C-AEF8-464D-902E-B6449B34371D}" dt="2026-10-06T07:19:35.080" v="2122" actId="962"/>
          <ac:cxnSpMkLst>
            <pc:docMk/>
            <pc:sldMk cId="1055492456" sldId="315"/>
            <ac:cxnSpMk id="1102" creationId="{06F8F0D7-5C00-8E3B-18E8-CCE3B0EDA416}"/>
          </ac:cxnSpMkLst>
        </pc:cxnChg>
        <pc:cxnChg chg="mod">
          <ac:chgData name="Phan Thanh Duy" userId="7fe205da-551d-4fae-b045-58d66fb40073" providerId="ADAL" clId="{A441D81C-AEF8-464D-902E-B6449B34371D}" dt="2026-10-06T07:19:03.457" v="2118" actId="962"/>
          <ac:cxnSpMkLst>
            <pc:docMk/>
            <pc:sldMk cId="1055492456" sldId="315"/>
            <ac:cxnSpMk id="1112" creationId="{CEA11B03-323F-5071-0F53-8DD9D1270D00}"/>
          </ac:cxnSpMkLst>
        </pc:cxnChg>
        <pc:cxnChg chg="mod ord">
          <ac:chgData name="Phan Thanh Duy" userId="7fe205da-551d-4fae-b045-58d66fb40073" providerId="ADAL" clId="{A441D81C-AEF8-464D-902E-B6449B34371D}" dt="2026-10-06T07:19:07.239" v="2119" actId="962"/>
          <ac:cxnSpMkLst>
            <pc:docMk/>
            <pc:sldMk cId="1055492456" sldId="315"/>
            <ac:cxnSpMk id="1115" creationId="{F9FF9ABC-62CE-C2AF-0378-9F38ABB097FA}"/>
          </ac:cxnSpMkLst>
        </pc:cxnChg>
        <pc:cxnChg chg="mod">
          <ac:chgData name="Phan Thanh Duy" userId="7fe205da-551d-4fae-b045-58d66fb40073" providerId="ADAL" clId="{A441D81C-AEF8-464D-902E-B6449B34371D}" dt="2026-10-06T07:17:27.065" v="2103" actId="14100"/>
          <ac:cxnSpMkLst>
            <pc:docMk/>
            <pc:sldMk cId="1055492456" sldId="315"/>
            <ac:cxnSpMk id="1343" creationId="{2379B2F6-326B-B146-F006-69A824660BA5}"/>
          </ac:cxnSpMkLst>
        </pc:cxnChg>
        <pc:cxnChg chg="mod">
          <ac:chgData name="Phan Thanh Duy" userId="7fe205da-551d-4fae-b045-58d66fb40073" providerId="ADAL" clId="{A441D81C-AEF8-464D-902E-B6449B34371D}" dt="2026-10-06T07:17:27.760" v="2106" actId="1076"/>
          <ac:cxnSpMkLst>
            <pc:docMk/>
            <pc:sldMk cId="1055492456" sldId="315"/>
            <ac:cxnSpMk id="1349" creationId="{B01FA730-1600-3E87-2017-AACACFBAD1C3}"/>
          </ac:cxnSpMkLst>
        </pc:cxn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06:38:47.356" v="1804" actId="1076"/>
        <pc:sldMkLst>
          <pc:docMk/>
          <pc:sldMk cId="3959107077" sldId="316"/>
        </pc:sldMkLst>
        <pc:spChg chg="del">
          <ac:chgData name="Phan Thanh Duy" userId="7fe205da-551d-4fae-b045-58d66fb40073" providerId="ADAL" clId="{A441D81C-AEF8-464D-902E-B6449B34371D}" dt="2026-10-06T06:36:53.040" v="1764" actId="478"/>
          <ac:spMkLst>
            <pc:docMk/>
            <pc:sldMk cId="3959107077" sldId="316"/>
            <ac:spMk id="5" creationId="{D7F25476-83B4-94D4-9160-52F15E3656FA}"/>
          </ac:spMkLst>
        </pc:spChg>
        <pc:spChg chg="add mod">
          <ac:chgData name="Phan Thanh Duy" userId="7fe205da-551d-4fae-b045-58d66fb40073" providerId="ADAL" clId="{A441D81C-AEF8-464D-902E-B6449B34371D}" dt="2026-10-06T03:43:40.952" v="1261" actId="1076"/>
          <ac:spMkLst>
            <pc:docMk/>
            <pc:sldMk cId="3959107077" sldId="316"/>
            <ac:spMk id="7" creationId="{0791BE73-4301-8BAF-695B-9DFA2BD3C542}"/>
          </ac:spMkLst>
        </pc:spChg>
        <pc:spChg chg="mod">
          <ac:chgData name="Phan Thanh Duy" userId="7fe205da-551d-4fae-b045-58d66fb40073" providerId="ADAL" clId="{A441D81C-AEF8-464D-902E-B6449B34371D}" dt="2026-10-06T06:38:47.356" v="1804" actId="1076"/>
          <ac:spMkLst>
            <pc:docMk/>
            <pc:sldMk cId="3959107077" sldId="316"/>
            <ac:spMk id="9" creationId="{F1A9FAD3-D3A6-6924-FAA4-786CD3A31D19}"/>
          </ac:spMkLst>
        </pc:spChg>
        <pc:spChg chg="mod">
          <ac:chgData name="Phan Thanh Duy" userId="7fe205da-551d-4fae-b045-58d66fb40073" providerId="ADAL" clId="{A441D81C-AEF8-464D-902E-B6449B34371D}" dt="2026-10-06T06:38:11.290" v="1791" actId="207"/>
          <ac:spMkLst>
            <pc:docMk/>
            <pc:sldMk cId="3959107077" sldId="316"/>
            <ac:spMk id="1039" creationId="{D9425BFF-AD2E-3F63-A29D-CAF94A7DA5D8}"/>
          </ac:spMkLst>
        </pc:spChg>
        <pc:grpChg chg="mod">
          <ac:chgData name="Phan Thanh Duy" userId="7fe205da-551d-4fae-b045-58d66fb40073" providerId="ADAL" clId="{A441D81C-AEF8-464D-902E-B6449B34371D}" dt="2026-10-06T06:00:07.092" v="1498" actId="962"/>
          <ac:grpSpMkLst>
            <pc:docMk/>
            <pc:sldMk cId="3959107077" sldId="316"/>
            <ac:grpSpMk id="1042" creationId="{F14889BF-4F38-978F-1C02-4B50915D1053}"/>
          </ac:grpSpMkLst>
        </pc:grpChg>
        <pc:picChg chg="add mod">
          <ac:chgData name="Phan Thanh Duy" userId="7fe205da-551d-4fae-b045-58d66fb40073" providerId="ADAL" clId="{A441D81C-AEF8-464D-902E-B6449B34371D}" dt="2026-10-06T03:44:18.723" v="1272" actId="1076"/>
          <ac:picMkLst>
            <pc:docMk/>
            <pc:sldMk cId="3959107077" sldId="316"/>
            <ac:picMk id="3" creationId="{D2B753BF-C31F-35D0-BA9B-3CDD4B2172D7}"/>
          </ac:picMkLst>
        </pc:picChg>
        <pc:picChg chg="add del mod">
          <ac:chgData name="Phan Thanh Duy" userId="7fe205da-551d-4fae-b045-58d66fb40073" providerId="ADAL" clId="{A441D81C-AEF8-464D-902E-B6449B34371D}" dt="2026-10-06T03:40:51.271" v="1236" actId="478"/>
          <ac:picMkLst>
            <pc:docMk/>
            <pc:sldMk cId="3959107077" sldId="316"/>
            <ac:picMk id="10" creationId="{EFDA53DB-1A87-C298-ECD4-65D129373569}"/>
          </ac:picMkLst>
        </pc:picChg>
        <pc:picChg chg="add mod">
          <ac:chgData name="Phan Thanh Duy" userId="7fe205da-551d-4fae-b045-58d66fb40073" providerId="ADAL" clId="{A441D81C-AEF8-464D-902E-B6449B34371D}" dt="2026-10-06T03:44:21.818" v="1273" actId="1076"/>
          <ac:picMkLst>
            <pc:docMk/>
            <pc:sldMk cId="3959107077" sldId="316"/>
            <ac:picMk id="12" creationId="{9A9CCFC9-2F07-ECF8-9E76-5596E56F6378}"/>
          </ac:picMkLst>
        </pc:picChg>
        <pc:picChg chg="add del">
          <ac:chgData name="Phan Thanh Duy" userId="7fe205da-551d-4fae-b045-58d66fb40073" providerId="ADAL" clId="{A441D81C-AEF8-464D-902E-B6449B34371D}" dt="2026-10-06T03:43:05.406" v="1250" actId="22"/>
          <ac:picMkLst>
            <pc:docMk/>
            <pc:sldMk cId="3959107077" sldId="316"/>
            <ac:picMk id="15" creationId="{A471F0F7-C06D-5135-E236-EEC71348997F}"/>
          </ac:picMkLst>
        </pc:picChg>
        <pc:cxnChg chg="add mod">
          <ac:chgData name="Phan Thanh Duy" userId="7fe205da-551d-4fae-b045-58d66fb40073" providerId="ADAL" clId="{A441D81C-AEF8-464D-902E-B6449B34371D}" dt="2026-10-06T06:04:01.108" v="1514" actId="962"/>
          <ac:cxnSpMkLst>
            <pc:docMk/>
            <pc:sldMk cId="3959107077" sldId="316"/>
            <ac:cxnSpMk id="6" creationId="{212E7686-FB91-8335-2128-722C5F284037}"/>
          </ac:cxnSpMkLst>
        </pc:cxnChg>
        <pc:cxnChg chg="add mod">
          <ac:chgData name="Phan Thanh Duy" userId="7fe205da-551d-4fae-b045-58d66fb40073" providerId="ADAL" clId="{A441D81C-AEF8-464D-902E-B6449B34371D}" dt="2026-10-06T03:43:02.122" v="1248"/>
          <ac:cxnSpMkLst>
            <pc:docMk/>
            <pc:sldMk cId="3959107077" sldId="316"/>
            <ac:cxnSpMk id="13" creationId="{9B14AC7E-22CE-BB57-2BAA-F6F45ACFECDC}"/>
          </ac:cxnSpMkLst>
        </pc:cxnChg>
        <pc:cxnChg chg="add mod">
          <ac:chgData name="Phan Thanh Duy" userId="7fe205da-551d-4fae-b045-58d66fb40073" providerId="ADAL" clId="{A441D81C-AEF8-464D-902E-B6449B34371D}" dt="2026-10-06T03:43:47.567" v="1265" actId="1076"/>
          <ac:cxnSpMkLst>
            <pc:docMk/>
            <pc:sldMk cId="3959107077" sldId="316"/>
            <ac:cxnSpMk id="16" creationId="{F5A8A28D-7CAA-0DD5-D4F4-F7A130309709}"/>
          </ac:cxnSpMkLst>
        </pc:cxnChg>
        <pc:cxnChg chg="add mod">
          <ac:chgData name="Phan Thanh Duy" userId="7fe205da-551d-4fae-b045-58d66fb40073" providerId="ADAL" clId="{A441D81C-AEF8-464D-902E-B6449B34371D}" dt="2026-10-06T03:43:59.035" v="1270" actId="14100"/>
          <ac:cxnSpMkLst>
            <pc:docMk/>
            <pc:sldMk cId="3959107077" sldId="316"/>
            <ac:cxnSpMk id="17" creationId="{A5CB7226-20EA-FE53-3822-302DB86CFD3A}"/>
          </ac:cxnSpMkLst>
        </pc:cxn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06:38:50.518" v="1805" actId="1076"/>
        <pc:sldMkLst>
          <pc:docMk/>
          <pc:sldMk cId="3279762119" sldId="317"/>
        </pc:sldMkLst>
        <pc:spChg chg="del mod ord">
          <ac:chgData name="Phan Thanh Duy" userId="7fe205da-551d-4fae-b045-58d66fb40073" providerId="ADAL" clId="{A441D81C-AEF8-464D-902E-B6449B34371D}" dt="2026-10-06T06:36:55.383" v="1766" actId="478"/>
          <ac:spMkLst>
            <pc:docMk/>
            <pc:sldMk cId="3279762119" sldId="317"/>
            <ac:spMk id="5" creationId="{3EE33205-DDDD-C6A9-E47D-59913DFF9BBB}"/>
          </ac:spMkLst>
        </pc:spChg>
        <pc:spChg chg="add mod">
          <ac:chgData name="Phan Thanh Duy" userId="7fe205da-551d-4fae-b045-58d66fb40073" providerId="ADAL" clId="{A441D81C-AEF8-464D-902E-B6449B34371D}" dt="2026-10-06T03:53:51.421" v="1328" actId="1076"/>
          <ac:spMkLst>
            <pc:docMk/>
            <pc:sldMk cId="3279762119" sldId="317"/>
            <ac:spMk id="13" creationId="{A448F1F6-CD1B-2FD0-F9ED-B3B8F31B6673}"/>
          </ac:spMkLst>
        </pc:spChg>
        <pc:spChg chg="add mod">
          <ac:chgData name="Phan Thanh Duy" userId="7fe205da-551d-4fae-b045-58d66fb40073" providerId="ADAL" clId="{A441D81C-AEF8-464D-902E-B6449B34371D}" dt="2026-10-06T03:56:10.210" v="1398" actId="1076"/>
          <ac:spMkLst>
            <pc:docMk/>
            <pc:sldMk cId="3279762119" sldId="317"/>
            <ac:spMk id="16" creationId="{5B9427C6-9064-BBA6-4AD5-B00FDE2E0F5F}"/>
          </ac:spMkLst>
        </pc:spChg>
        <pc:spChg chg="add mod">
          <ac:chgData name="Phan Thanh Duy" userId="7fe205da-551d-4fae-b045-58d66fb40073" providerId="ADAL" clId="{A441D81C-AEF8-464D-902E-B6449B34371D}" dt="2026-10-06T03:56:10.210" v="1398" actId="1076"/>
          <ac:spMkLst>
            <pc:docMk/>
            <pc:sldMk cId="3279762119" sldId="317"/>
            <ac:spMk id="18" creationId="{5D88FE5C-DC1A-682B-5D96-9B334D0FB10A}"/>
          </ac:spMkLst>
        </pc:spChg>
        <pc:spChg chg="mod">
          <ac:chgData name="Phan Thanh Duy" userId="7fe205da-551d-4fae-b045-58d66fb40073" providerId="ADAL" clId="{A441D81C-AEF8-464D-902E-B6449B34371D}" dt="2026-10-06T06:38:50.518" v="1805" actId="1076"/>
          <ac:spMkLst>
            <pc:docMk/>
            <pc:sldMk cId="3279762119" sldId="317"/>
            <ac:spMk id="26" creationId="{43EBB679-3353-B34F-AD72-18EE3155D145}"/>
          </ac:spMkLst>
        </pc:spChg>
        <pc:spChg chg="del">
          <ac:chgData name="Phan Thanh Duy" userId="7fe205da-551d-4fae-b045-58d66fb40073" providerId="ADAL" clId="{A441D81C-AEF8-464D-902E-B6449B34371D}" dt="2026-10-06T03:45:08.146" v="1283" actId="478"/>
          <ac:spMkLst>
            <pc:docMk/>
            <pc:sldMk cId="3279762119" sldId="317"/>
            <ac:spMk id="1024" creationId="{AD3BA1DD-620B-E818-C724-A2139478CF90}"/>
          </ac:spMkLst>
        </pc:spChg>
        <pc:spChg chg="del">
          <ac:chgData name="Phan Thanh Duy" userId="7fe205da-551d-4fae-b045-58d66fb40073" providerId="ADAL" clId="{A441D81C-AEF8-464D-902E-B6449B34371D}" dt="2026-10-06T03:45:08.146" v="1283" actId="478"/>
          <ac:spMkLst>
            <pc:docMk/>
            <pc:sldMk cId="3279762119" sldId="317"/>
            <ac:spMk id="1032" creationId="{F165D985-D9EF-9A9E-043F-AEEFF30DA0E8}"/>
          </ac:spMkLst>
        </pc:spChg>
        <pc:spChg chg="mod">
          <ac:chgData name="Phan Thanh Duy" userId="7fe205da-551d-4fae-b045-58d66fb40073" providerId="ADAL" clId="{A441D81C-AEF8-464D-902E-B6449B34371D}" dt="2026-10-06T06:38:17.116" v="1794"/>
          <ac:spMkLst>
            <pc:docMk/>
            <pc:sldMk cId="3279762119" sldId="317"/>
            <ac:spMk id="1039" creationId="{DCA1960C-9471-F1EF-358B-688971390D72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052" creationId="{CE609597-7D0A-2783-F76C-9B90AFBAC13D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109" creationId="{31550894-0603-A360-0749-A7E568A3A42D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111" creationId="{7549997E-5575-76DE-59EF-01960F8D6B23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342" creationId="{2614DD13-98BB-A2A2-3DF6-9232AC5EF5CC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348" creationId="{2F3A0742-7EE6-2C11-232B-21F12042E478}"/>
          </ac:spMkLst>
        </pc:spChg>
        <pc:grpChg chg="mod">
          <ac:chgData name="Phan Thanh Duy" userId="7fe205da-551d-4fae-b045-58d66fb40073" providerId="ADAL" clId="{A441D81C-AEF8-464D-902E-B6449B34371D}" dt="2026-10-06T06:01:25.576" v="1502" actId="962"/>
          <ac:grpSpMkLst>
            <pc:docMk/>
            <pc:sldMk cId="3279762119" sldId="317"/>
            <ac:grpSpMk id="1042" creationId="{51FADE43-C112-EC0E-C8A8-37F89C52873B}"/>
          </ac:grpSpMkLst>
        </pc:grpChg>
        <pc:picChg chg="add del mod">
          <ac:chgData name="Phan Thanh Duy" userId="7fe205da-551d-4fae-b045-58d66fb40073" providerId="ADAL" clId="{A441D81C-AEF8-464D-902E-B6449B34371D}" dt="2026-10-06T03:51:29.464" v="1309" actId="478"/>
          <ac:picMkLst>
            <pc:docMk/>
            <pc:sldMk cId="3279762119" sldId="317"/>
            <ac:picMk id="6" creationId="{36EC96AC-D0EF-01E3-8F2E-E9D53A338855}"/>
          </ac:picMkLst>
        </pc:picChg>
        <pc:picChg chg="add mod">
          <ac:chgData name="Phan Thanh Duy" userId="7fe205da-551d-4fae-b045-58d66fb40073" providerId="ADAL" clId="{A441D81C-AEF8-464D-902E-B6449B34371D}" dt="2026-10-06T03:56:14.999" v="1399" actId="1076"/>
          <ac:picMkLst>
            <pc:docMk/>
            <pc:sldMk cId="3279762119" sldId="317"/>
            <ac:picMk id="10" creationId="{24004966-944B-DB1E-AEF0-48F96F7F4D0B}"/>
          </ac:picMkLst>
        </pc:picChg>
        <pc:picChg chg="add mod">
          <ac:chgData name="Phan Thanh Duy" userId="7fe205da-551d-4fae-b045-58d66fb40073" providerId="ADAL" clId="{A441D81C-AEF8-464D-902E-B6449B34371D}" dt="2026-10-06T03:53:38.455" v="1324" actId="1076"/>
          <ac:picMkLst>
            <pc:docMk/>
            <pc:sldMk cId="3279762119" sldId="317"/>
            <ac:picMk id="15" creationId="{A31DBF2D-05B8-DC33-5F0D-42CE7CF08774}"/>
          </ac:picMkLst>
        </pc:picChg>
        <pc:cxnChg chg="add del mod">
          <ac:chgData name="Phan Thanh Duy" userId="7fe205da-551d-4fae-b045-58d66fb40073" providerId="ADAL" clId="{A441D81C-AEF8-464D-902E-B6449B34371D}" dt="2026-10-06T03:51:26.505" v="1308" actId="478"/>
          <ac:cxnSpMkLst>
            <pc:docMk/>
            <pc:sldMk cId="3279762119" sldId="317"/>
            <ac:cxnSpMk id="7" creationId="{F4E464F8-4440-AEBA-6217-2AF389D5A86A}"/>
          </ac:cxnSpMkLst>
        </pc:cxnChg>
        <pc:cxnChg chg="mod">
          <ac:chgData name="Phan Thanh Duy" userId="7fe205da-551d-4fae-b045-58d66fb40073" providerId="ADAL" clId="{A441D81C-AEF8-464D-902E-B6449B34371D}" dt="2026-10-06T06:04:27.686" v="1515" actId="962"/>
          <ac:cxnSpMkLst>
            <pc:docMk/>
            <pc:sldMk cId="3279762119" sldId="317"/>
            <ac:cxnSpMk id="11" creationId="{18B7753E-EBE7-516E-06C1-345620BC13D0}"/>
          </ac:cxnSpMkLst>
        </pc:cxnChg>
        <pc:cxnChg chg="add mod">
          <ac:chgData name="Phan Thanh Duy" userId="7fe205da-551d-4fae-b045-58d66fb40073" providerId="ADAL" clId="{A441D81C-AEF8-464D-902E-B6449B34371D}" dt="2026-10-06T06:04:45.879" v="1516" actId="962"/>
          <ac:cxnSpMkLst>
            <pc:docMk/>
            <pc:sldMk cId="3279762119" sldId="317"/>
            <ac:cxnSpMk id="19" creationId="{4BE9414B-0903-B00B-C192-9E777720F061}"/>
          </ac:cxnSpMkLst>
        </pc:cxnChg>
        <pc:cxnChg chg="del mod">
          <ac:chgData name="Phan Thanh Duy" userId="7fe205da-551d-4fae-b045-58d66fb40073" providerId="ADAL" clId="{A441D81C-AEF8-464D-902E-B6449B34371D}" dt="2026-10-06T03:45:16.898" v="1287" actId="478"/>
          <ac:cxnSpMkLst>
            <pc:docMk/>
            <pc:sldMk cId="3279762119" sldId="317"/>
            <ac:cxnSpMk id="27" creationId="{9B7E9BA0-4706-07F3-149E-6E93A5F03918}"/>
          </ac:cxnSpMkLst>
        </pc:cxnChg>
        <pc:cxnChg chg="del mod">
          <ac:chgData name="Phan Thanh Duy" userId="7fe205da-551d-4fae-b045-58d66fb40073" providerId="ADAL" clId="{A441D81C-AEF8-464D-902E-B6449B34371D}" dt="2026-10-06T03:45:11.491" v="1285" actId="21"/>
          <ac:cxnSpMkLst>
            <pc:docMk/>
            <pc:sldMk cId="3279762119" sldId="317"/>
            <ac:cxnSpMk id="1025" creationId="{1D4A71DC-ACC7-45E1-E69E-5D7DDE31C06C}"/>
          </ac:cxnSpMkLst>
        </pc:cxnChg>
        <pc:cxnChg chg="del mod">
          <ac:chgData name="Phan Thanh Duy" userId="7fe205da-551d-4fae-b045-58d66fb40073" providerId="ADAL" clId="{A441D81C-AEF8-464D-902E-B6449B34371D}" dt="2026-10-06T03:45:09.795" v="1284" actId="21"/>
          <ac:cxnSpMkLst>
            <pc:docMk/>
            <pc:sldMk cId="3279762119" sldId="317"/>
            <ac:cxnSpMk id="1033" creationId="{08C6F128-4EFA-E247-A62B-66B5849A451B}"/>
          </ac:cxnSpMkLst>
        </pc:cxnChg>
        <pc:cxnChg chg="mod">
          <ac:chgData name="Phan Thanh Duy" userId="7fe205da-551d-4fae-b045-58d66fb40073" providerId="ADAL" clId="{A441D81C-AEF8-464D-902E-B6449B34371D}" dt="2026-10-06T03:45:08.146" v="1283" actId="478"/>
          <ac:cxnSpMkLst>
            <pc:docMk/>
            <pc:sldMk cId="3279762119" sldId="317"/>
            <ac:cxnSpMk id="1102" creationId="{E197D24C-3EB3-037F-6489-5F4EB3151AC0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112" creationId="{99ACCC93-26D1-9191-F1C0-4BEDBB775F2D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115" creationId="{802DA32F-0204-D4DF-3C9F-FBB50ED11FDC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343" creationId="{A973542F-B3ED-7474-F3D6-D077CD569CF2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349" creationId="{331B1969-B3D4-B896-6974-E0E0E98E2236}"/>
          </ac:cxnSpMkLst>
        </pc:cxnChg>
      </pc:sldChg>
      <pc:sldChg chg="addSp delSp modSp add mod modTransition addAnim delAnim modAnim">
        <pc:chgData name="Phan Thanh Duy" userId="7fe205da-551d-4fae-b045-58d66fb40073" providerId="ADAL" clId="{A441D81C-AEF8-464D-902E-B6449B34371D}" dt="2026-10-07T06:51:38.666" v="5552" actId="114"/>
        <pc:sldMkLst>
          <pc:docMk/>
          <pc:sldMk cId="3371537904" sldId="318"/>
        </pc:sldMkLst>
        <pc:spChg chg="add mod">
          <ac:chgData name="Phan Thanh Duy" userId="7fe205da-551d-4fae-b045-58d66fb40073" providerId="ADAL" clId="{A441D81C-AEF8-464D-902E-B6449B34371D}" dt="2026-10-06T06:39:11.789" v="1808" actId="14100"/>
          <ac:spMkLst>
            <pc:docMk/>
            <pc:sldMk cId="3371537904" sldId="318"/>
            <ac:spMk id="3" creationId="{EE7E3078-6D73-F6ED-3BA2-C6A67C97C60C}"/>
          </ac:spMkLst>
        </pc:spChg>
        <pc:spChg chg="del">
          <ac:chgData name="Phan Thanh Duy" userId="7fe205da-551d-4fae-b045-58d66fb40073" providerId="ADAL" clId="{A441D81C-AEF8-464D-902E-B6449B34371D}" dt="2026-10-06T06:36:57.348" v="1767" actId="478"/>
          <ac:spMkLst>
            <pc:docMk/>
            <pc:sldMk cId="3371537904" sldId="318"/>
            <ac:spMk id="5" creationId="{B5FD1A11-1DEC-9563-1BD3-53DBB842081D}"/>
          </ac:spMkLst>
        </pc:spChg>
        <pc:spChg chg="add mod">
          <ac:chgData name="Phan Thanh Duy" userId="7fe205da-551d-4fae-b045-58d66fb40073" providerId="ADAL" clId="{A441D81C-AEF8-464D-902E-B6449B34371D}" dt="2026-10-07T06:51:33.798" v="5550" actId="114"/>
          <ac:spMkLst>
            <pc:docMk/>
            <pc:sldMk cId="3371537904" sldId="318"/>
            <ac:spMk id="8" creationId="{1A534D41-C79A-D9D4-E8DF-FFC9692C3DB7}"/>
          </ac:spMkLst>
        </pc:spChg>
        <pc:spChg chg="add mod">
          <ac:chgData name="Phan Thanh Duy" userId="7fe205da-551d-4fae-b045-58d66fb40073" providerId="ADAL" clId="{A441D81C-AEF8-464D-902E-B6449B34371D}" dt="2026-10-06T06:39:14.517" v="1809" actId="14100"/>
          <ac:spMkLst>
            <pc:docMk/>
            <pc:sldMk cId="3371537904" sldId="318"/>
            <ac:spMk id="14" creationId="{8FEB0EF2-E3F3-27DD-7A58-9DC24C657FBD}"/>
          </ac:spMkLst>
        </pc:spChg>
        <pc:spChg chg="add mod">
          <ac:chgData name="Phan Thanh Duy" userId="7fe205da-551d-4fae-b045-58d66fb40073" providerId="ADAL" clId="{A441D81C-AEF8-464D-902E-B6449B34371D}" dt="2026-10-07T06:51:38.666" v="5552" actId="114"/>
          <ac:spMkLst>
            <pc:docMk/>
            <pc:sldMk cId="3371537904" sldId="318"/>
            <ac:spMk id="16" creationId="{033E73B2-0401-5A06-CB52-232184A0FD5A}"/>
          </ac:spMkLst>
        </pc:spChg>
        <pc:spChg chg="mod">
          <ac:chgData name="Phan Thanh Duy" userId="7fe205da-551d-4fae-b045-58d66fb40073" providerId="ADAL" clId="{A441D81C-AEF8-464D-902E-B6449B34371D}" dt="2026-10-06T06:01:44.758" v="1504" actId="962"/>
          <ac:spMkLst>
            <pc:docMk/>
            <pc:sldMk cId="3371537904" sldId="318"/>
            <ac:spMk id="26" creationId="{F4FF1992-D42A-F6DB-9111-4DE6B0C0AA23}"/>
          </ac:spMkLst>
        </pc:spChg>
        <pc:spChg chg="mod">
          <ac:chgData name="Phan Thanh Duy" userId="7fe205da-551d-4fae-b045-58d66fb40073" providerId="ADAL" clId="{A441D81C-AEF8-464D-902E-B6449B34371D}" dt="2026-10-06T06:39:01.916" v="1806" actId="1076"/>
          <ac:spMkLst>
            <pc:docMk/>
            <pc:sldMk cId="3371537904" sldId="318"/>
            <ac:spMk id="1024" creationId="{127E8D95-BA85-858C-B884-84924D66E802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032" creationId="{D48905E1-6D75-A1DE-E61A-EC012961A42C}"/>
          </ac:spMkLst>
        </pc:spChg>
        <pc:spChg chg="mod">
          <ac:chgData name="Phan Thanh Duy" userId="7fe205da-551d-4fae-b045-58d66fb40073" providerId="ADAL" clId="{A441D81C-AEF8-464D-902E-B6449B34371D}" dt="2026-10-06T06:38:20.806" v="1797"/>
          <ac:spMkLst>
            <pc:docMk/>
            <pc:sldMk cId="3371537904" sldId="318"/>
            <ac:spMk id="1039" creationId="{BE5BA653-B4F1-F2E1-BFCD-EFCDC2597FCE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052" creationId="{DB3A13E9-395A-CB86-B5FC-BA682AB33197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109" creationId="{1B8429FF-DD95-5633-E771-68837E427658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111" creationId="{E410955F-4C99-8719-9238-BB76A5D79C52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342" creationId="{FD56F190-F1A4-E2D2-AF45-949408F13067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348" creationId="{FAFE983D-98DE-9FC6-635D-808647F5D16A}"/>
          </ac:spMkLst>
        </pc:spChg>
        <pc:grpChg chg="mod">
          <ac:chgData name="Phan Thanh Duy" userId="7fe205da-551d-4fae-b045-58d66fb40073" providerId="ADAL" clId="{A441D81C-AEF8-464D-902E-B6449B34371D}" dt="2026-10-06T06:25:16.138" v="1694" actId="1076"/>
          <ac:grpSpMkLst>
            <pc:docMk/>
            <pc:sldMk cId="3371537904" sldId="318"/>
            <ac:grpSpMk id="1056" creationId="{625944F9-0A4A-0CF5-AEB4-18E0C953F7E0}"/>
          </ac:grpSpMkLst>
        </pc:grpChg>
        <pc:picChg chg="add mod">
          <ac:chgData name="Phan Thanh Duy" userId="7fe205da-551d-4fae-b045-58d66fb40073" providerId="ADAL" clId="{A441D81C-AEF8-464D-902E-B6449B34371D}" dt="2026-10-06T06:39:08.054" v="1807" actId="1076"/>
          <ac:picMkLst>
            <pc:docMk/>
            <pc:sldMk cId="3371537904" sldId="318"/>
            <ac:picMk id="12" creationId="{1DA53A22-E522-222F-0242-B269022E0B02}"/>
          </ac:picMkLst>
        </pc:picChg>
        <pc:picChg chg="add mod">
          <ac:chgData name="Phan Thanh Duy" userId="7fe205da-551d-4fae-b045-58d66fb40073" providerId="ADAL" clId="{A441D81C-AEF8-464D-902E-B6449B34371D}" dt="2026-10-06T06:39:08.054" v="1807" actId="1076"/>
          <ac:picMkLst>
            <pc:docMk/>
            <pc:sldMk cId="3371537904" sldId="318"/>
            <ac:picMk id="18" creationId="{14FADED8-D5BB-2987-BC5B-53054F813AD8}"/>
          </ac:picMkLst>
        </pc:picChg>
        <pc:cxnChg chg="add del mod">
          <ac:chgData name="Phan Thanh Duy" userId="7fe205da-551d-4fae-b045-58d66fb40073" providerId="ADAL" clId="{A441D81C-AEF8-464D-902E-B6449B34371D}" dt="2026-10-06T03:57:36.676" v="1407" actId="478"/>
          <ac:cxnSpMkLst>
            <pc:docMk/>
            <pc:sldMk cId="3371537904" sldId="318"/>
            <ac:cxnSpMk id="3" creationId="{CF556555-534C-659A-C199-6EBCCF34F121}"/>
          </ac:cxnSpMkLst>
        </pc:cxnChg>
        <pc:cxnChg chg="add mod">
          <ac:chgData name="Phan Thanh Duy" userId="7fe205da-551d-4fae-b045-58d66fb40073" providerId="ADAL" clId="{A441D81C-AEF8-464D-902E-B6449B34371D}" dt="2026-10-06T06:05:22.317" v="1519" actId="962"/>
          <ac:cxnSpMkLst>
            <pc:docMk/>
            <pc:sldMk cId="3371537904" sldId="318"/>
            <ac:cxnSpMk id="7" creationId="{C903402A-10BA-FB6D-054F-C2262D3C3160}"/>
          </ac:cxnSpMkLst>
        </pc:cxnChg>
        <pc:cxnChg chg="mod">
          <ac:chgData name="Phan Thanh Duy" userId="7fe205da-551d-4fae-b045-58d66fb40073" providerId="ADAL" clId="{A441D81C-AEF8-464D-902E-B6449B34371D}" dt="2026-10-06T06:04:50.618" v="1517" actId="962"/>
          <ac:cxnSpMkLst>
            <pc:docMk/>
            <pc:sldMk cId="3371537904" sldId="318"/>
            <ac:cxnSpMk id="27" creationId="{101FEF39-780E-05F8-045E-C4092045D3CD}"/>
          </ac:cxnSpMkLst>
        </pc:cxnChg>
        <pc:cxnChg chg="del mod">
          <ac:chgData name="Phan Thanh Duy" userId="7fe205da-551d-4fae-b045-58d66fb40073" providerId="ADAL" clId="{A441D81C-AEF8-464D-902E-B6449B34371D}" dt="2026-10-06T03:57:23.772" v="1404" actId="478"/>
          <ac:cxnSpMkLst>
            <pc:docMk/>
            <pc:sldMk cId="3371537904" sldId="318"/>
            <ac:cxnSpMk id="1025" creationId="{309498D2-CC14-C95A-AD88-1F1310E9EF56}"/>
          </ac:cxnSpMkLst>
        </pc:cxnChg>
        <pc:cxnChg chg="del mod">
          <ac:chgData name="Phan Thanh Duy" userId="7fe205da-551d-4fae-b045-58d66fb40073" providerId="ADAL" clId="{A441D81C-AEF8-464D-902E-B6449B34371D}" dt="2026-10-06T03:57:19.759" v="1402" actId="478"/>
          <ac:cxnSpMkLst>
            <pc:docMk/>
            <pc:sldMk cId="3371537904" sldId="318"/>
            <ac:cxnSpMk id="1033" creationId="{2D450F7C-9AF7-A88C-36A4-D402A3E6208E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102" creationId="{63463918-3295-1E64-EA38-481A87B037B3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115" creationId="{718669E7-CC28-409F-6460-0A56B4E037AE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349" creationId="{710A995A-CB77-91B7-A7BE-AB211A3B208A}"/>
          </ac:cxnSpMkLst>
        </pc:cxnChg>
      </pc:sldChg>
      <pc:sldChg chg="add del">
        <pc:chgData name="Phan Thanh Duy" userId="7fe205da-551d-4fae-b045-58d66fb40073" providerId="ADAL" clId="{A441D81C-AEF8-464D-902E-B6449B34371D}" dt="2026-10-06T03:55:13.998" v="1384"/>
        <pc:sldMkLst>
          <pc:docMk/>
          <pc:sldMk cId="2103371489" sldId="319"/>
        </pc:sldMkLst>
      </pc:sldChg>
      <pc:sldChg chg="addSp delSp modSp add mod addAnim delAnim modAnim">
        <pc:chgData name="Phan Thanh Duy" userId="7fe205da-551d-4fae-b045-58d66fb40073" providerId="ADAL" clId="{A441D81C-AEF8-464D-902E-B6449B34371D}" dt="2026-10-06T06:59:44.422" v="1909" actId="14100"/>
        <pc:sldMkLst>
          <pc:docMk/>
          <pc:sldMk cId="3275686439" sldId="319"/>
        </pc:sldMkLst>
        <pc:spChg chg="del">
          <ac:chgData name="Phan Thanh Duy" userId="7fe205da-551d-4fae-b045-58d66fb40073" providerId="ADAL" clId="{A441D81C-AEF8-464D-902E-B6449B34371D}" dt="2026-10-06T06:28:49.068" v="1714" actId="478"/>
          <ac:spMkLst>
            <pc:docMk/>
            <pc:sldMk cId="3275686439" sldId="319"/>
            <ac:spMk id="3" creationId="{F6FC0737-C68D-0DBF-57B8-E4E1F26622F8}"/>
          </ac:spMkLst>
        </pc:spChg>
        <pc:spChg chg="del">
          <ac:chgData name="Phan Thanh Duy" userId="7fe205da-551d-4fae-b045-58d66fb40073" providerId="ADAL" clId="{A441D81C-AEF8-464D-902E-B6449B34371D}" dt="2026-10-06T06:36:59.312" v="1768" actId="478"/>
          <ac:spMkLst>
            <pc:docMk/>
            <pc:sldMk cId="3275686439" sldId="319"/>
            <ac:spMk id="5" creationId="{A5CE051C-0ECB-6AF3-1023-61555FC4C5E5}"/>
          </ac:spMkLst>
        </pc:spChg>
        <pc:spChg chg="add">
          <ac:chgData name="Phan Thanh Duy" userId="7fe205da-551d-4fae-b045-58d66fb40073" providerId="ADAL" clId="{A441D81C-AEF8-464D-902E-B6449B34371D}" dt="2026-10-06T06:28:20.466" v="1705" actId="22"/>
          <ac:spMkLst>
            <pc:docMk/>
            <pc:sldMk cId="3275686439" sldId="319"/>
            <ac:spMk id="6" creationId="{6D928B00-EC7A-DC85-A1CA-91F1AB8C56A4}"/>
          </ac:spMkLst>
        </pc:spChg>
        <pc:spChg chg="del">
          <ac:chgData name="Phan Thanh Duy" userId="7fe205da-551d-4fae-b045-58d66fb40073" providerId="ADAL" clId="{A441D81C-AEF8-464D-902E-B6449B34371D}" dt="2026-10-06T06:28:49.068" v="1714" actId="478"/>
          <ac:spMkLst>
            <pc:docMk/>
            <pc:sldMk cId="3275686439" sldId="319"/>
            <ac:spMk id="8" creationId="{3172766F-3AAF-CDAE-6284-0761E39FAB1C}"/>
          </ac:spMkLst>
        </pc:spChg>
        <pc:spChg chg="del">
          <ac:chgData name="Phan Thanh Duy" userId="7fe205da-551d-4fae-b045-58d66fb40073" providerId="ADAL" clId="{A441D81C-AEF8-464D-902E-B6449B34371D}" dt="2026-10-06T06:28:44.713" v="1713" actId="478"/>
          <ac:spMkLst>
            <pc:docMk/>
            <pc:sldMk cId="3275686439" sldId="319"/>
            <ac:spMk id="14" creationId="{BD207B38-FDD8-28FC-FB2F-BAA943735F3E}"/>
          </ac:spMkLst>
        </pc:spChg>
        <pc:spChg chg="del">
          <ac:chgData name="Phan Thanh Duy" userId="7fe205da-551d-4fae-b045-58d66fb40073" providerId="ADAL" clId="{A441D81C-AEF8-464D-902E-B6449B34371D}" dt="2026-10-06T06:28:44.713" v="1713" actId="478"/>
          <ac:spMkLst>
            <pc:docMk/>
            <pc:sldMk cId="3275686439" sldId="319"/>
            <ac:spMk id="16" creationId="{531F5773-CF07-DB1A-3FCC-A47BF2C5B6AC}"/>
          </ac:spMkLst>
        </pc:spChg>
        <pc:spChg chg="add mod">
          <ac:chgData name="Phan Thanh Duy" userId="7fe205da-551d-4fae-b045-58d66fb40073" providerId="ADAL" clId="{A441D81C-AEF8-464D-902E-B6449B34371D}" dt="2026-10-06T06:40:16.254" v="1813" actId="1076"/>
          <ac:spMkLst>
            <pc:docMk/>
            <pc:sldMk cId="3275686439" sldId="319"/>
            <ac:spMk id="17" creationId="{ACB155BD-E8ED-612F-236B-4A980AF802A5}"/>
          </ac:spMkLst>
        </pc:spChg>
        <pc:spChg chg="add mod">
          <ac:chgData name="Phan Thanh Duy" userId="7fe205da-551d-4fae-b045-58d66fb40073" providerId="ADAL" clId="{A441D81C-AEF8-464D-902E-B6449B34371D}" dt="2026-10-06T06:40:16.254" v="1813" actId="1076"/>
          <ac:spMkLst>
            <pc:docMk/>
            <pc:sldMk cId="3275686439" sldId="319"/>
            <ac:spMk id="22" creationId="{DFDDE10F-B2A7-1E87-B5D5-0A4A07C0C3D6}"/>
          </ac:spMkLst>
        </pc:spChg>
        <pc:spChg chg="del mod">
          <ac:chgData name="Phan Thanh Duy" userId="7fe205da-551d-4fae-b045-58d66fb40073" providerId="ADAL" clId="{A441D81C-AEF8-464D-902E-B6449B34371D}" dt="2026-10-06T06:28:42.243" v="1712" actId="478"/>
          <ac:spMkLst>
            <pc:docMk/>
            <pc:sldMk cId="3275686439" sldId="319"/>
            <ac:spMk id="1024" creationId="{8E35E3BA-DB13-760E-6AB8-79C92B30231D}"/>
          </ac:spMkLst>
        </pc:spChg>
        <pc:spChg chg="add mod ord">
          <ac:chgData name="Phan Thanh Duy" userId="7fe205da-551d-4fae-b045-58d66fb40073" providerId="ADAL" clId="{A441D81C-AEF8-464D-902E-B6449B34371D}" dt="2026-10-06T06:59:44.422" v="1909" actId="14100"/>
          <ac:spMkLst>
            <pc:docMk/>
            <pc:sldMk cId="3275686439" sldId="319"/>
            <ac:spMk id="1034" creationId="{D4BDCF0C-750D-B434-D5CF-77526E04AB80}"/>
          </ac:spMkLst>
        </pc:spChg>
        <pc:spChg chg="mod">
          <ac:chgData name="Phan Thanh Duy" userId="7fe205da-551d-4fae-b045-58d66fb40073" providerId="ADAL" clId="{A441D81C-AEF8-464D-902E-B6449B34371D}" dt="2026-10-06T06:38:25.266" v="1800"/>
          <ac:spMkLst>
            <pc:docMk/>
            <pc:sldMk cId="3275686439" sldId="319"/>
            <ac:spMk id="1039" creationId="{FBAD4EEC-FD83-2AC3-056A-96ABCF3AA357}"/>
          </ac:spMkLst>
        </pc:spChg>
        <pc:grpChg chg="del">
          <ac:chgData name="Phan Thanh Duy" userId="7fe205da-551d-4fae-b045-58d66fb40073" providerId="ADAL" clId="{A441D81C-AEF8-464D-902E-B6449B34371D}" dt="2026-10-06T06:28:44.713" v="1713" actId="478"/>
          <ac:grpSpMkLst>
            <pc:docMk/>
            <pc:sldMk cId="3275686439" sldId="319"/>
            <ac:grpSpMk id="1056" creationId="{412583AE-C5F6-04EB-E779-8B11610B5540}"/>
          </ac:grpSpMkLst>
        </pc:grpChg>
        <pc:grpChg chg="del">
          <ac:chgData name="Phan Thanh Duy" userId="7fe205da-551d-4fae-b045-58d66fb40073" providerId="ADAL" clId="{A441D81C-AEF8-464D-902E-B6449B34371D}" dt="2026-10-06T06:28:44.713" v="1713" actId="478"/>
          <ac:grpSpMkLst>
            <pc:docMk/>
            <pc:sldMk cId="3275686439" sldId="319"/>
            <ac:grpSpMk id="1061" creationId="{1716541F-A2CE-F579-1112-2C77B9F3DB31}"/>
          </ac:grpSpMkLst>
        </pc:grpChg>
        <pc:picChg chg="del">
          <ac:chgData name="Phan Thanh Duy" userId="7fe205da-551d-4fae-b045-58d66fb40073" providerId="ADAL" clId="{A441D81C-AEF8-464D-902E-B6449B34371D}" dt="2026-10-06T06:28:49.068" v="1714" actId="478"/>
          <ac:picMkLst>
            <pc:docMk/>
            <pc:sldMk cId="3275686439" sldId="319"/>
            <ac:picMk id="12" creationId="{C3E7C9B8-5160-CAAA-5AC5-38991A063EF0}"/>
          </ac:picMkLst>
        </pc:picChg>
        <pc:picChg chg="del">
          <ac:chgData name="Phan Thanh Duy" userId="7fe205da-551d-4fae-b045-58d66fb40073" providerId="ADAL" clId="{A441D81C-AEF8-464D-902E-B6449B34371D}" dt="2026-10-06T06:28:44.713" v="1713" actId="478"/>
          <ac:picMkLst>
            <pc:docMk/>
            <pc:sldMk cId="3275686439" sldId="319"/>
            <ac:picMk id="18" creationId="{32D096B1-3518-E661-D9B2-538DE752AAA1}"/>
          </ac:picMkLst>
        </pc:picChg>
        <pc:picChg chg="add del mod">
          <ac:chgData name="Phan Thanh Duy" userId="7fe205da-551d-4fae-b045-58d66fb40073" providerId="ADAL" clId="{A441D81C-AEF8-464D-902E-B6449B34371D}" dt="2026-10-06T06:30:03.936" v="1724" actId="478"/>
          <ac:picMkLst>
            <pc:docMk/>
            <pc:sldMk cId="3275686439" sldId="319"/>
            <ac:picMk id="19" creationId="{6843EB07-957C-B804-D01D-60B0E2A6942F}"/>
          </ac:picMkLst>
        </pc:picChg>
        <pc:picChg chg="add mod">
          <ac:chgData name="Phan Thanh Duy" userId="7fe205da-551d-4fae-b045-58d66fb40073" providerId="ADAL" clId="{A441D81C-AEF8-464D-902E-B6449B34371D}" dt="2026-10-06T06:40:18.988" v="1814" actId="1076"/>
          <ac:picMkLst>
            <pc:docMk/>
            <pc:sldMk cId="3275686439" sldId="319"/>
            <ac:picMk id="20" creationId="{5E678B7F-E625-DE2F-D89C-E40E244AEC61}"/>
          </ac:picMkLst>
        </pc:picChg>
        <pc:cxnChg chg="add mod">
          <ac:chgData name="Phan Thanh Duy" userId="7fe205da-551d-4fae-b045-58d66fb40073" providerId="ADAL" clId="{A441D81C-AEF8-464D-902E-B6449B34371D}" dt="2026-10-06T06:28:23.384" v="1706"/>
          <ac:cxnSpMkLst>
            <pc:docMk/>
            <pc:sldMk cId="3275686439" sldId="319"/>
            <ac:cxnSpMk id="10" creationId="{8BBF1135-C201-0BB9-5639-8FF721AC599A}"/>
          </ac:cxnSpMkLst>
        </pc:cxnChg>
        <pc:cxnChg chg="add mod">
          <ac:chgData name="Phan Thanh Duy" userId="7fe205da-551d-4fae-b045-58d66fb40073" providerId="ADAL" clId="{A441D81C-AEF8-464D-902E-B6449B34371D}" dt="2026-10-06T06:28:37.522" v="1710"/>
          <ac:cxnSpMkLst>
            <pc:docMk/>
            <pc:sldMk cId="3275686439" sldId="319"/>
            <ac:cxnSpMk id="13" creationId="{961D5F97-7F71-809C-D64F-62E740808C74}"/>
          </ac:cxnSpMkLst>
        </pc:cxnChg>
        <pc:cxnChg chg="add mod">
          <ac:chgData name="Phan Thanh Duy" userId="7fe205da-551d-4fae-b045-58d66fb40073" providerId="ADAL" clId="{A441D81C-AEF8-464D-902E-B6449B34371D}" dt="2026-10-06T06:47:04.610" v="1848" actId="962"/>
          <ac:cxnSpMkLst>
            <pc:docMk/>
            <pc:sldMk cId="3275686439" sldId="319"/>
            <ac:cxnSpMk id="24" creationId="{03CEB09B-C7D4-C731-6D1A-0E069E568DCD}"/>
          </ac:cxnSpMkLst>
        </pc:cxnChg>
        <pc:cxnChg chg="add mod">
          <ac:chgData name="Phan Thanh Duy" userId="7fe205da-551d-4fae-b045-58d66fb40073" providerId="ADAL" clId="{A441D81C-AEF8-464D-902E-B6449B34371D}" dt="2026-10-06T06:35:24.235" v="1753" actId="1076"/>
          <ac:cxnSpMkLst>
            <pc:docMk/>
            <pc:sldMk cId="3275686439" sldId="319"/>
            <ac:cxnSpMk id="29" creationId="{C966B800-3B70-1C6D-072D-A2821A7C8BB6}"/>
          </ac:cxnSpMkLst>
        </pc:cxnChg>
        <pc:cxnChg chg="add mod">
          <ac:chgData name="Phan Thanh Duy" userId="7fe205da-551d-4fae-b045-58d66fb40073" providerId="ADAL" clId="{A441D81C-AEF8-464D-902E-B6449B34371D}" dt="2026-10-06T06:35:53.234" v="1762" actId="14100"/>
          <ac:cxnSpMkLst>
            <pc:docMk/>
            <pc:sldMk cId="3275686439" sldId="319"/>
            <ac:cxnSpMk id="1025" creationId="{07C7F881-B4AE-1F19-BFB5-CEFCEA9E1DC7}"/>
          </ac:cxnSpMkLst>
        </pc:cxnChg>
      </pc:sldChg>
      <pc:sldChg chg="delSp modSp add del mod ord">
        <pc:chgData name="Phan Thanh Duy" userId="7fe205da-551d-4fae-b045-58d66fb40073" providerId="ADAL" clId="{A441D81C-AEF8-464D-902E-B6449B34371D}" dt="2026-10-06T06:28:12.865" v="1703" actId="47"/>
        <pc:sldMkLst>
          <pc:docMk/>
          <pc:sldMk cId="3295629829" sldId="319"/>
        </pc:sldMkLst>
        <pc:spChg chg="mod">
          <ac:chgData name="Phan Thanh Duy" userId="7fe205da-551d-4fae-b045-58d66fb40073" providerId="ADAL" clId="{A441D81C-AEF8-464D-902E-B6449B34371D}" dt="2026-10-06T06:28:10.986" v="1702" actId="6549"/>
          <ac:spMkLst>
            <pc:docMk/>
            <pc:sldMk cId="3295629829" sldId="319"/>
            <ac:spMk id="1032" creationId="{042C8873-BAC4-3643-2E0C-C9FA4A23E234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052" creationId="{DDBEF92C-9F1D-2841-4A7B-B843324EB0FF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109" creationId="{BA34E07A-8AA3-DADE-0F39-595D797734C0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111" creationId="{411FC549-FA36-61C0-FD16-D62E174D6193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342" creationId="{961C81DD-77E0-54CE-CB7F-49B6E9FC4661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348" creationId="{DF6935BE-EFA7-658F-A200-9E8D93D205FE}"/>
          </ac:spMkLst>
        </pc:spChg>
        <pc:cxnChg chg="del mod">
          <ac:chgData name="Phan Thanh Duy" userId="7fe205da-551d-4fae-b045-58d66fb40073" providerId="ADAL" clId="{A441D81C-AEF8-464D-902E-B6449B34371D}" dt="2026-10-06T06:28:01.692" v="1701" actId="478"/>
          <ac:cxnSpMkLst>
            <pc:docMk/>
            <pc:sldMk cId="3295629829" sldId="319"/>
            <ac:cxnSpMk id="1102" creationId="{58869CBD-484E-7A37-EFC4-0C532BCBD04C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112" creationId="{7C2DCE22-D05A-39BE-C54C-F8832CFC72DE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115" creationId="{8E2E4DBC-1888-80B6-C3C3-F2248686A1D7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343" creationId="{37893703-F996-1D2A-95B9-4B786E3CD0A8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349" creationId="{D6BF8959-2A7B-5132-2A39-C88F237324D7}"/>
          </ac:cxnSpMkLst>
        </pc:cxnChg>
      </pc:sldChg>
      <pc:sldChg chg="addSp delSp modSp add mod modTransition addAnim delAnim modAnim">
        <pc:chgData name="Phan Thanh Duy" userId="7fe205da-551d-4fae-b045-58d66fb40073" providerId="ADAL" clId="{A441D81C-AEF8-464D-902E-B6449B34371D}" dt="2026-10-06T07:01:05.968" v="1920" actId="478"/>
        <pc:sldMkLst>
          <pc:docMk/>
          <pc:sldMk cId="2251343422" sldId="320"/>
        </pc:sldMkLst>
        <pc:spChg chg="add del">
          <ac:chgData name="Phan Thanh Duy" userId="7fe205da-551d-4fae-b045-58d66fb40073" providerId="ADAL" clId="{A441D81C-AEF8-464D-902E-B6449B34371D}" dt="2026-10-06T06:41:00.545" v="1817" actId="22"/>
          <ac:spMkLst>
            <pc:docMk/>
            <pc:sldMk cId="2251343422" sldId="320"/>
            <ac:spMk id="3" creationId="{2B2679C6-0FDA-F746-A74B-FCF6D2292EFD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4" creationId="{C8F145AF-4031-4AEE-60D9-735C60D9A547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6" creationId="{FE8AB7D2-B6AC-583F-D695-6E297C5C2405}"/>
          </ac:spMkLst>
        </pc:spChg>
        <pc:spChg chg="add 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8" creationId="{0CB3E866-207D-4DD1-F951-495AB342C045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9" creationId="{5FA0759E-EDB3-2D08-7D3C-446157F12A59}"/>
          </ac:spMkLst>
        </pc:spChg>
        <pc:spChg chg="add 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12" creationId="{0E8092EB-43CE-5265-74F5-CF9ABEC56E20}"/>
          </ac:spMkLst>
        </pc:spChg>
        <pc:spChg chg="add del">
          <ac:chgData name="Phan Thanh Duy" userId="7fe205da-551d-4fae-b045-58d66fb40073" providerId="ADAL" clId="{A441D81C-AEF8-464D-902E-B6449B34371D}" dt="2026-10-06T06:53:07.580" v="1862" actId="22"/>
          <ac:spMkLst>
            <pc:docMk/>
            <pc:sldMk cId="2251343422" sldId="320"/>
            <ac:spMk id="16" creationId="{CBE3728F-20B9-4C0E-0C04-67EFEEBCAD76}"/>
          </ac:spMkLst>
        </pc:spChg>
        <pc:spChg chg="del">
          <ac:chgData name="Phan Thanh Duy" userId="7fe205da-551d-4fae-b045-58d66fb40073" providerId="ADAL" clId="{A441D81C-AEF8-464D-902E-B6449B34371D}" dt="2026-10-06T06:41:19.468" v="1819" actId="478"/>
          <ac:spMkLst>
            <pc:docMk/>
            <pc:sldMk cId="2251343422" sldId="320"/>
            <ac:spMk id="17" creationId="{F490660C-C23C-B263-622D-768BE76821D9}"/>
          </ac:spMkLst>
        </pc:spChg>
        <pc:spChg chg="add mod">
          <ac:chgData name="Phan Thanh Duy" userId="7fe205da-551d-4fae-b045-58d66fb40073" providerId="ADAL" clId="{A441D81C-AEF8-464D-902E-B6449B34371D}" dt="2026-10-06T06:56:52.653" v="1874" actId="1076"/>
          <ac:spMkLst>
            <pc:docMk/>
            <pc:sldMk cId="2251343422" sldId="320"/>
            <ac:spMk id="19" creationId="{3AA3A210-D3D0-A45C-1E98-0A9EB22E418E}"/>
          </ac:spMkLst>
        </pc:spChg>
        <pc:spChg chg="del">
          <ac:chgData name="Phan Thanh Duy" userId="7fe205da-551d-4fae-b045-58d66fb40073" providerId="ADAL" clId="{A441D81C-AEF8-464D-902E-B6449B34371D}" dt="2026-10-06T06:41:19.468" v="1819" actId="478"/>
          <ac:spMkLst>
            <pc:docMk/>
            <pc:sldMk cId="2251343422" sldId="320"/>
            <ac:spMk id="22" creationId="{245CF0A5-E610-7473-0A63-3DF1E78C1C30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26" creationId="{4D157BEA-18BF-3CFC-69DE-07F4EDBBC54D}"/>
          </ac:spMkLst>
        </pc:spChg>
        <pc:spChg chg="add del mod">
          <ac:chgData name="Phan Thanh Duy" userId="7fe205da-551d-4fae-b045-58d66fb40073" providerId="ADAL" clId="{A441D81C-AEF8-464D-902E-B6449B34371D}" dt="2026-10-06T07:01:05.968" v="1920" actId="478"/>
          <ac:spMkLst>
            <pc:docMk/>
            <pc:sldMk cId="2251343422" sldId="320"/>
            <ac:spMk id="1033" creationId="{FD1BAD1C-4844-508E-30FA-3A2CA6DB8855}"/>
          </ac:spMkLst>
        </pc:spChg>
        <pc:spChg chg="add mod ord">
          <ac:chgData name="Phan Thanh Duy" userId="7fe205da-551d-4fae-b045-58d66fb40073" providerId="ADAL" clId="{A441D81C-AEF8-464D-902E-B6449B34371D}" dt="2026-10-06T06:59:22.072" v="1902" actId="14100"/>
          <ac:spMkLst>
            <pc:docMk/>
            <pc:sldMk cId="2251343422" sldId="320"/>
            <ac:spMk id="1035" creationId="{2C3C9BFC-E239-0BFE-F44C-DE900A9FFDF2}"/>
          </ac:spMkLst>
        </pc:spChg>
        <pc:spChg chg="add del mod">
          <ac:chgData name="Phan Thanh Duy" userId="7fe205da-551d-4fae-b045-58d66fb40073" providerId="ADAL" clId="{A441D81C-AEF8-464D-902E-B6449B34371D}" dt="2026-10-06T07:00:50.106" v="1917" actId="478"/>
          <ac:spMkLst>
            <pc:docMk/>
            <pc:sldMk cId="2251343422" sldId="320"/>
            <ac:spMk id="1037" creationId="{EB0721F3-2420-1DF6-08D0-C7F6E62987BA}"/>
          </ac:spMkLst>
        </pc:spChg>
        <pc:spChg chg="add mod">
          <ac:chgData name="Phan Thanh Duy" userId="7fe205da-551d-4fae-b045-58d66fb40073" providerId="ADAL" clId="{A441D81C-AEF8-464D-902E-B6449B34371D}" dt="2026-10-06T07:00:48.687" v="1914" actId="1076"/>
          <ac:spMkLst>
            <pc:docMk/>
            <pc:sldMk cId="2251343422" sldId="320"/>
            <ac:spMk id="1038" creationId="{7A723AFA-E8DB-7601-DFD1-9E21A3460746}"/>
          </ac:spMkLst>
        </pc:spChg>
        <pc:spChg chg="add mod">
          <ac:chgData name="Phan Thanh Duy" userId="7fe205da-551d-4fae-b045-58d66fb40073" providerId="ADAL" clId="{A441D81C-AEF8-464D-902E-B6449B34371D}" dt="2026-10-06T07:00:49.373" v="1916"/>
          <ac:spMkLst>
            <pc:docMk/>
            <pc:sldMk cId="2251343422" sldId="320"/>
            <ac:spMk id="1040" creationId="{0AB0D16F-F658-FFB1-0B1B-9FAE19B3B07A}"/>
          </ac:spMkLst>
        </pc:spChg>
        <pc:spChg chg="add mod">
          <ac:chgData name="Phan Thanh Duy" userId="7fe205da-551d-4fae-b045-58d66fb40073" providerId="ADAL" clId="{A441D81C-AEF8-464D-902E-B6449B34371D}" dt="2026-10-06T07:00:48.687" v="1914" actId="1076"/>
          <ac:spMkLst>
            <pc:docMk/>
            <pc:sldMk cId="2251343422" sldId="320"/>
            <ac:spMk id="1041" creationId="{32D26E0B-8950-6CC2-2491-75F7B207A8A0}"/>
          </ac:spMkLst>
        </pc:spChg>
        <pc:picChg chg="mod">
          <ac:chgData name="Phan Thanh Duy" userId="7fe205da-551d-4fae-b045-58d66fb40073" providerId="ADAL" clId="{A441D81C-AEF8-464D-902E-B6449B34371D}" dt="2026-10-06T06:56:57.896" v="1876" actId="1076"/>
          <ac:picMkLst>
            <pc:docMk/>
            <pc:sldMk cId="2251343422" sldId="320"/>
            <ac:picMk id="20" creationId="{78FA93D2-854F-8475-5720-9891B27702E9}"/>
          </ac:picMkLst>
        </pc:pic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7" creationId="{60897FDA-3572-564B-D677-3D0DDE5C9D16}"/>
          </ac:cxnSpMkLst>
        </pc:cxn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11" creationId="{666838D1-9592-9E8B-3A4B-119ADA16D25A}"/>
          </ac:cxnSpMkLst>
        </pc:cxnChg>
        <pc:cxnChg chg="add mod">
          <ac:chgData name="Phan Thanh Duy" userId="7fe205da-551d-4fae-b045-58d66fb40073" providerId="ADAL" clId="{A441D81C-AEF8-464D-902E-B6449B34371D}" dt="2026-10-06T06:48:32.455" v="1849" actId="962"/>
          <ac:cxnSpMkLst>
            <pc:docMk/>
            <pc:sldMk cId="2251343422" sldId="320"/>
            <ac:cxnSpMk id="13" creationId="{F7C817CB-BD85-418D-5332-988B4C35E4F9}"/>
          </ac:cxnSpMkLst>
        </pc:cxnChg>
        <pc:cxnChg chg="add mod">
          <ac:chgData name="Phan Thanh Duy" userId="7fe205da-551d-4fae-b045-58d66fb40073" providerId="ADAL" clId="{A441D81C-AEF8-464D-902E-B6449B34371D}" dt="2026-10-06T06:41:54.196" v="1823" actId="1076"/>
          <ac:cxnSpMkLst>
            <pc:docMk/>
            <pc:sldMk cId="2251343422" sldId="320"/>
            <ac:cxnSpMk id="14" creationId="{55B3CBC7-451D-237E-528B-47F808998BEE}"/>
          </ac:cxnSpMkLst>
        </pc:cxnChg>
        <pc:cxnChg chg="del mod">
          <ac:chgData name="Phan Thanh Duy" userId="7fe205da-551d-4fae-b045-58d66fb40073" providerId="ADAL" clId="{A441D81C-AEF8-464D-902E-B6449B34371D}" dt="2026-10-06T06:41:19.468" v="1819" actId="478"/>
          <ac:cxnSpMkLst>
            <pc:docMk/>
            <pc:sldMk cId="2251343422" sldId="320"/>
            <ac:cxnSpMk id="24" creationId="{ECAA6740-94E0-AAD9-5E15-865589D77FB6}"/>
          </ac:cxnSpMkLst>
        </pc:cxn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27" creationId="{B9B8162B-3576-75A5-95A5-1AA860741F2E}"/>
          </ac:cxnSpMkLst>
        </pc:cxnChg>
        <pc:cxnChg chg="del mod">
          <ac:chgData name="Phan Thanh Duy" userId="7fe205da-551d-4fae-b045-58d66fb40073" providerId="ADAL" clId="{A441D81C-AEF8-464D-902E-B6449B34371D}" dt="2026-10-06T06:42:15.531" v="1827" actId="478"/>
          <ac:cxnSpMkLst>
            <pc:docMk/>
            <pc:sldMk cId="2251343422" sldId="320"/>
            <ac:cxnSpMk id="29" creationId="{10B856BD-7082-8F8D-CBEB-2FB92C695F08}"/>
          </ac:cxnSpMkLst>
        </pc:cxnChg>
        <pc:cxnChg chg="add mod">
          <ac:chgData name="Phan Thanh Duy" userId="7fe205da-551d-4fae-b045-58d66fb40073" providerId="ADAL" clId="{A441D81C-AEF8-464D-902E-B6449B34371D}" dt="2026-10-06T06:57:28.237" v="1889" actId="14100"/>
          <ac:cxnSpMkLst>
            <pc:docMk/>
            <pc:sldMk cId="2251343422" sldId="320"/>
            <ac:cxnSpMk id="30" creationId="{7EA4A336-B849-8556-8C33-2B3E961926CA}"/>
          </ac:cxnSpMkLst>
        </pc:cxnChg>
        <pc:cxnChg chg="mod">
          <ac:chgData name="Phan Thanh Duy" userId="7fe205da-551d-4fae-b045-58d66fb40073" providerId="ADAL" clId="{A441D81C-AEF8-464D-902E-B6449B34371D}" dt="2026-10-06T06:57:08.981" v="1880" actId="14100"/>
          <ac:cxnSpMkLst>
            <pc:docMk/>
            <pc:sldMk cId="2251343422" sldId="320"/>
            <ac:cxnSpMk id="1025" creationId="{020CC4BF-5B77-3B42-A61A-3BC1437CCCA2}"/>
          </ac:cxnSpMkLst>
        </pc:cxnChg>
        <pc:cxnChg chg="add mod">
          <ac:chgData name="Phan Thanh Duy" userId="7fe205da-551d-4fae-b045-58d66fb40073" providerId="ADAL" clId="{A441D81C-AEF8-464D-902E-B6449B34371D}" dt="2026-10-06T06:57:34.901" v="1891" actId="1076"/>
          <ac:cxnSpMkLst>
            <pc:docMk/>
            <pc:sldMk cId="2251343422" sldId="320"/>
            <ac:cxnSpMk id="1031" creationId="{2BFEAD1F-F2D0-1017-FD2E-1AC060339A4B}"/>
          </ac:cxnSpMkLst>
        </pc:cxnChg>
        <pc:cxnChg chg="add mod">
          <ac:chgData name="Phan Thanh Duy" userId="7fe205da-551d-4fae-b045-58d66fb40073" providerId="ADAL" clId="{A441D81C-AEF8-464D-902E-B6449B34371D}" dt="2026-10-06T06:57:38.983" v="1893" actId="1076"/>
          <ac:cxnSpMkLst>
            <pc:docMk/>
            <pc:sldMk cId="2251343422" sldId="320"/>
            <ac:cxnSpMk id="1032" creationId="{1EA8E95F-58F7-9306-9ABF-E5DA1B078B75}"/>
          </ac:cxnSpMkLst>
        </pc:cxnChg>
      </pc:sldChg>
      <pc:sldChg chg="addSp delSp modSp add mod modTransition modAnim">
        <pc:chgData name="Phan Thanh Duy" userId="7fe205da-551d-4fae-b045-58d66fb40073" providerId="ADAL" clId="{A441D81C-AEF8-464D-902E-B6449B34371D}" dt="2026-10-06T07:02:43.029" v="1921" actId="478"/>
        <pc:sldMkLst>
          <pc:docMk/>
          <pc:sldMk cId="2365168681" sldId="321"/>
        </pc:sldMkLst>
        <pc:spChg chg="add">
          <ac:chgData name="Phan Thanh Duy" userId="7fe205da-551d-4fae-b045-58d66fb40073" providerId="ADAL" clId="{A441D81C-AEF8-464D-902E-B6449B34371D}" dt="2026-10-06T06:44:43.783" v="1841" actId="22"/>
          <ac:spMkLst>
            <pc:docMk/>
            <pc:sldMk cId="2365168681" sldId="321"/>
            <ac:spMk id="3" creationId="{9F6DEF1A-5F50-578D-AFD0-6826753391AC}"/>
          </ac:spMkLst>
        </pc:spChg>
        <pc:spChg chg="add mod">
          <ac:chgData name="Phan Thanh Duy" userId="7fe205da-551d-4fae-b045-58d66fb40073" providerId="ADAL" clId="{A441D81C-AEF8-464D-902E-B6449B34371D}" dt="2026-10-06T06:45:20.850" v="1842"/>
          <ac:spMkLst>
            <pc:docMk/>
            <pc:sldMk cId="2365168681" sldId="321"/>
            <ac:spMk id="5" creationId="{C975EDB1-1BA5-495D-8EAE-A6E7606F799D}"/>
          </ac:spMkLst>
        </pc:spChg>
        <pc:spChg chg="del">
          <ac:chgData name="Phan Thanh Duy" userId="7fe205da-551d-4fae-b045-58d66fb40073" providerId="ADAL" clId="{A441D81C-AEF8-464D-902E-B6449B34371D}" dt="2026-10-06T06:45:28.681" v="1844" actId="478"/>
          <ac:spMkLst>
            <pc:docMk/>
            <pc:sldMk cId="2365168681" sldId="321"/>
            <ac:spMk id="17" creationId="{4F1BBFE1-2124-6D30-051B-24DEEAE52E1D}"/>
          </ac:spMkLst>
        </pc:spChg>
        <pc:spChg chg="del">
          <ac:chgData name="Phan Thanh Duy" userId="7fe205da-551d-4fae-b045-58d66fb40073" providerId="ADAL" clId="{A441D81C-AEF8-464D-902E-B6449B34371D}" dt="2026-10-06T06:45:28.681" v="1844" actId="478"/>
          <ac:spMkLst>
            <pc:docMk/>
            <pc:sldMk cId="2365168681" sldId="321"/>
            <ac:spMk id="22" creationId="{9E3D067C-AB05-6E25-1D76-18A1BB7BFBBC}"/>
          </ac:spMkLst>
        </pc:spChg>
        <pc:picChg chg="del">
          <ac:chgData name="Phan Thanh Duy" userId="7fe205da-551d-4fae-b045-58d66fb40073" providerId="ADAL" clId="{A441D81C-AEF8-464D-902E-B6449B34371D}" dt="2026-10-06T06:45:25.922" v="1843" actId="478"/>
          <ac:picMkLst>
            <pc:docMk/>
            <pc:sldMk cId="2365168681" sldId="321"/>
            <ac:picMk id="20" creationId="{FC14E014-9857-C951-C332-954A6F83CF99}"/>
          </ac:picMkLst>
        </pc:picChg>
        <pc:cxnChg chg="add mod">
          <ac:chgData name="Phan Thanh Duy" userId="7fe205da-551d-4fae-b045-58d66fb40073" providerId="ADAL" clId="{A441D81C-AEF8-464D-902E-B6449B34371D}" dt="2026-10-06T06:45:20.850" v="1842"/>
          <ac:cxnSpMkLst>
            <pc:docMk/>
            <pc:sldMk cId="2365168681" sldId="321"/>
            <ac:cxnSpMk id="8" creationId="{87DA8B5F-573F-5E6E-6BF8-ECAECDA9593B}"/>
          </ac:cxnSpMkLst>
        </pc:cxnChg>
        <pc:cxnChg chg="del mod">
          <ac:chgData name="Phan Thanh Duy" userId="7fe205da-551d-4fae-b045-58d66fb40073" providerId="ADAL" clId="{A441D81C-AEF8-464D-902E-B6449B34371D}" dt="2026-10-06T06:45:28.681" v="1844" actId="478"/>
          <ac:cxnSpMkLst>
            <pc:docMk/>
            <pc:sldMk cId="2365168681" sldId="321"/>
            <ac:cxnSpMk id="24" creationId="{44270E91-722F-A492-F862-C160B8B34362}"/>
          </ac:cxnSpMkLst>
        </pc:cxnChg>
        <pc:cxnChg chg="del">
          <ac:chgData name="Phan Thanh Duy" userId="7fe205da-551d-4fae-b045-58d66fb40073" providerId="ADAL" clId="{A441D81C-AEF8-464D-902E-B6449B34371D}" dt="2026-10-06T07:02:43.029" v="1921" actId="478"/>
          <ac:cxnSpMkLst>
            <pc:docMk/>
            <pc:sldMk cId="2365168681" sldId="321"/>
            <ac:cxnSpMk id="29" creationId="{8AAA0C99-4964-3E3E-BC04-7D7DB7706921}"/>
          </ac:cxnSpMkLst>
        </pc:cxnChg>
        <pc:cxnChg chg="del">
          <ac:chgData name="Phan Thanh Duy" userId="7fe205da-551d-4fae-b045-58d66fb40073" providerId="ADAL" clId="{A441D81C-AEF8-464D-902E-B6449B34371D}" dt="2026-10-06T07:02:43.029" v="1921" actId="478"/>
          <ac:cxnSpMkLst>
            <pc:docMk/>
            <pc:sldMk cId="2365168681" sldId="321"/>
            <ac:cxnSpMk id="1025" creationId="{E5C6E8C5-9D0A-0907-74D8-8C657BFD0BFD}"/>
          </ac:cxnSpMkLst>
        </pc:cxnChg>
      </pc:sldChg>
      <pc:sldChg chg="addSp delSp modSp add mod addAnim delAnim modAnim">
        <pc:chgData name="Phan Thanh Duy" userId="7fe205da-551d-4fae-b045-58d66fb40073" providerId="ADAL" clId="{A441D81C-AEF8-464D-902E-B6449B34371D}" dt="2026-10-07T06:51:54.041" v="5554" actId="114"/>
        <pc:sldMkLst>
          <pc:docMk/>
          <pc:sldMk cId="1646853774" sldId="322"/>
        </pc:sldMkLst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2" creationId="{AD31A267-7BF5-88B0-13B1-926F40706709}"/>
          </ac:spMkLst>
        </pc:spChg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3" creationId="{82A8D86E-381D-1ECF-A0B8-A2A295BF4667}"/>
          </ac:spMkLst>
        </pc:spChg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5" creationId="{B3F1E6B9-11A9-DB21-26BF-E0FE86508405}"/>
          </ac:spMkLst>
        </pc:spChg>
        <pc:spChg chg="mod">
          <ac:chgData name="Phan Thanh Duy" userId="7fe205da-551d-4fae-b045-58d66fb40073" providerId="ADAL" clId="{A441D81C-AEF8-464D-902E-B6449B34371D}" dt="2026-10-06T07:17:30.096" v="2113" actId="1076"/>
          <ac:spMkLst>
            <pc:docMk/>
            <pc:sldMk cId="1646853774" sldId="322"/>
            <ac:spMk id="12" creationId="{85D227AD-0276-03B1-A4BA-024840CF2676}"/>
          </ac:spMkLst>
        </pc:spChg>
        <pc:spChg chg="add mod">
          <ac:chgData name="Phan Thanh Duy" userId="7fe205da-551d-4fae-b045-58d66fb40073" providerId="ADAL" clId="{A441D81C-AEF8-464D-902E-B6449B34371D}" dt="2026-10-06T07:17:29.472" v="2112" actId="14100"/>
          <ac:spMkLst>
            <pc:docMk/>
            <pc:sldMk cId="1646853774" sldId="322"/>
            <ac:spMk id="16" creationId="{102B88ED-5095-5475-AD75-CC9BE08836E8}"/>
          </ac:spMkLst>
        </pc:spChg>
        <pc:spChg chg="del">
          <ac:chgData name="Phan Thanh Duy" userId="7fe205da-551d-4fae-b045-58d66fb40073" providerId="ADAL" clId="{A441D81C-AEF8-464D-902E-B6449B34371D}" dt="2026-10-06T07:03:43.579" v="1926" actId="478"/>
          <ac:spMkLst>
            <pc:docMk/>
            <pc:sldMk cId="1646853774" sldId="322"/>
            <ac:spMk id="19" creationId="{3D5EA274-011D-871C-37E9-85F338B81A78}"/>
          </ac:spMkLst>
        </pc:spChg>
        <pc:spChg chg="add mod">
          <ac:chgData name="Phan Thanh Duy" userId="7fe205da-551d-4fae-b045-58d66fb40073" providerId="ADAL" clId="{A441D81C-AEF8-464D-902E-B6449B34371D}" dt="2026-10-06T07:08:37.778" v="2030" actId="1076"/>
          <ac:spMkLst>
            <pc:docMk/>
            <pc:sldMk cId="1646853774" sldId="322"/>
            <ac:spMk id="22" creationId="{A4AD9DB4-273C-265E-6D3F-E564647AA013}"/>
          </ac:spMkLst>
        </pc:spChg>
        <pc:spChg chg="add mod">
          <ac:chgData name="Phan Thanh Duy" userId="7fe205da-551d-4fae-b045-58d66fb40073" providerId="ADAL" clId="{A441D81C-AEF8-464D-902E-B6449B34371D}" dt="2026-10-07T06:51:54.041" v="5554" actId="114"/>
          <ac:spMkLst>
            <pc:docMk/>
            <pc:sldMk cId="1646853774" sldId="322"/>
            <ac:spMk id="29" creationId="{A753BF58-633F-677C-0762-D4D89E4D85D6}"/>
          </ac:spMkLst>
        </pc:spChg>
        <pc:spChg chg="mod">
          <ac:chgData name="Phan Thanh Duy" userId="7fe205da-551d-4fae-b045-58d66fb40073" providerId="ADAL" clId="{A441D81C-AEF8-464D-902E-B6449B34371D}" dt="2026-10-06T07:08:27.058" v="2029" actId="14100"/>
          <ac:spMkLst>
            <pc:docMk/>
            <pc:sldMk cId="1646853774" sldId="322"/>
            <ac:spMk id="1035" creationId="{E2A07D6D-62F8-2E01-9F2D-C312263126E0}"/>
          </ac:spMkLst>
        </pc:spChg>
        <pc:cxnChg chg="mod">
          <ac:chgData name="Phan Thanh Duy" userId="7fe205da-551d-4fae-b045-58d66fb40073" providerId="ADAL" clId="{A441D81C-AEF8-464D-902E-B6449B34371D}" dt="2026-10-06T07:19:50.573" v="2126" actId="962"/>
          <ac:cxnSpMkLst>
            <pc:docMk/>
            <pc:sldMk cId="1646853774" sldId="322"/>
            <ac:cxnSpMk id="7" creationId="{DF64C152-3D2A-F452-6AD0-CF83DA13C5D3}"/>
          </ac:cxnSpMkLst>
        </pc:cxnChg>
        <pc:cxnChg chg="mod">
          <ac:chgData name="Phan Thanh Duy" userId="7fe205da-551d-4fae-b045-58d66fb40073" providerId="ADAL" clId="{A441D81C-AEF8-464D-902E-B6449B34371D}" dt="2026-10-06T07:19:29.904" v="2121" actId="962"/>
          <ac:cxnSpMkLst>
            <pc:docMk/>
            <pc:sldMk cId="1646853774" sldId="322"/>
            <ac:cxnSpMk id="10" creationId="{E68F4B88-88A1-CE16-9A75-4116239CA1F5}"/>
          </ac:cxnSpMkLst>
        </pc:cxnChg>
        <pc:cxnChg chg="mod">
          <ac:chgData name="Phan Thanh Duy" userId="7fe205da-551d-4fae-b045-58d66fb40073" providerId="ADAL" clId="{A441D81C-AEF8-464D-902E-B6449B34371D}" dt="2026-10-06T07:19:25.642" v="2120" actId="962"/>
          <ac:cxnSpMkLst>
            <pc:docMk/>
            <pc:sldMk cId="1646853774" sldId="322"/>
            <ac:cxnSpMk id="13" creationId="{84B6D5D4-0048-415D-AC76-76402F1D571C}"/>
          </ac:cxnSpMkLst>
        </pc:cxnChg>
        <pc:cxnChg chg="mod">
          <ac:chgData name="Phan Thanh Duy" userId="7fe205da-551d-4fae-b045-58d66fb40073" providerId="ADAL" clId="{A441D81C-AEF8-464D-902E-B6449B34371D}" dt="2026-10-06T07:18:37.794" v="2115" actId="962"/>
          <ac:cxnSpMkLst>
            <pc:docMk/>
            <pc:sldMk cId="1646853774" sldId="322"/>
            <ac:cxnSpMk id="14" creationId="{8DD7EF70-58FA-AFB8-C06E-B2F5C839350C}"/>
          </ac:cxnSpMkLst>
        </pc:cxnChg>
        <pc:cxnChg chg="add mod">
          <ac:chgData name="Phan Thanh Duy" userId="7fe205da-551d-4fae-b045-58d66fb40073" providerId="ADAL" clId="{A441D81C-AEF8-464D-902E-B6449B34371D}" dt="2026-10-06T07:18:54.541" v="2117" actId="962"/>
          <ac:cxnSpMkLst>
            <pc:docMk/>
            <pc:sldMk cId="1646853774" sldId="322"/>
            <ac:cxnSpMk id="17" creationId="{0EB65A74-27FE-6A28-8A10-DFC7572A4B79}"/>
          </ac:cxnSpMkLst>
        </pc:cxnChg>
        <pc:cxnChg chg="del">
          <ac:chgData name="Phan Thanh Duy" userId="7fe205da-551d-4fae-b045-58d66fb40073" providerId="ADAL" clId="{A441D81C-AEF8-464D-902E-B6449B34371D}" dt="2026-10-06T07:04:36.243" v="1935" actId="478"/>
          <ac:cxnSpMkLst>
            <pc:docMk/>
            <pc:sldMk cId="1646853774" sldId="322"/>
            <ac:cxnSpMk id="30" creationId="{0EB3EA57-2C4B-1A87-74AB-1EB9B53F6FC9}"/>
          </ac:cxnSpMkLst>
        </pc:cxnChg>
        <pc:cxnChg chg="mod">
          <ac:chgData name="Phan Thanh Duy" userId="7fe205da-551d-4fae-b045-58d66fb40073" providerId="ADAL" clId="{A441D81C-AEF8-464D-902E-B6449B34371D}" dt="2026-10-06T07:04:34.693" v="1934" actId="1076"/>
          <ac:cxnSpMkLst>
            <pc:docMk/>
            <pc:sldMk cId="1646853774" sldId="322"/>
            <ac:cxnSpMk id="1025" creationId="{8B426C2B-A673-E0CA-CAEC-99304FC42965}"/>
          </ac:cxnSpMkLst>
        </pc:cxnChg>
        <pc:cxnChg chg="del">
          <ac:chgData name="Phan Thanh Duy" userId="7fe205da-551d-4fae-b045-58d66fb40073" providerId="ADAL" clId="{A441D81C-AEF8-464D-902E-B6449B34371D}" dt="2026-10-06T07:04:39.315" v="1936" actId="478"/>
          <ac:cxnSpMkLst>
            <pc:docMk/>
            <pc:sldMk cId="1646853774" sldId="322"/>
            <ac:cxnSpMk id="1031" creationId="{DDA18A0A-A42F-2671-5633-9CD5960B86CA}"/>
          </ac:cxnSpMkLst>
        </pc:cxnChg>
        <pc:cxnChg chg="mod">
          <ac:chgData name="Phan Thanh Duy" userId="7fe205da-551d-4fae-b045-58d66fb40073" providerId="ADAL" clId="{A441D81C-AEF8-464D-902E-B6449B34371D}" dt="2026-10-06T07:04:46.930" v="1939" actId="14100"/>
          <ac:cxnSpMkLst>
            <pc:docMk/>
            <pc:sldMk cId="1646853774" sldId="322"/>
            <ac:cxnSpMk id="1032" creationId="{9E5DB5EB-C5DC-BB63-1FD8-C07006D4626C}"/>
          </ac:cxnSpMkLst>
        </pc:cxnChg>
      </pc:sldChg>
      <pc:sldChg chg="add del">
        <pc:chgData name="Phan Thanh Duy" userId="7fe205da-551d-4fae-b045-58d66fb40073" providerId="ADAL" clId="{A441D81C-AEF8-464D-902E-B6449B34371D}" dt="2026-10-06T06:44:41.228" v="1840"/>
        <pc:sldMkLst>
          <pc:docMk/>
          <pc:sldMk cId="1920517127" sldId="322"/>
        </pc:sldMkLst>
      </pc:sldChg>
      <pc:sldChg chg="addSp delSp modSp add mod modTransition modAnim">
        <pc:chgData name="Phan Thanh Duy" userId="7fe205da-551d-4fae-b045-58d66fb40073" providerId="ADAL" clId="{A441D81C-AEF8-464D-902E-B6449B34371D}" dt="2026-10-06T07:37:59.367" v="2247"/>
        <pc:sldMkLst>
          <pc:docMk/>
          <pc:sldMk cId="2439464774" sldId="323"/>
        </pc:sldMkLst>
        <pc:spChg chg="add mod">
          <ac:chgData name="Phan Thanh Duy" userId="7fe205da-551d-4fae-b045-58d66fb40073" providerId="ADAL" clId="{A441D81C-AEF8-464D-902E-B6449B34371D}" dt="2026-10-06T07:22:47.908" v="2137" actId="14100"/>
          <ac:spMkLst>
            <pc:docMk/>
            <pc:sldMk cId="2439464774" sldId="323"/>
            <ac:spMk id="3" creationId="{AED2C872-E2A2-0AD0-B2F2-77B48CE3CB78}"/>
          </ac:spMkLst>
        </pc:spChg>
        <pc:spChg chg="add mod">
          <ac:chgData name="Phan Thanh Duy" userId="7fe205da-551d-4fae-b045-58d66fb40073" providerId="ADAL" clId="{A441D81C-AEF8-464D-902E-B6449B34371D}" dt="2026-10-06T07:23:31.772" v="2147" actId="1076"/>
          <ac:spMkLst>
            <pc:docMk/>
            <pc:sldMk cId="2439464774" sldId="323"/>
            <ac:spMk id="19" creationId="{FDA71ACE-50D9-D7A0-F084-09496F56493F}"/>
          </ac:spMkLst>
        </pc:spChg>
        <pc:spChg chg="del">
          <ac:chgData name="Phan Thanh Duy" userId="7fe205da-551d-4fae-b045-58d66fb40073" providerId="ADAL" clId="{A441D81C-AEF8-464D-902E-B6449B34371D}" dt="2026-10-06T07:24:51.264" v="2164" actId="478"/>
          <ac:spMkLst>
            <pc:docMk/>
            <pc:sldMk cId="2439464774" sldId="323"/>
            <ac:spMk id="22" creationId="{1FDFCC22-1B40-44B4-E768-7696C0D4E314}"/>
          </ac:spMkLst>
        </pc:spChg>
        <pc:spChg chg="del">
          <ac:chgData name="Phan Thanh Duy" userId="7fe205da-551d-4fae-b045-58d66fb40073" providerId="ADAL" clId="{A441D81C-AEF8-464D-902E-B6449B34371D}" dt="2026-10-06T07:24:55.473" v="2165" actId="478"/>
          <ac:spMkLst>
            <pc:docMk/>
            <pc:sldMk cId="2439464774" sldId="323"/>
            <ac:spMk id="29" creationId="{3F2D1A4C-43EC-BF8A-56A7-9143B0F258CE}"/>
          </ac:spMkLst>
        </pc:spChg>
        <pc:spChg chg="add mod">
          <ac:chgData name="Phan Thanh Duy" userId="7fe205da-551d-4fae-b045-58d66fb40073" providerId="ADAL" clId="{A441D81C-AEF8-464D-902E-B6449B34371D}" dt="2026-10-06T07:24:34.188" v="2163" actId="1076"/>
          <ac:spMkLst>
            <pc:docMk/>
            <pc:sldMk cId="2439464774" sldId="323"/>
            <ac:spMk id="1026" creationId="{B2754B4E-C1EF-A262-EADB-D311C2E0045E}"/>
          </ac:spMkLst>
        </pc:spChg>
        <pc:spChg chg="del">
          <ac:chgData name="Phan Thanh Duy" userId="7fe205da-551d-4fae-b045-58d66fb40073" providerId="ADAL" clId="{A441D81C-AEF8-464D-902E-B6449B34371D}" dt="2026-10-06T07:24:57.581" v="2166" actId="478"/>
          <ac:spMkLst>
            <pc:docMk/>
            <pc:sldMk cId="2439464774" sldId="323"/>
            <ac:spMk id="1035" creationId="{2250ADB3-753F-24EE-6229-53181F0E97A2}"/>
          </ac:spMkLst>
        </pc:spChg>
        <pc:picChg chg="del">
          <ac:chgData name="Phan Thanh Duy" userId="7fe205da-551d-4fae-b045-58d66fb40073" providerId="ADAL" clId="{A441D81C-AEF8-464D-902E-B6449B34371D}" dt="2026-10-06T07:24:55.473" v="2165" actId="478"/>
          <ac:picMkLst>
            <pc:docMk/>
            <pc:sldMk cId="2439464774" sldId="323"/>
            <ac:picMk id="20" creationId="{959CEB23-6646-2954-5E19-8C4FD57E9911}"/>
          </ac:picMkLst>
        </pc:picChg>
        <pc:cxnChg chg="mod">
          <ac:chgData name="Phan Thanh Duy" userId="7fe205da-551d-4fae-b045-58d66fb40073" providerId="ADAL" clId="{A441D81C-AEF8-464D-902E-B6449B34371D}" dt="2026-10-06T07:22:47.908" v="2137" actId="14100"/>
          <ac:cxnSpMkLst>
            <pc:docMk/>
            <pc:sldMk cId="2439464774" sldId="323"/>
            <ac:cxnSpMk id="17" creationId="{9623D83E-E102-DB53-2F38-28EAC8CA6A62}"/>
          </ac:cxnSpMkLst>
        </pc:cxnChg>
        <pc:cxnChg chg="add mod">
          <ac:chgData name="Phan Thanh Duy" userId="7fe205da-551d-4fae-b045-58d66fb40073" providerId="ADAL" clId="{A441D81C-AEF8-464D-902E-B6449B34371D}" dt="2026-10-06T07:23:31.772" v="2147" actId="1076"/>
          <ac:cxnSpMkLst>
            <pc:docMk/>
            <pc:sldMk cId="2439464774" sldId="323"/>
            <ac:cxnSpMk id="21" creationId="{9165CEA1-BDB1-4BBF-334F-9E143A51B8E4}"/>
          </ac:cxnSpMkLst>
        </pc:cxnChg>
        <pc:cxnChg chg="add mod">
          <ac:chgData name="Phan Thanh Duy" userId="7fe205da-551d-4fae-b045-58d66fb40073" providerId="ADAL" clId="{A441D81C-AEF8-464D-902E-B6449B34371D}" dt="2026-10-06T07:24:34.188" v="2163" actId="1076"/>
          <ac:cxnSpMkLst>
            <pc:docMk/>
            <pc:sldMk cId="2439464774" sldId="323"/>
            <ac:cxnSpMk id="1027" creationId="{9ADCA3AD-F7C5-E768-AD9D-3D2A13A51B0D}"/>
          </ac:cxnSpMkLst>
        </pc:cxnChg>
        <pc:cxnChg chg="del">
          <ac:chgData name="Phan Thanh Duy" userId="7fe205da-551d-4fae-b045-58d66fb40073" providerId="ADAL" clId="{A441D81C-AEF8-464D-902E-B6449B34371D}" dt="2026-10-06T07:24:57.581" v="2166" actId="478"/>
          <ac:cxnSpMkLst>
            <pc:docMk/>
            <pc:sldMk cId="2439464774" sldId="323"/>
            <ac:cxnSpMk id="1032" creationId="{C91F8190-1567-E835-1CBE-01F69554ABFF}"/>
          </ac:cxnSpMkLst>
        </pc:cxnChg>
      </pc:sldChg>
      <pc:sldChg chg="modSp add mod ord modTransition">
        <pc:chgData name="Phan Thanh Duy" userId="7fe205da-551d-4fae-b045-58d66fb40073" providerId="ADAL" clId="{A441D81C-AEF8-464D-902E-B6449B34371D}" dt="2026-10-06T08:17:10.770" v="2559"/>
        <pc:sldMkLst>
          <pc:docMk/>
          <pc:sldMk cId="3965440558" sldId="324"/>
        </pc:sldMkLst>
        <pc:spChg chg="mod">
          <ac:chgData name="Phan Thanh Duy" userId="7fe205da-551d-4fae-b045-58d66fb40073" providerId="ADAL" clId="{A441D81C-AEF8-464D-902E-B6449B34371D}" dt="2026-10-06T07:30:50.235" v="2239" actId="1076"/>
          <ac:spMkLst>
            <pc:docMk/>
            <pc:sldMk cId="3965440558" sldId="324"/>
            <ac:spMk id="1026" creationId="{8BADA2A0-7A0B-DC9D-85EE-47F44C053F1C}"/>
          </ac:spMkLst>
        </pc:spChg>
        <pc:spChg chg="mod">
          <ac:chgData name="Phan Thanh Duy" userId="7fe205da-551d-4fae-b045-58d66fb40073" providerId="ADAL" clId="{A441D81C-AEF8-464D-902E-B6449B34371D}" dt="2026-10-06T07:31:10.649" v="2242" actId="1076"/>
          <ac:spMkLst>
            <pc:docMk/>
            <pc:sldMk cId="3965440558" sldId="324"/>
            <ac:spMk id="1027" creationId="{7EEDCE09-478B-41BF-E429-A27934A95BA3}"/>
          </ac:spMkLst>
        </pc:spChg>
        <pc:spChg chg="mod">
          <ac:chgData name="Phan Thanh Duy" userId="7fe205da-551d-4fae-b045-58d66fb40073" providerId="ADAL" clId="{A441D81C-AEF8-464D-902E-B6449B34371D}" dt="2026-10-06T07:31:05.399" v="2241" actId="1076"/>
          <ac:spMkLst>
            <pc:docMk/>
            <pc:sldMk cId="3965440558" sldId="324"/>
            <ac:spMk id="1029" creationId="{50788305-10F6-B10A-9835-8D1CE9AAB879}"/>
          </ac:spMkLst>
        </pc:spChg>
        <pc:spChg chg="mod">
          <ac:chgData name="Phan Thanh Duy" userId="7fe205da-551d-4fae-b045-58d66fb40073" providerId="ADAL" clId="{A441D81C-AEF8-464D-902E-B6449B34371D}" dt="2026-10-06T07:29:31.800" v="2221" actId="1076"/>
          <ac:spMkLst>
            <pc:docMk/>
            <pc:sldMk cId="3965440558" sldId="324"/>
            <ac:spMk id="1362" creationId="{27B3E3DC-A636-37EE-1812-96838C08730F}"/>
          </ac:spMkLst>
        </pc:spChg>
        <pc:spChg chg="mod">
          <ac:chgData name="Phan Thanh Duy" userId="7fe205da-551d-4fae-b045-58d66fb40073" providerId="ADAL" clId="{A441D81C-AEF8-464D-902E-B6449B34371D}" dt="2026-10-06T07:30:37.461" v="2237" actId="14100"/>
          <ac:spMkLst>
            <pc:docMk/>
            <pc:sldMk cId="3965440558" sldId="324"/>
            <ac:spMk id="1363" creationId="{8580FF8D-0CAD-1777-063D-8F76F6EF06DF}"/>
          </ac:spMkLst>
        </pc:spChg>
        <pc:spChg chg="mod">
          <ac:chgData name="Phan Thanh Duy" userId="7fe205da-551d-4fae-b045-58d66fb40073" providerId="ADAL" clId="{A441D81C-AEF8-464D-902E-B6449B34371D}" dt="2026-10-06T07:30:02.540" v="2228" actId="1076"/>
          <ac:spMkLst>
            <pc:docMk/>
            <pc:sldMk cId="3965440558" sldId="324"/>
            <ac:spMk id="1365" creationId="{A64DB122-0222-A6D1-DB26-FFAD2A8D87E6}"/>
          </ac:spMkLst>
        </pc:spChg>
        <pc:spChg chg="mod">
          <ac:chgData name="Phan Thanh Duy" userId="7fe205da-551d-4fae-b045-58d66fb40073" providerId="ADAL" clId="{A441D81C-AEF8-464D-902E-B6449B34371D}" dt="2026-10-06T07:30:25.865" v="2235" actId="1076"/>
          <ac:spMkLst>
            <pc:docMk/>
            <pc:sldMk cId="3965440558" sldId="324"/>
            <ac:spMk id="1368" creationId="{94C7B1B3-EE87-C7E9-E334-93172B12E419}"/>
          </ac:spMkLst>
        </pc:spChg>
        <pc:spChg chg="mod">
          <ac:chgData name="Phan Thanh Duy" userId="7fe205da-551d-4fae-b045-58d66fb40073" providerId="ADAL" clId="{A441D81C-AEF8-464D-902E-B6449B34371D}" dt="2026-10-06T07:30:21.686" v="2234" actId="1076"/>
          <ac:spMkLst>
            <pc:docMk/>
            <pc:sldMk cId="3965440558" sldId="324"/>
            <ac:spMk id="1370" creationId="{6503DD52-3AA3-214E-5091-E2AF839DC5B5}"/>
          </ac:spMkLst>
        </pc:spChg>
        <pc:spChg chg="mod">
          <ac:chgData name="Phan Thanh Duy" userId="7fe205da-551d-4fae-b045-58d66fb40073" providerId="ADAL" clId="{A441D81C-AEF8-464D-902E-B6449B34371D}" dt="2026-10-06T07:28:34.387" v="2207" actId="1076"/>
          <ac:spMkLst>
            <pc:docMk/>
            <pc:sldMk cId="3965440558" sldId="324"/>
            <ac:spMk id="1371" creationId="{45B37B2E-F22E-FF55-DD67-638F734B4B49}"/>
          </ac:spMkLst>
        </pc:spChg>
        <pc:spChg chg="mod">
          <ac:chgData name="Phan Thanh Duy" userId="7fe205da-551d-4fae-b045-58d66fb40073" providerId="ADAL" clId="{A441D81C-AEF8-464D-902E-B6449B34371D}" dt="2026-10-06T07:30:46.943" v="2238" actId="1076"/>
          <ac:spMkLst>
            <pc:docMk/>
            <pc:sldMk cId="3965440558" sldId="324"/>
            <ac:spMk id="1374" creationId="{E0D0003E-D054-DE9A-2E3D-6E5D9B701C63}"/>
          </ac:spMkLst>
        </pc:spChg>
        <pc:cxnChg chg="mod">
          <ac:chgData name="Phan Thanh Duy" userId="7fe205da-551d-4fae-b045-58d66fb40073" providerId="ADAL" clId="{A441D81C-AEF8-464D-902E-B6449B34371D}" dt="2026-10-06T07:31:10.649" v="2242" actId="1076"/>
          <ac:cxnSpMkLst>
            <pc:docMk/>
            <pc:sldMk cId="3965440558" sldId="324"/>
            <ac:cxnSpMk id="1028" creationId="{B65C42B6-1A9C-AB5B-D7FA-0C0702573720}"/>
          </ac:cxnSpMkLst>
        </pc:cxnChg>
        <pc:cxnChg chg="mod">
          <ac:chgData name="Phan Thanh Duy" userId="7fe205da-551d-4fae-b045-58d66fb40073" providerId="ADAL" clId="{A441D81C-AEF8-464D-902E-B6449B34371D}" dt="2026-10-06T07:31:10.649" v="2242" actId="1076"/>
          <ac:cxnSpMkLst>
            <pc:docMk/>
            <pc:sldMk cId="3965440558" sldId="324"/>
            <ac:cxnSpMk id="1030" creationId="{95860942-AB0B-6CC0-796C-1D0A99B9626E}"/>
          </ac:cxnSpMkLst>
        </pc:cxnChg>
        <pc:cxnChg chg="mod">
          <ac:chgData name="Phan Thanh Duy" userId="7fe205da-551d-4fae-b045-58d66fb40073" providerId="ADAL" clId="{A441D81C-AEF8-464D-902E-B6449B34371D}" dt="2026-10-06T07:30:37.461" v="2237" actId="14100"/>
          <ac:cxnSpMkLst>
            <pc:docMk/>
            <pc:sldMk cId="3965440558" sldId="324"/>
            <ac:cxnSpMk id="1364" creationId="{1D780935-4306-7473-0F4E-181A866E34EB}"/>
          </ac:cxnSpMkLst>
        </pc:cxnChg>
        <pc:cxnChg chg="mod">
          <ac:chgData name="Phan Thanh Duy" userId="7fe205da-551d-4fae-b045-58d66fb40073" providerId="ADAL" clId="{A441D81C-AEF8-464D-902E-B6449B34371D}" dt="2026-10-06T07:30:37.461" v="2237" actId="14100"/>
          <ac:cxnSpMkLst>
            <pc:docMk/>
            <pc:sldMk cId="3965440558" sldId="324"/>
            <ac:cxnSpMk id="1366" creationId="{6A644823-E5C1-4506-9E08-DFC20516A482}"/>
          </ac:cxnSpMkLst>
        </pc:cxnChg>
        <pc:cxnChg chg="mod">
          <ac:chgData name="Phan Thanh Duy" userId="7fe205da-551d-4fae-b045-58d66fb40073" providerId="ADAL" clId="{A441D81C-AEF8-464D-902E-B6449B34371D}" dt="2026-10-06T07:30:25.865" v="2235" actId="1076"/>
          <ac:cxnSpMkLst>
            <pc:docMk/>
            <pc:sldMk cId="3965440558" sldId="324"/>
            <ac:cxnSpMk id="1367" creationId="{536CEEEC-94F6-8C3F-EB18-D628909264EA}"/>
          </ac:cxnSpMkLst>
        </pc:cxnChg>
        <pc:cxnChg chg="mod">
          <ac:chgData name="Phan Thanh Duy" userId="7fe205da-551d-4fae-b045-58d66fb40073" providerId="ADAL" clId="{A441D81C-AEF8-464D-902E-B6449B34371D}" dt="2026-10-06T07:30:25.865" v="2235" actId="1076"/>
          <ac:cxnSpMkLst>
            <pc:docMk/>
            <pc:sldMk cId="3965440558" sldId="324"/>
            <ac:cxnSpMk id="1369" creationId="{D5E3FE73-5F51-4B16-5478-687B1BDA9ECD}"/>
          </ac:cxnSpMkLst>
        </pc:cxnChg>
        <pc:cxnChg chg="mod">
          <ac:chgData name="Phan Thanh Duy" userId="7fe205da-551d-4fae-b045-58d66fb40073" providerId="ADAL" clId="{A441D81C-AEF8-464D-902E-B6449B34371D}" dt="2026-10-06T07:30:21.686" v="2234" actId="1076"/>
          <ac:cxnSpMkLst>
            <pc:docMk/>
            <pc:sldMk cId="3965440558" sldId="324"/>
            <ac:cxnSpMk id="1372" creationId="{B89B46AC-4136-02FF-5E2C-EB9E081B0346}"/>
          </ac:cxnSpMkLst>
        </pc:cxnChg>
        <pc:cxnChg chg="mod">
          <ac:chgData name="Phan Thanh Duy" userId="7fe205da-551d-4fae-b045-58d66fb40073" providerId="ADAL" clId="{A441D81C-AEF8-464D-902E-B6449B34371D}" dt="2026-10-06T07:30:46.943" v="2238" actId="1076"/>
          <ac:cxnSpMkLst>
            <pc:docMk/>
            <pc:sldMk cId="3965440558" sldId="324"/>
            <ac:cxnSpMk id="1373" creationId="{669AE882-4D9A-971D-15C1-EE8389F4D670}"/>
          </ac:cxnSpMkLst>
        </pc:cxnChg>
        <pc:cxnChg chg="mod">
          <ac:chgData name="Phan Thanh Duy" userId="7fe205da-551d-4fae-b045-58d66fb40073" providerId="ADAL" clId="{A441D81C-AEF8-464D-902E-B6449B34371D}" dt="2026-10-06T07:30:50.235" v="2239" actId="1076"/>
          <ac:cxnSpMkLst>
            <pc:docMk/>
            <pc:sldMk cId="3965440558" sldId="324"/>
            <ac:cxnSpMk id="1375" creationId="{41B0AACC-ACD7-752F-CC48-4E753DB00A7D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7:20:24.347" v="6142" actId="22"/>
        <pc:sldMkLst>
          <pc:docMk/>
          <pc:sldMk cId="2610422756" sldId="325"/>
        </pc:sldMkLst>
        <pc:spChg chg="add del mod">
          <ac:chgData name="Phan Thanh Duy" userId="7fe205da-551d-4fae-b045-58d66fb40073" providerId="ADAL" clId="{A441D81C-AEF8-464D-902E-B6449B34371D}" dt="2026-10-06T07:47:32.580" v="2350" actId="478"/>
          <ac:spMkLst>
            <pc:docMk/>
            <pc:sldMk cId="2610422756" sldId="325"/>
            <ac:spMk id="2" creationId="{4AD01DE3-1BCE-ECE1-B6EC-7FA5F436A4E5}"/>
          </ac:spMkLst>
        </pc:spChg>
        <pc:spChg chg="add">
          <ac:chgData name="Phan Thanh Duy" userId="7fe205da-551d-4fae-b045-58d66fb40073" providerId="ADAL" clId="{A441D81C-AEF8-464D-902E-B6449B34371D}" dt="2026-10-07T07:20:24.347" v="6142" actId="22"/>
          <ac:spMkLst>
            <pc:docMk/>
            <pc:sldMk cId="2610422756" sldId="325"/>
            <ac:spMk id="3" creationId="{26B7D857-48D2-3558-0A4F-CA7C7BBB26DF}"/>
          </ac:spMkLst>
        </pc:spChg>
        <pc:spChg chg="add del mod">
          <ac:chgData name="Phan Thanh Duy" userId="7fe205da-551d-4fae-b045-58d66fb40073" providerId="ADAL" clId="{A441D81C-AEF8-464D-902E-B6449B34371D}" dt="2026-10-06T07:47:25.366" v="2348" actId="478"/>
          <ac:spMkLst>
            <pc:docMk/>
            <pc:sldMk cId="2610422756" sldId="325"/>
            <ac:spMk id="3" creationId="{F4C09ED6-8291-236D-87D0-74B5CA945C95}"/>
          </ac:spMkLst>
        </pc:spChg>
        <pc:spChg chg="add del">
          <ac:chgData name="Phan Thanh Duy" userId="7fe205da-551d-4fae-b045-58d66fb40073" providerId="ADAL" clId="{A441D81C-AEF8-464D-902E-B6449B34371D}" dt="2026-10-06T07:43:58.877" v="2333" actId="478"/>
          <ac:spMkLst>
            <pc:docMk/>
            <pc:sldMk cId="2610422756" sldId="325"/>
            <ac:spMk id="4" creationId="{F41E2287-1B9C-D94C-964A-65D97E090ACB}"/>
          </ac:spMkLst>
        </pc:spChg>
        <pc:spChg chg="add mod">
          <ac:chgData name="Phan Thanh Duy" userId="7fe205da-551d-4fae-b045-58d66fb40073" providerId="ADAL" clId="{A441D81C-AEF8-464D-902E-B6449B34371D}" dt="2026-10-06T08:08:55.028" v="2523" actId="1076"/>
          <ac:spMkLst>
            <pc:docMk/>
            <pc:sldMk cId="2610422756" sldId="325"/>
            <ac:spMk id="5" creationId="{04847F15-C740-2014-7EFF-DB851A9BC533}"/>
          </ac:spMkLst>
        </pc:spChg>
        <pc:spChg chg="add del mod">
          <ac:chgData name="Phan Thanh Duy" userId="7fe205da-551d-4fae-b045-58d66fb40073" providerId="ADAL" clId="{A441D81C-AEF8-464D-902E-B6449B34371D}" dt="2026-10-06T07:50:55.705" v="2370" actId="478"/>
          <ac:spMkLst>
            <pc:docMk/>
            <pc:sldMk cId="2610422756" sldId="325"/>
            <ac:spMk id="6" creationId="{B88B6AC8-DA2C-6D32-1F9B-D94F4362C079}"/>
          </ac:spMkLst>
        </pc:spChg>
        <pc:spChg chg="add del mod">
          <ac:chgData name="Phan Thanh Duy" userId="7fe205da-551d-4fae-b045-58d66fb40073" providerId="ADAL" clId="{A441D81C-AEF8-464D-902E-B6449B34371D}" dt="2026-10-06T07:47:27.957" v="2349" actId="478"/>
          <ac:spMkLst>
            <pc:docMk/>
            <pc:sldMk cId="2610422756" sldId="325"/>
            <ac:spMk id="10" creationId="{9ED94ED9-A65F-3C1A-B84E-4341D7DCDACC}"/>
          </ac:spMkLst>
        </pc:spChg>
        <pc:spChg chg="add del mod">
          <ac:chgData name="Phan Thanh Duy" userId="7fe205da-551d-4fae-b045-58d66fb40073" providerId="ADAL" clId="{A441D81C-AEF8-464D-902E-B6449B34371D}" dt="2026-10-06T07:51:00.753" v="2371" actId="478"/>
          <ac:spMkLst>
            <pc:docMk/>
            <pc:sldMk cId="2610422756" sldId="325"/>
            <ac:spMk id="14" creationId="{05908A5D-19AA-BEB4-FD1D-92E547995375}"/>
          </ac:spMkLst>
        </pc:spChg>
        <pc:spChg chg="add mod">
          <ac:chgData name="Phan Thanh Duy" userId="7fe205da-551d-4fae-b045-58d66fb40073" providerId="ADAL" clId="{A441D81C-AEF8-464D-902E-B6449B34371D}" dt="2026-10-06T08:08:55.028" v="2523" actId="1076"/>
          <ac:spMkLst>
            <pc:docMk/>
            <pc:sldMk cId="2610422756" sldId="325"/>
            <ac:spMk id="15" creationId="{25E3DD8B-31E3-A77D-430B-C88D7A0D9B8A}"/>
          </ac:spMkLst>
        </pc:spChg>
        <pc:spChg chg="add mod">
          <ac:chgData name="Phan Thanh Duy" userId="7fe205da-551d-4fae-b045-58d66fb40073" providerId="ADAL" clId="{A441D81C-AEF8-464D-902E-B6449B34371D}" dt="2026-10-06T08:09:06.325" v="2524" actId="1076"/>
          <ac:spMkLst>
            <pc:docMk/>
            <pc:sldMk cId="2610422756" sldId="325"/>
            <ac:spMk id="17" creationId="{A119E2EF-EFDD-C465-9DCA-8AC4A4399505}"/>
          </ac:spMkLst>
        </pc:spChg>
        <pc:spChg chg="add mod">
          <ac:chgData name="Phan Thanh Duy" userId="7fe205da-551d-4fae-b045-58d66fb40073" providerId="ADAL" clId="{A441D81C-AEF8-464D-902E-B6449B34371D}" dt="2026-10-06T08:10:53.381" v="2543"/>
          <ac:spMkLst>
            <pc:docMk/>
            <pc:sldMk cId="2610422756" sldId="325"/>
            <ac:spMk id="19" creationId="{F3387ECB-B4FA-8197-FA21-BAA0E13A1047}"/>
          </ac:spMkLst>
        </pc:spChg>
        <pc:spChg chg="del mod">
          <ac:chgData name="Phan Thanh Duy" userId="7fe205da-551d-4fae-b045-58d66fb40073" providerId="ADAL" clId="{A441D81C-AEF8-464D-902E-B6449B34371D}" dt="2026-10-07T07:20:23.992" v="6141" actId="478"/>
          <ac:spMkLst>
            <pc:docMk/>
            <pc:sldMk cId="2610422756" sldId="325"/>
            <ac:spMk id="23" creationId="{ADBAD4C6-3041-A2C6-7126-FBD2BE94DC91}"/>
          </ac:spMkLst>
        </pc:spChg>
        <pc:spChg chg="mod">
          <ac:chgData name="Phan Thanh Duy" userId="7fe205da-551d-4fae-b045-58d66fb40073" providerId="ADAL" clId="{A441D81C-AEF8-464D-902E-B6449B34371D}" dt="2026-10-06T07:43:58.253" v="2332" actId="20577"/>
          <ac:spMkLst>
            <pc:docMk/>
            <pc:sldMk cId="2610422756" sldId="325"/>
            <ac:spMk id="1039" creationId="{71776D9E-9DD6-1691-E6B0-7B1DF8AA8B12}"/>
          </ac:spMkLst>
        </pc:spChg>
        <pc:grpChg chg="mod">
          <ac:chgData name="Phan Thanh Duy" userId="7fe205da-551d-4fae-b045-58d66fb40073" providerId="ADAL" clId="{A441D81C-AEF8-464D-902E-B6449B34371D}" dt="2026-10-06T07:43:52.093" v="2315" actId="14100"/>
          <ac:grpSpMkLst>
            <pc:docMk/>
            <pc:sldMk cId="2610422756" sldId="325"/>
            <ac:grpSpMk id="1042" creationId="{781AF829-8B26-C8CD-BAAF-6310F7FB9CCF}"/>
          </ac:grpSpMkLst>
        </pc:grpChg>
        <pc:grpChg chg="mod">
          <ac:chgData name="Phan Thanh Duy" userId="7fe205da-551d-4fae-b045-58d66fb40073" providerId="ADAL" clId="{A441D81C-AEF8-464D-902E-B6449B34371D}" dt="2026-10-06T08:08:44.704" v="2520" actId="1076"/>
          <ac:grpSpMkLst>
            <pc:docMk/>
            <pc:sldMk cId="2610422756" sldId="325"/>
            <ac:grpSpMk id="1056" creationId="{2115F11A-675B-69B9-6143-4D238BE741F1}"/>
          </ac:grpSpMkLst>
        </pc:grpChg>
        <pc:grpChg chg="mod">
          <ac:chgData name="Phan Thanh Duy" userId="7fe205da-551d-4fae-b045-58d66fb40073" providerId="ADAL" clId="{A441D81C-AEF8-464D-902E-B6449B34371D}" dt="2026-10-06T08:08:44.704" v="2520" actId="1076"/>
          <ac:grpSpMkLst>
            <pc:docMk/>
            <pc:sldMk cId="2610422756" sldId="325"/>
            <ac:grpSpMk id="1061" creationId="{711806E7-8CF0-D52D-C0A4-28D80F9552E9}"/>
          </ac:grpSpMkLst>
        </pc:grpChg>
        <pc:picChg chg="add mod">
          <ac:chgData name="Phan Thanh Duy" userId="7fe205da-551d-4fae-b045-58d66fb40073" providerId="ADAL" clId="{A441D81C-AEF8-464D-902E-B6449B34371D}" dt="2026-10-06T08:08:55.028" v="2523" actId="1076"/>
          <ac:picMkLst>
            <pc:docMk/>
            <pc:sldMk cId="2610422756" sldId="325"/>
            <ac:picMk id="8" creationId="{AFE16B97-9C98-14BA-1EC6-34E3303DDC62}"/>
          </ac:picMkLst>
        </pc:picChg>
        <pc:picChg chg="add mod">
          <ac:chgData name="Phan Thanh Duy" userId="7fe205da-551d-4fae-b045-58d66fb40073" providerId="ADAL" clId="{A441D81C-AEF8-464D-902E-B6449B34371D}" dt="2026-10-06T08:09:06.325" v="2524" actId="1076"/>
          <ac:picMkLst>
            <pc:docMk/>
            <pc:sldMk cId="2610422756" sldId="325"/>
            <ac:picMk id="12" creationId="{BA5B7695-FAB7-0CD8-60A6-4A50CF4E394F}"/>
          </ac:picMkLst>
        </pc:picChg>
      </pc:sldChg>
      <pc:sldChg chg="modSp add mod modTransition">
        <pc:chgData name="Phan Thanh Duy" userId="7fe205da-551d-4fae-b045-58d66fb40073" providerId="ADAL" clId="{A441D81C-AEF8-464D-902E-B6449B34371D}" dt="2026-10-07T07:18:51.455" v="6140" actId="962"/>
        <pc:sldMkLst>
          <pc:docMk/>
          <pc:sldMk cId="1618851655" sldId="326"/>
        </pc:sldMkLst>
        <pc:spChg chg="mod">
          <ac:chgData name="Phan Thanh Duy" userId="7fe205da-551d-4fae-b045-58d66fb40073" providerId="ADAL" clId="{A441D81C-AEF8-464D-902E-B6449B34371D}" dt="2026-10-06T08:12:15.244" v="2557" actId="20577"/>
          <ac:spMkLst>
            <pc:docMk/>
            <pc:sldMk cId="1618851655" sldId="326"/>
            <ac:spMk id="19" creationId="{476C6EAA-B154-C53C-800C-202DF0A7D3F6}"/>
          </ac:spMkLst>
        </pc:spChg>
        <pc:spChg chg="mod">
          <ac:chgData name="Phan Thanh Duy" userId="7fe205da-551d-4fae-b045-58d66fb40073" providerId="ADAL" clId="{A441D81C-AEF8-464D-902E-B6449B34371D}" dt="2026-10-07T07:18:51.455" v="6140" actId="962"/>
          <ac:spMkLst>
            <pc:docMk/>
            <pc:sldMk cId="1618851655" sldId="326"/>
            <ac:spMk id="23" creationId="{FF66CDA0-5654-1398-C5A1-558FCEE858E8}"/>
          </ac:spMkLst>
        </pc:spChg>
        <pc:picChg chg="mod">
          <ac:chgData name="Phan Thanh Duy" userId="7fe205da-551d-4fae-b045-58d66fb40073" providerId="ADAL" clId="{A441D81C-AEF8-464D-902E-B6449B34371D}" dt="2026-10-06T08:11:28.913" v="2547" actId="14100"/>
          <ac:picMkLst>
            <pc:docMk/>
            <pc:sldMk cId="1618851655" sldId="326"/>
            <ac:picMk id="8" creationId="{BCDA59AE-A0F0-4141-BE55-44395270D302}"/>
          </ac:picMkLst>
        </pc:picChg>
        <pc:picChg chg="mod">
          <ac:chgData name="Phan Thanh Duy" userId="7fe205da-551d-4fae-b045-58d66fb40073" providerId="ADAL" clId="{A441D81C-AEF8-464D-902E-B6449B34371D}" dt="2026-10-06T08:11:44.830" v="2550" actId="14100"/>
          <ac:picMkLst>
            <pc:docMk/>
            <pc:sldMk cId="1618851655" sldId="326"/>
            <ac:picMk id="12" creationId="{675C2594-4774-7E68-19FA-EEA2D4C73473}"/>
          </ac:picMkLst>
        </pc:picChg>
      </pc:sldChg>
      <pc:sldChg chg="modSp add mod ord modTransition">
        <pc:chgData name="Phan Thanh Duy" userId="7fe205da-551d-4fae-b045-58d66fb40073" providerId="ADAL" clId="{A441D81C-AEF8-464D-902E-B6449B34371D}" dt="2026-10-07T06:48:34.236" v="5527" actId="962"/>
        <pc:sldMkLst>
          <pc:docMk/>
          <pc:sldMk cId="261101127" sldId="327"/>
        </pc:sldMkLst>
        <pc:spChg chg="mod">
          <ac:chgData name="Phan Thanh Duy" userId="7fe205da-551d-4fae-b045-58d66fb40073" providerId="ADAL" clId="{A441D81C-AEF8-464D-902E-B6449B34371D}" dt="2026-10-07T03:40:27.684" v="4584" actId="1076"/>
          <ac:spMkLst>
            <pc:docMk/>
            <pc:sldMk cId="261101127" sldId="327"/>
            <ac:spMk id="2" creationId="{0AFA97A6-0ABF-AF32-4650-772663227807}"/>
          </ac:spMkLst>
        </pc:spChg>
        <pc:spChg chg="mod">
          <ac:chgData name="Phan Thanh Duy" userId="7fe205da-551d-4fae-b045-58d66fb40073" providerId="ADAL" clId="{A441D81C-AEF8-464D-902E-B6449B34371D}" dt="2026-10-07T06:48:34.236" v="5527" actId="962"/>
          <ac:spMkLst>
            <pc:docMk/>
            <pc:sldMk cId="261101127" sldId="327"/>
            <ac:spMk id="1112" creationId="{80684CCA-BE9E-D357-A30B-52FB3D9BB0A4}"/>
          </ac:spMkLst>
        </pc:spChg>
        <pc:spChg chg="mod">
          <ac:chgData name="Phan Thanh Duy" userId="7fe205da-551d-4fae-b045-58d66fb40073" providerId="ADAL" clId="{A441D81C-AEF8-464D-902E-B6449B34371D}" dt="2026-10-07T03:40:27.684" v="4584" actId="1076"/>
          <ac:spMkLst>
            <pc:docMk/>
            <pc:sldMk cId="261101127" sldId="327"/>
            <ac:spMk id="1113" creationId="{237EA76C-FAB4-2EFC-D12F-9F5D78B5E542}"/>
          </ac:spMkLst>
        </pc:spChg>
        <pc:grpChg chg="mod">
          <ac:chgData name="Phan Thanh Duy" userId="7fe205da-551d-4fae-b045-58d66fb40073" providerId="ADAL" clId="{A441D81C-AEF8-464D-902E-B6449B34371D}" dt="2026-10-07T03:40:27.684" v="4584" actId="1076"/>
          <ac:grpSpMkLst>
            <pc:docMk/>
            <pc:sldMk cId="261101127" sldId="327"/>
            <ac:grpSpMk id="1115" creationId="{9115712C-9E48-3966-FDF7-7DC41FC5111E}"/>
          </ac:grpSpMkLst>
        </pc:grpChg>
        <pc:grpChg chg="mod">
          <ac:chgData name="Phan Thanh Duy" userId="7fe205da-551d-4fae-b045-58d66fb40073" providerId="ADAL" clId="{A441D81C-AEF8-464D-902E-B6449B34371D}" dt="2026-10-07T03:40:27.684" v="4584" actId="1076"/>
          <ac:grpSpMkLst>
            <pc:docMk/>
            <pc:sldMk cId="261101127" sldId="327"/>
            <ac:grpSpMk id="1146" creationId="{7DFF4AE0-4DE7-75DB-CE9B-7DA74A38210A}"/>
          </ac:grpSpMkLst>
        </pc:grpChg>
      </pc:sldChg>
      <pc:sldChg chg="modSp add del mod">
        <pc:chgData name="Phan Thanh Duy" userId="7fe205da-551d-4fae-b045-58d66fb40073" providerId="ADAL" clId="{A441D81C-AEF8-464D-902E-B6449B34371D}" dt="2026-10-06T09:02:48.127" v="2663" actId="47"/>
        <pc:sldMkLst>
          <pc:docMk/>
          <pc:sldMk cId="1052502190" sldId="328"/>
        </pc:sldMkLst>
        <pc:spChg chg="mod">
          <ac:chgData name="Phan Thanh Duy" userId="7fe205da-551d-4fae-b045-58d66fb40073" providerId="ADAL" clId="{A441D81C-AEF8-464D-902E-B6449B34371D}" dt="2026-10-06T09:01:54.193" v="2662" actId="1076"/>
          <ac:spMkLst>
            <pc:docMk/>
            <pc:sldMk cId="1052502190" sldId="328"/>
            <ac:spMk id="1363" creationId="{410E4942-6F62-A40C-CB96-7302AD3CAB01}"/>
          </ac:spMkLst>
        </pc:spChg>
        <pc:cxnChg chg="mod">
          <ac:chgData name="Phan Thanh Duy" userId="7fe205da-551d-4fae-b045-58d66fb40073" providerId="ADAL" clId="{A441D81C-AEF8-464D-902E-B6449B34371D}" dt="2026-10-06T09:01:54.193" v="2662" actId="1076"/>
          <ac:cxnSpMkLst>
            <pc:docMk/>
            <pc:sldMk cId="1052502190" sldId="328"/>
            <ac:cxnSpMk id="1364" creationId="{B746DDA5-305D-3944-3EC2-F1D25AE96A61}"/>
          </ac:cxnSpMkLst>
        </pc:cxnChg>
        <pc:cxnChg chg="mod">
          <ac:chgData name="Phan Thanh Duy" userId="7fe205da-551d-4fae-b045-58d66fb40073" providerId="ADAL" clId="{A441D81C-AEF8-464D-902E-B6449B34371D}" dt="2026-10-06T09:01:54.193" v="2662" actId="1076"/>
          <ac:cxnSpMkLst>
            <pc:docMk/>
            <pc:sldMk cId="1052502190" sldId="328"/>
            <ac:cxnSpMk id="1366" creationId="{A7819321-3634-37D1-1581-B63E58128783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5:32:35.414" v="5158" actId="255"/>
        <pc:sldMkLst>
          <pc:docMk/>
          <pc:sldMk cId="3006262485" sldId="328"/>
        </pc:sldMkLst>
        <pc:spChg chg="add mod">
          <ac:chgData name="Phan Thanh Duy" userId="7fe205da-551d-4fae-b045-58d66fb40073" providerId="ADAL" clId="{A441D81C-AEF8-464D-902E-B6449B34371D}" dt="2026-10-06T09:08:56.584" v="2961" actId="1076"/>
          <ac:spMkLst>
            <pc:docMk/>
            <pc:sldMk cId="3006262485" sldId="328"/>
            <ac:spMk id="5" creationId="{D6D5841A-19F3-D2F6-C2B8-224E68C80A85}"/>
          </ac:spMkLst>
        </pc:spChg>
        <pc:spChg chg="add mod">
          <ac:chgData name="Phan Thanh Duy" userId="7fe205da-551d-4fae-b045-58d66fb40073" providerId="ADAL" clId="{A441D81C-AEF8-464D-902E-B6449B34371D}" dt="2026-10-07T05:32:35.414" v="5158" actId="255"/>
          <ac:spMkLst>
            <pc:docMk/>
            <pc:sldMk cId="3006262485" sldId="328"/>
            <ac:spMk id="7" creationId="{94578FE3-DF60-7AC3-0C2E-65C8F0CB4964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026" creationId="{1316945A-A589-9000-0F5D-51EAAFA2E305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027" creationId="{D2B04DAB-2038-F157-4C65-D8E7C5DCFE33}"/>
          </ac:spMkLst>
        </pc:spChg>
        <pc:spChg chg="del">
          <ac:chgData name="Phan Thanh Duy" userId="7fe205da-551d-4fae-b045-58d66fb40073" providerId="ADAL" clId="{A441D81C-AEF8-464D-902E-B6449B34371D}" dt="2026-10-06T09:03:25.558" v="2666" actId="478"/>
          <ac:spMkLst>
            <pc:docMk/>
            <pc:sldMk cId="3006262485" sldId="328"/>
            <ac:spMk id="1029" creationId="{51192101-F081-71DF-3DF6-2BA47E8FAC49}"/>
          </ac:spMkLst>
        </pc:spChg>
        <pc:spChg chg="del">
          <ac:chgData name="Phan Thanh Duy" userId="7fe205da-551d-4fae-b045-58d66fb40073" providerId="ADAL" clId="{A441D81C-AEF8-464D-902E-B6449B34371D}" dt="2026-10-06T09:03:25.558" v="2666" actId="478"/>
          <ac:spMkLst>
            <pc:docMk/>
            <pc:sldMk cId="3006262485" sldId="328"/>
            <ac:spMk id="1362" creationId="{4D8AB283-B46B-798E-CC19-4858063A81E9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3" creationId="{2CFD54BA-A200-B92A-9D53-807C23248B37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5" creationId="{D3EA10D7-8F1F-C82B-09D6-D3447D38BBCC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8" creationId="{DCAFD8ED-2C74-E10A-F5CF-1EEA3108D60B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0" creationId="{40271C47-D5FC-140E-DD44-AD632066427F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1" creationId="{F086D075-A747-A3AF-C075-99463FA0921F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4" creationId="{AB6E29E5-F2D4-C9CE-32B3-50F98ABEDBE4}"/>
          </ac:spMkLst>
        </pc:spChg>
        <pc:picChg chg="add mod">
          <ac:chgData name="Phan Thanh Duy" userId="7fe205da-551d-4fae-b045-58d66fb40073" providerId="ADAL" clId="{A441D81C-AEF8-464D-902E-B6449B34371D}" dt="2026-10-06T09:09:01.333" v="2963" actId="1076"/>
          <ac:picMkLst>
            <pc:docMk/>
            <pc:sldMk cId="3006262485" sldId="328"/>
            <ac:picMk id="3" creationId="{13EE1591-7284-96D2-8771-E71A8BC23DDE}"/>
          </ac:picMkLst>
        </pc:picChg>
        <pc:cxnChg chg="add mod">
          <ac:chgData name="Phan Thanh Duy" userId="7fe205da-551d-4fae-b045-58d66fb40073" providerId="ADAL" clId="{A441D81C-AEF8-464D-902E-B6449B34371D}" dt="2026-10-07T03:37:21.515" v="4524" actId="1076"/>
          <ac:cxnSpMkLst>
            <pc:docMk/>
            <pc:sldMk cId="3006262485" sldId="328"/>
            <ac:cxnSpMk id="2" creationId="{E41B8614-91EB-55A4-889A-AAA306608F21}"/>
          </ac:cxnSpMkLst>
        </pc:cxnChg>
        <pc:cxnChg chg="add mod">
          <ac:chgData name="Phan Thanh Duy" userId="7fe205da-551d-4fae-b045-58d66fb40073" providerId="ADAL" clId="{A441D81C-AEF8-464D-902E-B6449B34371D}" dt="2026-10-07T03:37:31.866" v="4526" actId="1076"/>
          <ac:cxnSpMkLst>
            <pc:docMk/>
            <pc:sldMk cId="3006262485" sldId="328"/>
            <ac:cxnSpMk id="9" creationId="{3B2C8502-9208-59AE-2460-67417335AFF2}"/>
          </ac:cxnSpMkLst>
        </pc:cxnChg>
        <pc:cxnChg chg="del mod">
          <ac:chgData name="Phan Thanh Duy" userId="7fe205da-551d-4fae-b045-58d66fb40073" providerId="ADAL" clId="{A441D81C-AEF8-464D-902E-B6449B34371D}" dt="2026-10-06T09:03:22.994" v="2665" actId="478"/>
          <ac:cxnSpMkLst>
            <pc:docMk/>
            <pc:sldMk cId="3006262485" sldId="328"/>
            <ac:cxnSpMk id="1364" creationId="{5FCCF2D3-3308-84C4-7E11-C36DF1D3E32A}"/>
          </ac:cxnSpMkLst>
        </pc:cxnChg>
        <pc:cxnChg chg="del mod">
          <ac:chgData name="Phan Thanh Duy" userId="7fe205da-551d-4fae-b045-58d66fb40073" providerId="ADAL" clId="{A441D81C-AEF8-464D-902E-B6449B34371D}" dt="2026-10-06T09:03:22.994" v="2665" actId="478"/>
          <ac:cxnSpMkLst>
            <pc:docMk/>
            <pc:sldMk cId="3006262485" sldId="328"/>
            <ac:cxnSpMk id="1372" creationId="{2B36A279-6478-2BD4-902C-19939155D98A}"/>
          </ac:cxnSpMkLst>
        </pc:cxnChg>
      </pc:sldChg>
      <pc:sldChg chg="modSp add mod modTransition">
        <pc:chgData name="Phan Thanh Duy" userId="7fe205da-551d-4fae-b045-58d66fb40073" providerId="ADAL" clId="{A441D81C-AEF8-464D-902E-B6449B34371D}" dt="2026-10-07T03:41:07.576" v="4614" actId="1076"/>
        <pc:sldMkLst>
          <pc:docMk/>
          <pc:sldMk cId="1846340774" sldId="329"/>
        </pc:sldMkLst>
        <pc:spChg chg="mod">
          <ac:chgData name="Phan Thanh Duy" userId="7fe205da-551d-4fae-b045-58d66fb40073" providerId="ADAL" clId="{A441D81C-AEF8-464D-902E-B6449B34371D}" dt="2026-10-07T03:40:50.314" v="4612" actId="20577"/>
          <ac:spMkLst>
            <pc:docMk/>
            <pc:sldMk cId="1846340774" sldId="329"/>
            <ac:spMk id="23" creationId="{6213825F-654D-7F98-5883-BAFD8E73C5F4}"/>
          </ac:spMkLst>
        </pc:spChg>
        <pc:spChg chg="mod">
          <ac:chgData name="Phan Thanh Duy" userId="7fe205da-551d-4fae-b045-58d66fb40073" providerId="ADAL" clId="{A441D81C-AEF8-464D-902E-B6449B34371D}" dt="2026-10-07T03:41:07.576" v="4614" actId="1076"/>
          <ac:spMkLst>
            <pc:docMk/>
            <pc:sldMk cId="1846340774" sldId="329"/>
            <ac:spMk id="1039" creationId="{3BB3FCB4-FAC5-A6ED-1A97-36D8B783A037}"/>
          </ac:spMkLst>
        </pc:spChg>
      </pc:sldChg>
      <pc:sldChg chg="addSp delSp modSp add mod">
        <pc:chgData name="Phan Thanh Duy" userId="7fe205da-551d-4fae-b045-58d66fb40073" providerId="ADAL" clId="{A441D81C-AEF8-464D-902E-B6449B34371D}" dt="2026-10-07T03:42:00.716" v="4619"/>
        <pc:sldMkLst>
          <pc:docMk/>
          <pc:sldMk cId="3072166256" sldId="330"/>
        </pc:sldMkLst>
        <pc:spChg chg="mod">
          <ac:chgData name="Phan Thanh Duy" userId="7fe205da-551d-4fae-b045-58d66fb40073" providerId="ADAL" clId="{A441D81C-AEF8-464D-902E-B6449B34371D}" dt="2026-10-06T10:17:17.993" v="3016" actId="1076"/>
          <ac:spMkLst>
            <pc:docMk/>
            <pc:sldMk cId="3072166256" sldId="330"/>
            <ac:spMk id="7" creationId="{E9DDA520-4F56-C187-5488-FC9141C37135}"/>
          </ac:spMkLst>
        </pc:spChg>
        <pc:spChg chg="add del mod">
          <ac:chgData name="Phan Thanh Duy" userId="7fe205da-551d-4fae-b045-58d66fb40073" providerId="ADAL" clId="{A441D81C-AEF8-464D-902E-B6449B34371D}" dt="2026-10-07T03:41:57.862" v="4616" actId="478"/>
          <ac:spMkLst>
            <pc:docMk/>
            <pc:sldMk cId="3072166256" sldId="330"/>
            <ac:spMk id="8" creationId="{1B83319D-5213-9E2F-3C29-D331B89ECE7F}"/>
          </ac:spMkLst>
        </pc:spChg>
        <pc:spChg chg="add mod">
          <ac:chgData name="Phan Thanh Duy" userId="7fe205da-551d-4fae-b045-58d66fb40073" providerId="ADAL" clId="{A441D81C-AEF8-464D-902E-B6449B34371D}" dt="2026-10-07T03:42:00.716" v="4619"/>
          <ac:spMkLst>
            <pc:docMk/>
            <pc:sldMk cId="3072166256" sldId="330"/>
            <ac:spMk id="10" creationId="{14F05AC7-059C-248B-F82D-D965413BA54A}"/>
          </ac:spMkLst>
        </pc:spChg>
        <pc:spChg chg="mod">
          <ac:chgData name="Phan Thanh Duy" userId="7fe205da-551d-4fae-b045-58d66fb40073" providerId="ADAL" clId="{A441D81C-AEF8-464D-902E-B6449B34371D}" dt="2026-10-07T03:41:59.822" v="4618" actId="20577"/>
          <ac:spMkLst>
            <pc:docMk/>
            <pc:sldMk cId="3072166256" sldId="330"/>
            <ac:spMk id="23" creationId="{355B3659-F211-5DA8-3FA4-46BC932EA663}"/>
          </ac:spMkLst>
        </pc:spChg>
        <pc:spChg chg="del mod">
          <ac:chgData name="Phan Thanh Duy" userId="7fe205da-551d-4fae-b045-58d66fb40073" providerId="ADAL" clId="{A441D81C-AEF8-464D-902E-B6449B34371D}" dt="2026-10-07T03:41:54.802" v="4615" actId="478"/>
          <ac:spMkLst>
            <pc:docMk/>
            <pc:sldMk cId="3072166256" sldId="330"/>
            <ac:spMk id="1039" creationId="{01E461E7-4A64-BECC-EFDE-12109008838B}"/>
          </ac:spMkLst>
        </pc:spChg>
        <pc:picChg chg="mod">
          <ac:chgData name="Phan Thanh Duy" userId="7fe205da-551d-4fae-b045-58d66fb40073" providerId="ADAL" clId="{A441D81C-AEF8-464D-902E-B6449B34371D}" dt="2026-10-06T10:16:42.150" v="3001" actId="1076"/>
          <ac:picMkLst>
            <pc:docMk/>
            <pc:sldMk cId="3072166256" sldId="330"/>
            <ac:picMk id="3" creationId="{B3D6DA17-E598-88EA-C978-BA7DA161D164}"/>
          </ac:picMkLst>
        </pc:picChg>
        <pc:picChg chg="add mod">
          <ac:chgData name="Phan Thanh Duy" userId="7fe205da-551d-4fae-b045-58d66fb40073" providerId="ADAL" clId="{A441D81C-AEF8-464D-902E-B6449B34371D}" dt="2026-10-07T02:39:29.394" v="4310" actId="14100"/>
          <ac:picMkLst>
            <pc:docMk/>
            <pc:sldMk cId="3072166256" sldId="330"/>
            <ac:picMk id="5" creationId="{E604748D-B7B7-A73F-BDE0-4F80B03E41CA}"/>
          </ac:picMkLst>
        </pc:picChg>
        <pc:picChg chg="del">
          <ac:chgData name="Phan Thanh Duy" userId="7fe205da-551d-4fae-b045-58d66fb40073" providerId="ADAL" clId="{A441D81C-AEF8-464D-902E-B6449B34371D}" dt="2026-10-06T10:16:23.041" v="2993" actId="478"/>
          <ac:picMkLst>
            <pc:docMk/>
            <pc:sldMk cId="3072166256" sldId="330"/>
            <ac:picMk id="12" creationId="{7665E151-844E-1ED2-345C-918F49D78EE9}"/>
          </ac:picMkLst>
        </pc:picChg>
        <pc:cxnChg chg="mod">
          <ac:chgData name="Phan Thanh Duy" userId="7fe205da-551d-4fae-b045-58d66fb40073" providerId="ADAL" clId="{A441D81C-AEF8-464D-902E-B6449B34371D}" dt="2026-10-06T10:17:10.076" v="3014" actId="1076"/>
          <ac:cxnSpMkLst>
            <pc:docMk/>
            <pc:sldMk cId="3072166256" sldId="330"/>
            <ac:cxnSpMk id="16" creationId="{C8309687-3D39-67B4-8AE2-C1B2B5A884F8}"/>
          </ac:cxnSpMkLst>
        </pc:cxnChg>
        <pc:cxnChg chg="mod">
          <ac:chgData name="Phan Thanh Duy" userId="7fe205da-551d-4fae-b045-58d66fb40073" providerId="ADAL" clId="{A441D81C-AEF8-464D-902E-B6449B34371D}" dt="2026-10-06T10:17:11.809" v="3015" actId="1076"/>
          <ac:cxnSpMkLst>
            <pc:docMk/>
            <pc:sldMk cId="3072166256" sldId="330"/>
            <ac:cxnSpMk id="17" creationId="{1F7AB45D-4C8D-F5FB-26AC-74CC68406BCC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3:42:11.173" v="4624" actId="20577"/>
        <pc:sldMkLst>
          <pc:docMk/>
          <pc:sldMk cId="57099797" sldId="331"/>
        </pc:sldMkLst>
        <pc:spChg chg="add del mod">
          <ac:chgData name="Phan Thanh Duy" userId="7fe205da-551d-4fae-b045-58d66fb40073" providerId="ADAL" clId="{A441D81C-AEF8-464D-902E-B6449B34371D}" dt="2026-10-07T03:42:09.265" v="4621" actId="478"/>
          <ac:spMkLst>
            <pc:docMk/>
            <pc:sldMk cId="57099797" sldId="331"/>
            <ac:spMk id="5" creationId="{9E6411FE-8620-22F8-9470-3208D3D70452}"/>
          </ac:spMkLst>
        </pc:spChg>
        <pc:spChg chg="add mod">
          <ac:chgData name="Phan Thanh Duy" userId="7fe205da-551d-4fae-b045-58d66fb40073" providerId="ADAL" clId="{A441D81C-AEF8-464D-902E-B6449B34371D}" dt="2026-10-07T02:53:29.481" v="4408" actId="962"/>
          <ac:spMkLst>
            <pc:docMk/>
            <pc:sldMk cId="57099797" sldId="331"/>
            <ac:spMk id="6" creationId="{5A9FE4CD-0331-E7FD-E447-C609F4658E57}"/>
          </ac:spMkLst>
        </pc:spChg>
        <pc:spChg chg="add mod">
          <ac:chgData name="Phan Thanh Duy" userId="7fe205da-551d-4fae-b045-58d66fb40073" providerId="ADAL" clId="{A441D81C-AEF8-464D-902E-B6449B34371D}" dt="2026-10-07T03:42:09.787" v="4622"/>
          <ac:spMkLst>
            <pc:docMk/>
            <pc:sldMk cId="57099797" sldId="331"/>
            <ac:spMk id="8" creationId="{086DBD57-128E-261E-2F8C-86636EFE0B7F}"/>
          </ac:spMkLst>
        </pc:spChg>
        <pc:spChg chg="del">
          <ac:chgData name="Phan Thanh Duy" userId="7fe205da-551d-4fae-b045-58d66fb40073" providerId="ADAL" clId="{A441D81C-AEF8-464D-902E-B6449B34371D}" dt="2026-10-06T10:21:03.532" v="3065" actId="478"/>
          <ac:spMkLst>
            <pc:docMk/>
            <pc:sldMk cId="57099797" sldId="331"/>
            <ac:spMk id="13" creationId="{2663E8BD-CA68-1099-ABE1-9159180C7855}"/>
          </ac:spMkLst>
        </pc:spChg>
        <pc:spChg chg="mod">
          <ac:chgData name="Phan Thanh Duy" userId="7fe205da-551d-4fae-b045-58d66fb40073" providerId="ADAL" clId="{A441D81C-AEF8-464D-902E-B6449B34371D}" dt="2026-10-06T10:25:24.053" v="3105" actId="14100"/>
          <ac:spMkLst>
            <pc:docMk/>
            <pc:sldMk cId="57099797" sldId="331"/>
            <ac:spMk id="16" creationId="{FDCD9A6C-AF2F-3527-1F78-DD6BBBACC062}"/>
          </ac:spMkLst>
        </pc:spChg>
        <pc:spChg chg="add mod ord">
          <ac:chgData name="Phan Thanh Duy" userId="7fe205da-551d-4fae-b045-58d66fb40073" providerId="ADAL" clId="{A441D81C-AEF8-464D-902E-B6449B34371D}" dt="2026-10-06T10:23:34.891" v="3087" actId="14100"/>
          <ac:spMkLst>
            <pc:docMk/>
            <pc:sldMk cId="57099797" sldId="331"/>
            <ac:spMk id="17" creationId="{899E84D0-5138-28A5-58F2-E806CA42BEE4}"/>
          </ac:spMkLst>
        </pc:spChg>
        <pc:spChg chg="mod ord">
          <ac:chgData name="Phan Thanh Duy" userId="7fe205da-551d-4fae-b045-58d66fb40073" providerId="ADAL" clId="{A441D81C-AEF8-464D-902E-B6449B34371D}" dt="2026-10-06T10:25:24.053" v="3105" actId="14100"/>
          <ac:spMkLst>
            <pc:docMk/>
            <pc:sldMk cId="57099797" sldId="331"/>
            <ac:spMk id="18" creationId="{9761847B-F78F-BD74-35A5-C123A7C8B04F}"/>
          </ac:spMkLst>
        </pc:spChg>
        <pc:spChg chg="mod">
          <ac:chgData name="Phan Thanh Duy" userId="7fe205da-551d-4fae-b045-58d66fb40073" providerId="ADAL" clId="{A441D81C-AEF8-464D-902E-B6449B34371D}" dt="2026-10-07T03:42:11.173" v="4624" actId="20577"/>
          <ac:spMkLst>
            <pc:docMk/>
            <pc:sldMk cId="57099797" sldId="331"/>
            <ac:spMk id="23" creationId="{87D70DF4-4420-B202-AA91-DF2E72CFF243}"/>
          </ac:spMkLst>
        </pc:spChg>
        <pc:spChg chg="mod">
          <ac:chgData name="Phan Thanh Duy" userId="7fe205da-551d-4fae-b045-58d66fb40073" providerId="ADAL" clId="{A441D81C-AEF8-464D-902E-B6449B34371D}" dt="2026-10-06T10:21:09.862" v="3066" actId="1076"/>
          <ac:spMkLst>
            <pc:docMk/>
            <pc:sldMk cId="57099797" sldId="331"/>
            <ac:spMk id="26" creationId="{6F6E2AE9-D899-DE63-7277-8885E18A4AEE}"/>
          </ac:spMkLst>
        </pc:spChg>
        <pc:spChg chg="del mod">
          <ac:chgData name="Phan Thanh Duy" userId="7fe205da-551d-4fae-b045-58d66fb40073" providerId="ADAL" clId="{A441D81C-AEF8-464D-902E-B6449B34371D}" dt="2026-10-07T03:42:06.446" v="4620" actId="478"/>
          <ac:spMkLst>
            <pc:docMk/>
            <pc:sldMk cId="57099797" sldId="331"/>
            <ac:spMk id="1039" creationId="{ECC70925-3F68-FAA3-6765-1466AA9B8B08}"/>
          </ac:spMkLst>
        </pc:spChg>
        <pc:grpChg chg="mod">
          <ac:chgData name="Phan Thanh Duy" userId="7fe205da-551d-4fae-b045-58d66fb40073" providerId="ADAL" clId="{A441D81C-AEF8-464D-902E-B6449B34371D}" dt="2026-10-06T10:25:24.053" v="3105" actId="14100"/>
          <ac:grpSpMkLst>
            <pc:docMk/>
            <pc:sldMk cId="57099797" sldId="331"/>
            <ac:grpSpMk id="1061" creationId="{DCC20C9C-ABAE-B32D-6C7C-D7FF6A37AAC1}"/>
          </ac:grpSpMkLst>
        </pc:grpChg>
        <pc:picChg chg="add mod">
          <ac:chgData name="Phan Thanh Duy" userId="7fe205da-551d-4fae-b045-58d66fb40073" providerId="ADAL" clId="{A441D81C-AEF8-464D-902E-B6449B34371D}" dt="2026-10-06T10:25:00.952" v="3097" actId="1076"/>
          <ac:picMkLst>
            <pc:docMk/>
            <pc:sldMk cId="57099797" sldId="331"/>
            <ac:picMk id="3" creationId="{FB252C7D-666E-5D49-B3C0-D573A054924B}"/>
          </ac:picMkLst>
        </pc:picChg>
        <pc:picChg chg="del">
          <ac:chgData name="Phan Thanh Duy" userId="7fe205da-551d-4fae-b045-58d66fb40073" providerId="ADAL" clId="{A441D81C-AEF8-464D-902E-B6449B34371D}" dt="2026-10-06T10:20:08.677" v="3046" actId="478"/>
          <ac:picMkLst>
            <pc:docMk/>
            <pc:sldMk cId="57099797" sldId="331"/>
            <ac:picMk id="10" creationId="{7E8CA975-BC75-B662-864E-995565FE724F}"/>
          </ac:picMkLst>
        </pc:picChg>
        <pc:picChg chg="del">
          <ac:chgData name="Phan Thanh Duy" userId="7fe205da-551d-4fae-b045-58d66fb40073" providerId="ADAL" clId="{A441D81C-AEF8-464D-902E-B6449B34371D}" dt="2026-10-06T10:21:03.532" v="3065" actId="478"/>
          <ac:picMkLst>
            <pc:docMk/>
            <pc:sldMk cId="57099797" sldId="331"/>
            <ac:picMk id="15" creationId="{4C3D88E9-A6CF-7C65-3C69-42C285D6BA91}"/>
          </ac:picMkLst>
        </pc:picChg>
        <pc:cxnChg chg="add mod">
          <ac:chgData name="Phan Thanh Duy" userId="7fe205da-551d-4fae-b045-58d66fb40073" providerId="ADAL" clId="{A441D81C-AEF8-464D-902E-B6449B34371D}" dt="2026-10-06T10:25:42.630" v="3107" actId="1076"/>
          <ac:cxnSpMkLst>
            <pc:docMk/>
            <pc:sldMk cId="57099797" sldId="331"/>
            <ac:cxnSpMk id="7" creationId="{C0F0A309-A5F1-A665-C631-B19772040874}"/>
          </ac:cxnSpMkLst>
        </pc:cxnChg>
      </pc:sldChg>
      <pc:sldChg chg="addSp modSp add del mod">
        <pc:chgData name="Phan Thanh Duy" userId="7fe205da-551d-4fae-b045-58d66fb40073" providerId="ADAL" clId="{A441D81C-AEF8-464D-902E-B6449B34371D}" dt="2026-10-07T02:42:56.516" v="4330" actId="47"/>
        <pc:sldMkLst>
          <pc:docMk/>
          <pc:sldMk cId="3985805051" sldId="332"/>
        </pc:sldMkLst>
        <pc:spChg chg="add mod">
          <ac:chgData name="Phan Thanh Duy" userId="7fe205da-551d-4fae-b045-58d66fb40073" providerId="ADAL" clId="{A441D81C-AEF8-464D-902E-B6449B34371D}" dt="2026-10-06T10:26:46.124" v="3119" actId="1076"/>
          <ac:spMkLst>
            <pc:docMk/>
            <pc:sldMk cId="3985805051" sldId="332"/>
            <ac:spMk id="5" creationId="{F0A4D0BE-7B17-677F-E086-EB5FC5BB6D5D}"/>
          </ac:spMkLst>
        </pc:spChg>
        <pc:spChg chg="mod">
          <ac:chgData name="Phan Thanh Duy" userId="7fe205da-551d-4fae-b045-58d66fb40073" providerId="ADAL" clId="{A441D81C-AEF8-464D-902E-B6449B34371D}" dt="2026-10-06T10:26:41.799" v="3118" actId="1076"/>
          <ac:spMkLst>
            <pc:docMk/>
            <pc:sldMk cId="3985805051" sldId="332"/>
            <ac:spMk id="26" creationId="{02962356-39DA-BF8A-EE5C-30FD5EEA9FAB}"/>
          </ac:spMkLst>
        </pc:spChg>
        <pc:spChg chg="mod">
          <ac:chgData name="Phan Thanh Duy" userId="7fe205da-551d-4fae-b045-58d66fb40073" providerId="ADAL" clId="{A441D81C-AEF8-464D-902E-B6449B34371D}" dt="2026-10-06T10:27:35.599" v="3121"/>
          <ac:spMkLst>
            <pc:docMk/>
            <pc:sldMk cId="3985805051" sldId="332"/>
            <ac:spMk id="1024" creationId="{5A059649-46E5-D838-84BC-6EBE50B6A1D2}"/>
          </ac:spMkLst>
        </pc:spChg>
        <pc:cxnChg chg="mod">
          <ac:chgData name="Phan Thanh Duy" userId="7fe205da-551d-4fae-b045-58d66fb40073" providerId="ADAL" clId="{A441D81C-AEF8-464D-902E-B6449B34371D}" dt="2026-10-06T10:26:46.124" v="3119" actId="1076"/>
          <ac:cxnSpMkLst>
            <pc:docMk/>
            <pc:sldMk cId="3985805051" sldId="332"/>
            <ac:cxnSpMk id="7" creationId="{11311DA6-FD23-08CE-A351-B520BEC1A1FF}"/>
          </ac:cxnSpMkLst>
        </pc:cxnChg>
        <pc:cxnChg chg="mod">
          <ac:chgData name="Phan Thanh Duy" userId="7fe205da-551d-4fae-b045-58d66fb40073" providerId="ADAL" clId="{A441D81C-AEF8-464D-902E-B6449B34371D}" dt="2026-10-06T10:26:41.799" v="3118" actId="1076"/>
          <ac:cxnSpMkLst>
            <pc:docMk/>
            <pc:sldMk cId="3985805051" sldId="332"/>
            <ac:cxnSpMk id="27" creationId="{06B46706-5E8C-73B8-501B-F95EE77C0F9E}"/>
          </ac:cxnSpMkLst>
        </pc:cxnChg>
      </pc:sldChg>
      <pc:sldChg chg="addSp delSp modSp add mod addAnim delAnim modAnim">
        <pc:chgData name="Phan Thanh Duy" userId="7fe205da-551d-4fae-b045-58d66fb40073" providerId="ADAL" clId="{A441D81C-AEF8-464D-902E-B6449B34371D}" dt="2026-10-07T06:51:07.291" v="5546" actId="114"/>
        <pc:sldMkLst>
          <pc:docMk/>
          <pc:sldMk cId="946336030" sldId="333"/>
        </pc:sldMkLst>
        <pc:spChg chg="add mod">
          <ac:chgData name="Phan Thanh Duy" userId="7fe205da-551d-4fae-b045-58d66fb40073" providerId="ADAL" clId="{A441D81C-AEF8-464D-902E-B6449B34371D}" dt="2026-10-07T04:01:38.774" v="4726" actId="20578"/>
          <ac:spMkLst>
            <pc:docMk/>
            <pc:sldMk cId="946336030" sldId="333"/>
            <ac:spMk id="3" creationId="{02E04AAB-80C9-6F1A-8841-5EAAEEB23C4B}"/>
          </ac:spMkLst>
        </pc:spChg>
        <pc:spChg chg="mod">
          <ac:chgData name="Phan Thanh Duy" userId="7fe205da-551d-4fae-b045-58d66fb40073" providerId="ADAL" clId="{A441D81C-AEF8-464D-902E-B6449B34371D}" dt="2026-10-07T02:53:41.448" v="4409" actId="962"/>
          <ac:spMkLst>
            <pc:docMk/>
            <pc:sldMk cId="946336030" sldId="333"/>
            <ac:spMk id="6" creationId="{4F1E80F3-7EB1-B608-79DC-D137195330B8}"/>
          </ac:spMkLst>
        </pc:spChg>
        <pc:spChg chg="add mod">
          <ac:chgData name="Phan Thanh Duy" userId="7fe205da-551d-4fae-b045-58d66fb40073" providerId="ADAL" clId="{A441D81C-AEF8-464D-902E-B6449B34371D}" dt="2026-10-07T06:51:07.291" v="5546" actId="114"/>
          <ac:spMkLst>
            <pc:docMk/>
            <pc:sldMk cId="946336030" sldId="333"/>
            <ac:spMk id="13" creationId="{2EF5CB4E-ACA4-6B91-34A1-920EF48F08AE}"/>
          </ac:spMkLst>
        </pc:spChg>
        <pc:spChg chg="add mod">
          <ac:chgData name="Phan Thanh Duy" userId="7fe205da-551d-4fae-b045-58d66fb40073" providerId="ADAL" clId="{A441D81C-AEF8-464D-902E-B6449B34371D}" dt="2026-10-07T03:58:36.474" v="4715"/>
          <ac:spMkLst>
            <pc:docMk/>
            <pc:sldMk cId="946336030" sldId="333"/>
            <ac:spMk id="14" creationId="{95333B48-EDFE-0C90-1344-ABC93CF0C5C0}"/>
          </ac:spMkLst>
        </pc:spChg>
        <pc:spChg chg="add del mod">
          <ac:chgData name="Phan Thanh Duy" userId="7fe205da-551d-4fae-b045-58d66fb40073" providerId="ADAL" clId="{A441D81C-AEF8-464D-902E-B6449B34371D}" dt="2026-10-07T03:58:38.870" v="4717" actId="478"/>
          <ac:spMkLst>
            <pc:docMk/>
            <pc:sldMk cId="946336030" sldId="333"/>
            <ac:spMk id="16" creationId="{9B2B0F13-74A4-004C-7CF9-735EB28DC91F}"/>
          </ac:spMkLst>
        </pc:spChg>
        <pc:spChg chg="mod">
          <ac:chgData name="Phan Thanh Duy" userId="7fe205da-551d-4fae-b045-58d66fb40073" providerId="ADAL" clId="{A441D81C-AEF8-464D-902E-B6449B34371D}" dt="2026-10-07T03:43:24.981" v="4630" actId="20577"/>
          <ac:spMkLst>
            <pc:docMk/>
            <pc:sldMk cId="946336030" sldId="333"/>
            <ac:spMk id="17" creationId="{747C74A9-2F25-DEF0-0D39-E21BA325E99E}"/>
          </ac:spMkLst>
        </pc:spChg>
        <pc:spChg chg="add mod">
          <ac:chgData name="Phan Thanh Duy" userId="7fe205da-551d-4fae-b045-58d66fb40073" providerId="ADAL" clId="{A441D81C-AEF8-464D-902E-B6449B34371D}" dt="2026-10-07T03:58:39.182" v="4718"/>
          <ac:spMkLst>
            <pc:docMk/>
            <pc:sldMk cId="946336030" sldId="333"/>
            <ac:spMk id="18" creationId="{6FFDED7C-1FE5-BF13-4134-3B08293E8079}"/>
          </ac:spMkLst>
        </pc:spChg>
        <pc:spChg chg="del">
          <ac:chgData name="Phan Thanh Duy" userId="7fe205da-551d-4fae-b045-58d66fb40073" providerId="ADAL" clId="{A441D81C-AEF8-464D-902E-B6449B34371D}" dt="2026-10-07T02:59:17.857" v="4412" actId="478"/>
          <ac:spMkLst>
            <pc:docMk/>
            <pc:sldMk cId="946336030" sldId="333"/>
            <ac:spMk id="22" creationId="{762072BE-4765-9C13-AF47-42F2ED2CFEBC}"/>
          </ac:spMkLst>
        </pc:spChg>
        <pc:spChg chg="mod">
          <ac:chgData name="Phan Thanh Duy" userId="7fe205da-551d-4fae-b045-58d66fb40073" providerId="ADAL" clId="{A441D81C-AEF8-464D-902E-B6449B34371D}" dt="2026-10-07T03:58:42.019" v="4720" actId="20577"/>
          <ac:spMkLst>
            <pc:docMk/>
            <pc:sldMk cId="946336030" sldId="333"/>
            <ac:spMk id="23" creationId="{BF1E84F7-DEAF-6FC6-2297-AFA2C6359B03}"/>
          </ac:spMkLst>
        </pc:spChg>
        <pc:spChg chg="mod">
          <ac:chgData name="Phan Thanh Duy" userId="7fe205da-551d-4fae-b045-58d66fb40073" providerId="ADAL" clId="{A441D81C-AEF8-464D-902E-B6449B34371D}" dt="2026-10-07T03:00:51.685" v="4419" actId="14100"/>
          <ac:spMkLst>
            <pc:docMk/>
            <pc:sldMk cId="946336030" sldId="333"/>
            <ac:spMk id="1034" creationId="{1D8FC97A-EA16-38AF-32FD-37965FB38F98}"/>
          </ac:spMkLst>
        </pc:spChg>
        <pc:spChg chg="del">
          <ac:chgData name="Phan Thanh Duy" userId="7fe205da-551d-4fae-b045-58d66fb40073" providerId="ADAL" clId="{A441D81C-AEF8-464D-902E-B6449B34371D}" dt="2026-10-07T03:58:37.422" v="4716" actId="478"/>
          <ac:spMkLst>
            <pc:docMk/>
            <pc:sldMk cId="946336030" sldId="333"/>
            <ac:spMk id="1039" creationId="{1B682016-BE04-D304-2321-EA8619A15205}"/>
          </ac:spMkLst>
        </pc:spChg>
        <pc:picChg chg="del">
          <ac:chgData name="Phan Thanh Duy" userId="7fe205da-551d-4fae-b045-58d66fb40073" providerId="ADAL" clId="{A441D81C-AEF8-464D-902E-B6449B34371D}" dt="2026-10-07T03:00:45.470" v="4417" actId="478"/>
          <ac:picMkLst>
            <pc:docMk/>
            <pc:sldMk cId="946336030" sldId="333"/>
            <ac:picMk id="20" creationId="{292E7DB7-9F14-F85C-5CC9-BC8669EB837B}"/>
          </ac:picMkLst>
        </pc:picChg>
        <pc:cxnChg chg="del">
          <ac:chgData name="Phan Thanh Duy" userId="7fe205da-551d-4fae-b045-58d66fb40073" providerId="ADAL" clId="{A441D81C-AEF8-464D-902E-B6449B34371D}" dt="2026-10-07T04:30:44.142" v="4888" actId="478"/>
          <ac:cxnSpMkLst>
            <pc:docMk/>
            <pc:sldMk cId="946336030" sldId="333"/>
            <ac:cxnSpMk id="7" creationId="{0CD0BADB-31A2-A3F7-8AD9-BD51178CD709}"/>
          </ac:cxnSpMkLst>
        </pc:cxnChg>
        <pc:cxnChg chg="add del mod">
          <ac:chgData name="Phan Thanh Duy" userId="7fe205da-551d-4fae-b045-58d66fb40073" providerId="ADAL" clId="{A441D81C-AEF8-464D-902E-B6449B34371D}" dt="2026-10-07T04:34:19.742" v="4906" actId="478"/>
          <ac:cxnSpMkLst>
            <pc:docMk/>
            <pc:sldMk cId="946336030" sldId="333"/>
            <ac:cxnSpMk id="8" creationId="{015A3953-F667-D269-39E0-CD40AFBBD2A5}"/>
          </ac:cxnSpMkLst>
        </pc:cxnChg>
        <pc:cxnChg chg="del mod">
          <ac:chgData name="Phan Thanh Duy" userId="7fe205da-551d-4fae-b045-58d66fb40073" providerId="ADAL" clId="{A441D81C-AEF8-464D-902E-B6449B34371D}" dt="2026-10-07T04:34:11.045" v="4902" actId="478"/>
          <ac:cxnSpMkLst>
            <pc:docMk/>
            <pc:sldMk cId="946336030" sldId="333"/>
            <ac:cxnSpMk id="10" creationId="{A0353CDC-FC52-A3DE-B4B0-F9A638B179A1}"/>
          </ac:cxnSpMkLst>
        </pc:cxnChg>
        <pc:cxnChg chg="add mod">
          <ac:chgData name="Phan Thanh Duy" userId="7fe205da-551d-4fae-b045-58d66fb40073" providerId="ADAL" clId="{A441D81C-AEF8-464D-902E-B6449B34371D}" dt="2026-10-07T04:32:23.655" v="4900" actId="14100"/>
          <ac:cxnSpMkLst>
            <pc:docMk/>
            <pc:sldMk cId="946336030" sldId="333"/>
            <ac:cxnSpMk id="19" creationId="{E2F0D906-7E00-A9A5-661A-2AA48578F463}"/>
          </ac:cxnSpMkLst>
        </pc:cxnChg>
        <pc:cxnChg chg="del mod">
          <ac:chgData name="Phan Thanh Duy" userId="7fe205da-551d-4fae-b045-58d66fb40073" providerId="ADAL" clId="{A441D81C-AEF8-464D-902E-B6449B34371D}" dt="2026-10-07T02:59:17.857" v="4412" actId="478"/>
          <ac:cxnSpMkLst>
            <pc:docMk/>
            <pc:sldMk cId="946336030" sldId="333"/>
            <ac:cxnSpMk id="24" creationId="{6C7F22F4-CE0E-E0D3-D0AA-5FBB6667E20A}"/>
          </ac:cxnSpMkLst>
        </pc:cxnChg>
        <pc:cxnChg chg="add mod">
          <ac:chgData name="Phan Thanh Duy" userId="7fe205da-551d-4fae-b045-58d66fb40073" providerId="ADAL" clId="{A441D81C-AEF8-464D-902E-B6449B34371D}" dt="2026-10-07T04:34:11.398" v="4903"/>
          <ac:cxnSpMkLst>
            <pc:docMk/>
            <pc:sldMk cId="946336030" sldId="333"/>
            <ac:cxnSpMk id="25" creationId="{DE2DE41E-C77A-418A-9142-E4DCAB656B94}"/>
          </ac:cxnSpMkLst>
        </pc:cxnChg>
        <pc:cxnChg chg="add mod">
          <ac:chgData name="Phan Thanh Duy" userId="7fe205da-551d-4fae-b045-58d66fb40073" providerId="ADAL" clId="{A441D81C-AEF8-464D-902E-B6449B34371D}" dt="2026-10-07T04:34:20.048" v="4907"/>
          <ac:cxnSpMkLst>
            <pc:docMk/>
            <pc:sldMk cId="946336030" sldId="333"/>
            <ac:cxnSpMk id="28" creationId="{0E410FA2-27AD-4A23-32F5-CD07CCBFCAD6}"/>
          </ac:cxnSpMkLst>
        </pc:cxnChg>
        <pc:cxnChg chg="del">
          <ac:chgData name="Phan Thanh Duy" userId="7fe205da-551d-4fae-b045-58d66fb40073" providerId="ADAL" clId="{A441D81C-AEF8-464D-902E-B6449B34371D}" dt="2026-10-07T03:00:48.386" v="4418" actId="478"/>
          <ac:cxnSpMkLst>
            <pc:docMk/>
            <pc:sldMk cId="946336030" sldId="333"/>
            <ac:cxnSpMk id="29" creationId="{3E6D2EA5-1FD9-A41E-CA19-E7F156A6312E}"/>
          </ac:cxnSpMkLst>
        </pc:cxnChg>
        <pc:cxnChg chg="del">
          <ac:chgData name="Phan Thanh Duy" userId="7fe205da-551d-4fae-b045-58d66fb40073" providerId="ADAL" clId="{A441D81C-AEF8-464D-902E-B6449B34371D}" dt="2026-10-07T03:00:48.386" v="4418" actId="478"/>
          <ac:cxnSpMkLst>
            <pc:docMk/>
            <pc:sldMk cId="946336030" sldId="333"/>
            <ac:cxnSpMk id="1025" creationId="{B3A41A73-16AF-1B30-AB90-DB8A3A23515C}"/>
          </ac:cxnSpMkLst>
        </pc:cxnChg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3381262676" sldId="334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2064647016" sldId="335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544355724" sldId="336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1639352003" sldId="337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3735159372" sldId="338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2592141811" sldId="339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471639748" sldId="340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2038032505" sldId="341"/>
        </pc:sldMkLst>
      </pc:sldChg>
      <pc:sldChg chg="add del">
        <pc:chgData name="Phan Thanh Duy" userId="7fe205da-551d-4fae-b045-58d66fb40073" providerId="ADAL" clId="{A441D81C-AEF8-464D-902E-B6449B34371D}" dt="2026-10-07T03:58:58.782" v="4721" actId="47"/>
        <pc:sldMkLst>
          <pc:docMk/>
          <pc:sldMk cId="14426336" sldId="342"/>
        </pc:sldMkLst>
      </pc:sldChg>
      <pc:sldChg chg="modSp add mod ord">
        <pc:chgData name="Phan Thanh Duy" userId="7fe205da-551d-4fae-b045-58d66fb40073" providerId="ADAL" clId="{A441D81C-AEF8-464D-902E-B6449B34371D}" dt="2026-10-07T07:18:33.317" v="6139" actId="962"/>
        <pc:sldMkLst>
          <pc:docMk/>
          <pc:sldMk cId="728692313" sldId="343"/>
        </pc:sldMkLst>
        <pc:spChg chg="mod">
          <ac:chgData name="Phan Thanh Duy" userId="7fe205da-551d-4fae-b045-58d66fb40073" providerId="ADAL" clId="{A441D81C-AEF8-464D-902E-B6449B34371D}" dt="2026-10-06T10:57:49.693" v="3181" actId="14100"/>
          <ac:spMkLst>
            <pc:docMk/>
            <pc:sldMk cId="728692313" sldId="343"/>
            <ac:spMk id="2" creationId="{F5873239-A9B7-5D19-54C1-EAFFC9D541EC}"/>
          </ac:spMkLst>
        </pc:spChg>
        <pc:spChg chg="mod">
          <ac:chgData name="Phan Thanh Duy" userId="7fe205da-551d-4fae-b045-58d66fb40073" providerId="ADAL" clId="{A441D81C-AEF8-464D-902E-B6449B34371D}" dt="2026-10-07T07:18:33.317" v="6139" actId="962"/>
          <ac:spMkLst>
            <pc:docMk/>
            <pc:sldMk cId="728692313" sldId="343"/>
            <ac:spMk id="1112" creationId="{650D0341-60E6-7281-4F9D-5C5E9FAC2659}"/>
          </ac:spMkLst>
        </pc:spChg>
        <pc:spChg chg="mod">
          <ac:chgData name="Phan Thanh Duy" userId="7fe205da-551d-4fae-b045-58d66fb40073" providerId="ADAL" clId="{A441D81C-AEF8-464D-902E-B6449B34371D}" dt="2026-10-06T10:57:40.076" v="3141" actId="14100"/>
          <ac:spMkLst>
            <pc:docMk/>
            <pc:sldMk cId="728692313" sldId="343"/>
            <ac:spMk id="1113" creationId="{D247B236-22BE-DA9E-127D-B29599528ACB}"/>
          </ac:spMkLst>
        </pc:spChg>
      </pc:sldChg>
      <pc:sldChg chg="add del">
        <pc:chgData name="Phan Thanh Duy" userId="7fe205da-551d-4fae-b045-58d66fb40073" providerId="ADAL" clId="{A441D81C-AEF8-464D-902E-B6449B34371D}" dt="2026-10-06T11:00:06.477" v="3185" actId="47"/>
        <pc:sldMkLst>
          <pc:docMk/>
          <pc:sldMk cId="2302155610" sldId="344"/>
        </pc:sldMkLst>
      </pc:sldChg>
      <pc:sldChg chg="addSp delSp modSp add del mod">
        <pc:chgData name="Phan Thanh Duy" userId="7fe205da-551d-4fae-b045-58d66fb40073" providerId="ADAL" clId="{A441D81C-AEF8-464D-902E-B6449B34371D}" dt="2026-10-06T11:00:02.691" v="3184" actId="47"/>
        <pc:sldMkLst>
          <pc:docMk/>
          <pc:sldMk cId="2299742626" sldId="345"/>
        </pc:sldMkLst>
        <pc:spChg chg="del">
          <ac:chgData name="Phan Thanh Duy" userId="7fe205da-551d-4fae-b045-58d66fb40073" providerId="ADAL" clId="{A441D81C-AEF8-464D-902E-B6449B34371D}" dt="2026-10-06T10:59:32.896" v="3182" actId="478"/>
          <ac:spMkLst>
            <pc:docMk/>
            <pc:sldMk cId="2299742626" sldId="345"/>
            <ac:spMk id="7" creationId="{885846D6-F47A-72EE-3E83-61D0AD3A527D}"/>
          </ac:spMkLst>
        </pc:spChg>
        <pc:spChg chg="add del mod">
          <ac:chgData name="Phan Thanh Duy" userId="7fe205da-551d-4fae-b045-58d66fb40073" providerId="ADAL" clId="{A441D81C-AEF8-464D-902E-B6449B34371D}" dt="2026-10-06T10:59:38.271" v="3183" actId="478"/>
          <ac:spMkLst>
            <pc:docMk/>
            <pc:sldMk cId="2299742626" sldId="345"/>
            <ac:spMk id="8" creationId="{3426F21F-B1E2-37BD-880D-7D4F0379A0C0}"/>
          </ac:spMkLst>
        </pc:spChg>
        <pc:picChg chg="del">
          <ac:chgData name="Phan Thanh Duy" userId="7fe205da-551d-4fae-b045-58d66fb40073" providerId="ADAL" clId="{A441D81C-AEF8-464D-902E-B6449B34371D}" dt="2026-10-06T10:59:32.896" v="3182" actId="478"/>
          <ac:picMkLst>
            <pc:docMk/>
            <pc:sldMk cId="2299742626" sldId="345"/>
            <ac:picMk id="3" creationId="{352B4B5D-CF2C-0422-B28F-34B4C335EFB6}"/>
          </ac:picMkLst>
        </pc:picChg>
        <pc:picChg chg="del">
          <ac:chgData name="Phan Thanh Duy" userId="7fe205da-551d-4fae-b045-58d66fb40073" providerId="ADAL" clId="{A441D81C-AEF8-464D-902E-B6449B34371D}" dt="2026-10-06T10:59:32.896" v="3182" actId="478"/>
          <ac:picMkLst>
            <pc:docMk/>
            <pc:sldMk cId="2299742626" sldId="345"/>
            <ac:picMk id="5" creationId="{D06741A4-1E7B-8EC5-BDF3-820DE201F745}"/>
          </ac:picMkLst>
        </pc:picChg>
        <pc:cxnChg chg="del">
          <ac:chgData name="Phan Thanh Duy" userId="7fe205da-551d-4fae-b045-58d66fb40073" providerId="ADAL" clId="{A441D81C-AEF8-464D-902E-B6449B34371D}" dt="2026-10-06T10:59:38.271" v="3183" actId="478"/>
          <ac:cxnSpMkLst>
            <pc:docMk/>
            <pc:sldMk cId="2299742626" sldId="345"/>
            <ac:cxnSpMk id="16" creationId="{5F0EF39E-23AE-FC3B-68A0-1360AAA01C69}"/>
          </ac:cxnSpMkLst>
        </pc:cxnChg>
      </pc:sldChg>
      <pc:sldChg chg="add del">
        <pc:chgData name="Phan Thanh Duy" userId="7fe205da-551d-4fae-b045-58d66fb40073" providerId="ADAL" clId="{A441D81C-AEF8-464D-902E-B6449B34371D}" dt="2026-10-06T11:00:02.691" v="3184" actId="47"/>
        <pc:sldMkLst>
          <pc:docMk/>
          <pc:sldMk cId="2721067345" sldId="346"/>
        </pc:sldMkLst>
      </pc:sldChg>
      <pc:sldChg chg="addSp delSp modSp add mod ord addAnim delAnim modAnim">
        <pc:chgData name="Phan Thanh Duy" userId="7fe205da-551d-4fae-b045-58d66fb40073" providerId="ADAL" clId="{A441D81C-AEF8-464D-902E-B6449B34371D}" dt="2026-10-07T07:18:15.892" v="6135" actId="962"/>
        <pc:sldMkLst>
          <pc:docMk/>
          <pc:sldMk cId="1830603940" sldId="347"/>
        </pc:sldMkLst>
        <pc:spChg chg="mod">
          <ac:chgData name="Phan Thanh Duy" userId="7fe205da-551d-4fae-b045-58d66fb40073" providerId="ADAL" clId="{A441D81C-AEF8-464D-902E-B6449B34371D}" dt="2026-10-07T03:34:17.336" v="4500" actId="14100"/>
          <ac:spMkLst>
            <pc:docMk/>
            <pc:sldMk cId="1830603940" sldId="347"/>
            <ac:spMk id="3" creationId="{2EB84D43-DEFB-2D35-9C67-7A1106FE0FBB}"/>
          </ac:spMkLst>
        </pc:spChg>
        <pc:spChg chg="add del">
          <ac:chgData name="Phan Thanh Duy" userId="7fe205da-551d-4fae-b045-58d66fb40073" providerId="ADAL" clId="{A441D81C-AEF8-464D-902E-B6449B34371D}" dt="2026-10-06T11:12:52.219" v="3192" actId="22"/>
          <ac:spMkLst>
            <pc:docMk/>
            <pc:sldMk cId="1830603940" sldId="347"/>
            <ac:spMk id="6" creationId="{4D07967D-D1DA-3A26-45F8-8DBAA49E8A42}"/>
          </ac:spMkLst>
        </pc:spChg>
        <pc:spChg chg="mod">
          <ac:chgData name="Phan Thanh Duy" userId="7fe205da-551d-4fae-b045-58d66fb40073" providerId="ADAL" clId="{A441D81C-AEF8-464D-902E-B6449B34371D}" dt="2026-10-07T06:52:55.584" v="5556" actId="114"/>
          <ac:spMkLst>
            <pc:docMk/>
            <pc:sldMk cId="1830603940" sldId="347"/>
            <ac:spMk id="8" creationId="{965FD071-2C18-8E2A-2AD9-3B97FE3DA0F7}"/>
          </ac:spMkLst>
        </pc:spChg>
        <pc:spChg chg="add del mod">
          <ac:chgData name="Phan Thanh Duy" userId="7fe205da-551d-4fae-b045-58d66fb40073" providerId="ADAL" clId="{A441D81C-AEF8-464D-902E-B6449B34371D}" dt="2026-10-06T15:19:37.304" v="3920" actId="478"/>
          <ac:spMkLst>
            <pc:docMk/>
            <pc:sldMk cId="1830603940" sldId="347"/>
            <ac:spMk id="13" creationId="{39382F29-6813-3B06-1B13-B7DB3683CDDC}"/>
          </ac:spMkLst>
        </pc:spChg>
        <pc:spChg chg="add mod ord">
          <ac:chgData name="Phan Thanh Duy" userId="7fe205da-551d-4fae-b045-58d66fb40073" providerId="ADAL" clId="{A441D81C-AEF8-464D-902E-B6449B34371D}" dt="2026-10-07T03:35:00.876" v="4514" actId="208"/>
          <ac:spMkLst>
            <pc:docMk/>
            <pc:sldMk cId="1830603940" sldId="347"/>
            <ac:spMk id="13" creationId="{433C5BA9-950B-E0E5-DCF0-88AEBFF62706}"/>
          </ac:spMkLst>
        </pc:spChg>
        <pc:spChg chg="add mod">
          <ac:chgData name="Phan Thanh Duy" userId="7fe205da-551d-4fae-b045-58d66fb40073" providerId="ADAL" clId="{A441D81C-AEF8-464D-902E-B6449B34371D}" dt="2026-10-06T15:19:37.768" v="3921"/>
          <ac:spMkLst>
            <pc:docMk/>
            <pc:sldMk cId="1830603940" sldId="347"/>
            <ac:spMk id="14" creationId="{9EC655E1-5838-EE3E-AC17-217F6CB5B606}"/>
          </ac:spMkLst>
        </pc:spChg>
        <pc:spChg chg="del">
          <ac:chgData name="Phan Thanh Duy" userId="7fe205da-551d-4fae-b045-58d66fb40073" providerId="ADAL" clId="{A441D81C-AEF8-464D-902E-B6449B34371D}" dt="2026-10-06T11:12:27.316" v="3187" actId="478"/>
          <ac:spMkLst>
            <pc:docMk/>
            <pc:sldMk cId="1830603940" sldId="347"/>
            <ac:spMk id="14" creationId="{CBA7DFDB-0197-6B33-1B00-8D65C1B91508}"/>
          </ac:spMkLst>
        </pc:spChg>
        <pc:spChg chg="del mod">
          <ac:chgData name="Phan Thanh Duy" userId="7fe205da-551d-4fae-b045-58d66fb40073" providerId="ADAL" clId="{A441D81C-AEF8-464D-902E-B6449B34371D}" dt="2026-10-06T11:18:03.542" v="3291" actId="478"/>
          <ac:spMkLst>
            <pc:docMk/>
            <pc:sldMk cId="1830603940" sldId="347"/>
            <ac:spMk id="16" creationId="{6556D7A6-7384-F211-B648-19A842D13A06}"/>
          </ac:spMkLst>
        </pc:spChg>
        <pc:spChg chg="mod">
          <ac:chgData name="Phan Thanh Duy" userId="7fe205da-551d-4fae-b045-58d66fb40073" providerId="ADAL" clId="{A441D81C-AEF8-464D-902E-B6449B34371D}" dt="2026-10-07T07:18:15.892" v="6135" actId="962"/>
          <ac:spMkLst>
            <pc:docMk/>
            <pc:sldMk cId="1830603940" sldId="347"/>
            <ac:spMk id="23" creationId="{828712F9-66D8-A724-8069-8AD0FC6344C5}"/>
          </ac:spMkLst>
        </pc:spChg>
        <pc:spChg chg="mod">
          <ac:chgData name="Phan Thanh Duy" userId="7fe205da-551d-4fae-b045-58d66fb40073" providerId="ADAL" clId="{A441D81C-AEF8-464D-902E-B6449B34371D}" dt="2026-10-06T14:39:06.350" v="3456" actId="962"/>
          <ac:spMkLst>
            <pc:docMk/>
            <pc:sldMk cId="1830603940" sldId="347"/>
            <ac:spMk id="26" creationId="{0EEF9454-D162-AAA2-8889-BD3413A10D75}"/>
          </ac:spMkLst>
        </pc:spChg>
        <pc:spChg chg="mod">
          <ac:chgData name="Phan Thanh Duy" userId="7fe205da-551d-4fae-b045-58d66fb40073" providerId="ADAL" clId="{A441D81C-AEF8-464D-902E-B6449B34371D}" dt="2026-10-07T03:17:39.312" v="4458" actId="20577"/>
          <ac:spMkLst>
            <pc:docMk/>
            <pc:sldMk cId="1830603940" sldId="347"/>
            <ac:spMk id="1024" creationId="{E59FAE8F-71D6-5D69-AE56-3A95C9319E2A}"/>
          </ac:spMkLst>
        </pc:spChg>
        <pc:spChg chg="del mod">
          <ac:chgData name="Phan Thanh Duy" userId="7fe205da-551d-4fae-b045-58d66fb40073" providerId="ADAL" clId="{A441D81C-AEF8-464D-902E-B6449B34371D}" dt="2026-10-06T15:19:34.713" v="3919" actId="478"/>
          <ac:spMkLst>
            <pc:docMk/>
            <pc:sldMk cId="1830603940" sldId="347"/>
            <ac:spMk id="1039" creationId="{4A7571A9-CF61-00E7-6C02-02C57B543F80}"/>
          </ac:spMkLst>
        </pc:spChg>
        <pc:picChg chg="add mod">
          <ac:chgData name="Phan Thanh Duy" userId="7fe205da-551d-4fae-b045-58d66fb40073" providerId="ADAL" clId="{A441D81C-AEF8-464D-902E-B6449B34371D}" dt="2026-10-07T03:33:43.863" v="4492" actId="1076"/>
          <ac:picMkLst>
            <pc:docMk/>
            <pc:sldMk cId="1830603940" sldId="347"/>
            <ac:picMk id="10" creationId="{81FC9CFF-80AB-B17C-F56E-B78BBC4EFFEC}"/>
          </ac:picMkLst>
        </pc:picChg>
        <pc:picChg chg="del">
          <ac:chgData name="Phan Thanh Duy" userId="7fe205da-551d-4fae-b045-58d66fb40073" providerId="ADAL" clId="{A441D81C-AEF8-464D-902E-B6449B34371D}" dt="2026-10-06T11:12:50.909" v="3190" actId="478"/>
          <ac:picMkLst>
            <pc:docMk/>
            <pc:sldMk cId="1830603940" sldId="347"/>
            <ac:picMk id="12" creationId="{8CB9C80D-C828-74A9-1BED-7682E98B33E1}"/>
          </ac:picMkLst>
        </pc:picChg>
        <pc:picChg chg="add del mod">
          <ac:chgData name="Phan Thanh Duy" userId="7fe205da-551d-4fae-b045-58d66fb40073" providerId="ADAL" clId="{A441D81C-AEF8-464D-902E-B6449B34371D}" dt="2026-10-06T12:00:29.127" v="3355" actId="478"/>
          <ac:picMkLst>
            <pc:docMk/>
            <pc:sldMk cId="1830603940" sldId="347"/>
            <ac:picMk id="13" creationId="{F2A85291-DB0F-BE35-01ED-06CABCED61C1}"/>
          </ac:picMkLst>
        </pc:picChg>
        <pc:picChg chg="add del mod">
          <ac:chgData name="Phan Thanh Duy" userId="7fe205da-551d-4fae-b045-58d66fb40073" providerId="ADAL" clId="{A441D81C-AEF8-464D-902E-B6449B34371D}" dt="2026-10-06T11:13:51.545" v="3207" actId="478"/>
          <ac:picMkLst>
            <pc:docMk/>
            <pc:sldMk cId="1830603940" sldId="347"/>
            <ac:picMk id="17" creationId="{D704EB7F-128A-6380-E789-1B22F1508F87}"/>
          </ac:picMkLst>
        </pc:picChg>
        <pc:picChg chg="del">
          <ac:chgData name="Phan Thanh Duy" userId="7fe205da-551d-4fae-b045-58d66fb40073" providerId="ADAL" clId="{A441D81C-AEF8-464D-902E-B6449B34371D}" dt="2026-10-06T11:12:31.940" v="3189" actId="478"/>
          <ac:picMkLst>
            <pc:docMk/>
            <pc:sldMk cId="1830603940" sldId="347"/>
            <ac:picMk id="18" creationId="{4A3B6FE9-F337-6CFB-1DCD-726F2B7D497D}"/>
          </ac:picMkLst>
        </pc:picChg>
        <pc:picChg chg="add del mod">
          <ac:chgData name="Phan Thanh Duy" userId="7fe205da-551d-4fae-b045-58d66fb40073" providerId="ADAL" clId="{A441D81C-AEF8-464D-902E-B6449B34371D}" dt="2026-10-07T03:33:27.565" v="4487" actId="478"/>
          <ac:picMkLst>
            <pc:docMk/>
            <pc:sldMk cId="1830603940" sldId="347"/>
            <ac:picMk id="20" creationId="{C1D28038-3850-2790-3BB8-D844E0A576AA}"/>
          </ac:picMkLst>
        </pc:picChg>
        <pc:cxnChg chg="add mod">
          <ac:chgData name="Phan Thanh Duy" userId="7fe205da-551d-4fae-b045-58d66fb40073" providerId="ADAL" clId="{A441D81C-AEF8-464D-902E-B6449B34371D}" dt="2026-10-06T14:36:30.716" v="3442" actId="14100"/>
          <ac:cxnSpMkLst>
            <pc:docMk/>
            <pc:sldMk cId="1830603940" sldId="347"/>
            <ac:cxnSpMk id="6" creationId="{B813EA7D-3B8D-74E8-BE44-AC15AAC35DAB}"/>
          </ac:cxnSpMkLst>
        </pc:cxnChg>
        <pc:cxnChg chg="add del mod">
          <ac:chgData name="Phan Thanh Duy" userId="7fe205da-551d-4fae-b045-58d66fb40073" providerId="ADAL" clId="{A441D81C-AEF8-464D-902E-B6449B34371D}" dt="2026-10-06T14:33:25.724" v="3423" actId="478"/>
          <ac:cxnSpMkLst>
            <pc:docMk/>
            <pc:sldMk cId="1830603940" sldId="347"/>
            <ac:cxnSpMk id="21" creationId="{82CBE845-06D8-1DEA-FBF5-4A1470AA3F12}"/>
          </ac:cxnSpMkLst>
        </pc:cxnChg>
      </pc:sldChg>
      <pc:sldChg chg="modSp add del">
        <pc:chgData name="Phan Thanh Duy" userId="7fe205da-551d-4fae-b045-58d66fb40073" providerId="ADAL" clId="{A441D81C-AEF8-464D-902E-B6449B34371D}" dt="2026-10-06T12:04:54.645" v="3410" actId="47"/>
        <pc:sldMkLst>
          <pc:docMk/>
          <pc:sldMk cId="1801555262" sldId="348"/>
        </pc:sldMkLst>
        <pc:spChg chg="mod">
          <ac:chgData name="Phan Thanh Duy" userId="7fe205da-551d-4fae-b045-58d66fb40073" providerId="ADAL" clId="{A441D81C-AEF8-464D-902E-B6449B34371D}" dt="2026-10-06T11:26:36.217" v="3304"/>
          <ac:spMkLst>
            <pc:docMk/>
            <pc:sldMk cId="1801555262" sldId="348"/>
            <ac:spMk id="6" creationId="{00DA0498-63E0-659C-BFA1-68199981DFA3}"/>
          </ac:spMkLst>
        </pc:spChg>
      </pc:sldChg>
      <pc:sldChg chg="addSp delSp modSp add del mod ord modAnim">
        <pc:chgData name="Phan Thanh Duy" userId="7fe205da-551d-4fae-b045-58d66fb40073" providerId="ADAL" clId="{A441D81C-AEF8-464D-902E-B6449B34371D}" dt="2026-10-06T15:09:01.732" v="3858" actId="47"/>
        <pc:sldMkLst>
          <pc:docMk/>
          <pc:sldMk cId="2689797372" sldId="349"/>
        </pc:sldMkLst>
        <pc:spChg chg="del mod">
          <ac:chgData name="Phan Thanh Duy" userId="7fe205da-551d-4fae-b045-58d66fb40073" providerId="ADAL" clId="{A441D81C-AEF8-464D-902E-B6449B34371D}" dt="2026-10-06T12:02:47.727" v="3383" actId="478"/>
          <ac:spMkLst>
            <pc:docMk/>
            <pc:sldMk cId="2689797372" sldId="349"/>
            <ac:spMk id="3" creationId="{283C530F-5E42-CA45-AE83-0006EA2C365C}"/>
          </ac:spMkLst>
        </pc:spChg>
        <pc:spChg chg="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4" creationId="{ED0F7D08-D931-93BC-339C-6F4E2EABA0E0}"/>
          </ac:spMkLst>
        </pc:spChg>
        <pc:spChg chg="del">
          <ac:chgData name="Phan Thanh Duy" userId="7fe205da-551d-4fae-b045-58d66fb40073" providerId="ADAL" clId="{A441D81C-AEF8-464D-902E-B6449B34371D}" dt="2026-10-06T11:27:22.616" v="3309" actId="478"/>
          <ac:spMkLst>
            <pc:docMk/>
            <pc:sldMk cId="2689797372" sldId="349"/>
            <ac:spMk id="5" creationId="{F0588CBB-44D5-A7FF-F289-E55DB868E2D8}"/>
          </ac:spMkLst>
        </pc:spChg>
        <pc:spChg chg="del">
          <ac:chgData name="Phan Thanh Duy" userId="7fe205da-551d-4fae-b045-58d66fb40073" providerId="ADAL" clId="{A441D81C-AEF8-464D-902E-B6449B34371D}" dt="2026-10-06T12:02:33.134" v="3377" actId="478"/>
          <ac:spMkLst>
            <pc:docMk/>
            <pc:sldMk cId="2689797372" sldId="349"/>
            <ac:spMk id="6" creationId="{A6A88A7E-F3F5-7818-6A37-E94BB2E55A7B}"/>
          </ac:spMkLst>
        </pc:spChg>
        <pc:spChg chg="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9" creationId="{D6A04E1C-1D4E-159D-07E1-44646DF28159}"/>
          </ac:spMkLst>
        </pc:spChg>
        <pc:spChg chg="add 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16" creationId="{39BD51B0-8E81-2F97-B86B-C14918CA5F1B}"/>
          </ac:spMkLst>
        </pc:spChg>
        <pc:spChg chg="add mod">
          <ac:chgData name="Phan Thanh Duy" userId="7fe205da-551d-4fae-b045-58d66fb40073" providerId="ADAL" clId="{A441D81C-AEF8-464D-902E-B6449B34371D}" dt="2026-10-06T14:34:44.961" v="3435" actId="1076"/>
          <ac:spMkLst>
            <pc:docMk/>
            <pc:sldMk cId="2689797372" sldId="349"/>
            <ac:spMk id="18" creationId="{9ECEAE74-1D60-4E62-6FB3-1E2B3B09AFA3}"/>
          </ac:spMkLst>
        </pc:spChg>
        <pc:spChg chg="mod">
          <ac:chgData name="Phan Thanh Duy" userId="7fe205da-551d-4fae-b045-58d66fb40073" providerId="ADAL" clId="{A441D81C-AEF8-464D-902E-B6449B34371D}" dt="2026-10-06T14:32:04.001" v="3418" actId="962"/>
          <ac:spMkLst>
            <pc:docMk/>
            <pc:sldMk cId="2689797372" sldId="349"/>
            <ac:spMk id="23" creationId="{0049CBDD-3AC7-6F34-653F-68814734764C}"/>
          </ac:spMkLst>
        </pc:spChg>
        <pc:spChg chg="mod">
          <ac:chgData name="Phan Thanh Duy" userId="7fe205da-551d-4fae-b045-58d66fb40073" providerId="ADAL" clId="{A441D81C-AEF8-464D-902E-B6449B34371D}" dt="2026-10-06T14:39:14.122" v="3457" actId="962"/>
          <ac:spMkLst>
            <pc:docMk/>
            <pc:sldMk cId="2689797372" sldId="349"/>
            <ac:spMk id="26" creationId="{9E05B43B-7EA4-536A-3E53-2B80CF11A7C3}"/>
          </ac:spMkLst>
        </pc:spChg>
        <pc:spChg chg="add del mod">
          <ac:chgData name="Phan Thanh Duy" userId="7fe205da-551d-4fae-b045-58d66fb40073" providerId="ADAL" clId="{A441D81C-AEF8-464D-902E-B6449B34371D}" dt="2026-10-06T15:08:59.241" v="3857" actId="478"/>
          <ac:spMkLst>
            <pc:docMk/>
            <pc:sldMk cId="2689797372" sldId="349"/>
            <ac:spMk id="1031" creationId="{E68CC46C-BF5C-8C2B-D8B6-008BF422239E}"/>
          </ac:spMkLst>
        </pc:spChg>
        <pc:spChg chg="add del mod">
          <ac:chgData name="Phan Thanh Duy" userId="7fe205da-551d-4fae-b045-58d66fb40073" providerId="ADAL" clId="{A441D81C-AEF8-464D-902E-B6449B34371D}" dt="2026-10-06T15:08:59.241" v="3857" actId="478"/>
          <ac:spMkLst>
            <pc:docMk/>
            <pc:sldMk cId="2689797372" sldId="349"/>
            <ac:spMk id="1033" creationId="{DE8A4051-A2BB-EA6E-4B17-BD336861C17C}"/>
          </ac:spMkLst>
        </pc:spChg>
        <pc:spChg chg="add del mod">
          <ac:chgData name="Phan Thanh Duy" userId="7fe205da-551d-4fae-b045-58d66fb40073" providerId="ADAL" clId="{A441D81C-AEF8-464D-902E-B6449B34371D}" dt="2026-10-06T15:01:41.176" v="3762"/>
          <ac:spMkLst>
            <pc:docMk/>
            <pc:sldMk cId="2689797372" sldId="349"/>
            <ac:spMk id="1034" creationId="{D14C012D-1C17-A48D-9B39-B6FBCE1D2D97}"/>
          </ac:spMkLst>
        </pc:spChg>
        <pc:picChg chg="add del">
          <ac:chgData name="Phan Thanh Duy" userId="7fe205da-551d-4fae-b045-58d66fb40073" providerId="ADAL" clId="{A441D81C-AEF8-464D-902E-B6449B34371D}" dt="2026-10-06T12:02:34.372" v="3379" actId="22"/>
          <ac:picMkLst>
            <pc:docMk/>
            <pc:sldMk cId="2689797372" sldId="349"/>
            <ac:picMk id="12" creationId="{9F2DE098-2E03-8637-9129-C85B63F56DB3}"/>
          </ac:picMkLst>
        </pc:picChg>
        <pc:picChg chg="add del">
          <ac:chgData name="Phan Thanh Duy" userId="7fe205da-551d-4fae-b045-58d66fb40073" providerId="ADAL" clId="{A441D81C-AEF8-464D-902E-B6449B34371D}" dt="2026-10-06T12:02:38.258" v="3381" actId="22"/>
          <ac:picMkLst>
            <pc:docMk/>
            <pc:sldMk cId="2689797372" sldId="349"/>
            <ac:picMk id="14" creationId="{26042D31-1B8C-8D87-1194-77E3783FF158}"/>
          </ac:picMkLst>
        </pc:pic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7" creationId="{C6F8ACBB-D85E-FAEF-80FE-BEA9B7D2026E}"/>
          </ac:cxnSpMkLst>
        </pc:cxnChg>
        <pc:cxnChg chg="del mod">
          <ac:chgData name="Phan Thanh Duy" userId="7fe205da-551d-4fae-b045-58d66fb40073" providerId="ADAL" clId="{A441D81C-AEF8-464D-902E-B6449B34371D}" dt="2026-10-06T11:27:22.616" v="3309" actId="478"/>
          <ac:cxnSpMkLst>
            <pc:docMk/>
            <pc:sldMk cId="2689797372" sldId="349"/>
            <ac:cxnSpMk id="8" creationId="{0A6E1349-6EF4-7B89-D951-72D60E1AB8E3}"/>
          </ac:cxnSpMkLst>
        </pc:cxnChg>
        <pc:cxnChg chg="del mod">
          <ac:chgData name="Phan Thanh Duy" userId="7fe205da-551d-4fae-b045-58d66fb40073" providerId="ADAL" clId="{A441D81C-AEF8-464D-902E-B6449B34371D}" dt="2026-10-06T14:38:02.312" v="3452" actId="478"/>
          <ac:cxnSpMkLst>
            <pc:docMk/>
            <pc:sldMk cId="2689797372" sldId="349"/>
            <ac:cxnSpMk id="10" creationId="{7AD20E71-9448-8CEB-FC22-B727A1169E0D}"/>
          </ac:cxnSpMkLst>
        </pc:cxn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11" creationId="{9EAE36CE-1B34-BC31-86BF-E965E44007B8}"/>
          </ac:cxnSpMkLst>
        </pc:cxnChg>
        <pc:cxnChg chg="add mod">
          <ac:chgData name="Phan Thanh Duy" userId="7fe205da-551d-4fae-b045-58d66fb40073" providerId="ADAL" clId="{A441D81C-AEF8-464D-902E-B6449B34371D}" dt="2026-10-06T14:34:44.961" v="3435" actId="1076"/>
          <ac:cxnSpMkLst>
            <pc:docMk/>
            <pc:sldMk cId="2689797372" sldId="349"/>
            <ac:cxnSpMk id="24" creationId="{1A7D683B-F06C-7639-03A9-2E03554711ED}"/>
          </ac:cxnSpMkLst>
        </pc:cxn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27" creationId="{02E6DA8B-498E-451D-95FB-B467CB932B2E}"/>
          </ac:cxnSpMkLst>
        </pc:cxnChg>
        <pc:cxnChg chg="add mod">
          <ac:chgData name="Phan Thanh Duy" userId="7fe205da-551d-4fae-b045-58d66fb40073" providerId="ADAL" clId="{A441D81C-AEF8-464D-902E-B6449B34371D}" dt="2026-10-06T14:38:56.520" v="3455" actId="962"/>
          <ac:cxnSpMkLst>
            <pc:docMk/>
            <pc:sldMk cId="2689797372" sldId="349"/>
            <ac:cxnSpMk id="1029" creationId="{257CDE98-47FF-5517-57AB-872F00F1B501}"/>
          </ac:cxnSpMkLst>
        </pc:cxnChg>
      </pc:sldChg>
      <pc:sldChg chg="addSp delSp modSp add del mod">
        <pc:chgData name="Phan Thanh Duy" userId="7fe205da-551d-4fae-b045-58d66fb40073" providerId="ADAL" clId="{A441D81C-AEF8-464D-902E-B6449B34371D}" dt="2026-10-06T15:30:52.851" v="3988" actId="47"/>
        <pc:sldMkLst>
          <pc:docMk/>
          <pc:sldMk cId="1218594385" sldId="350"/>
        </pc:sldMkLst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" creationId="{6CA2899F-4027-308B-E6BA-D472AC7B5F3F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3" creationId="{E9F8E201-A4AA-ACCB-C2EE-B629935A5734}"/>
          </ac:spMkLst>
        </pc:spChg>
        <pc:spChg chg="del">
          <ac:chgData name="Phan Thanh Duy" userId="7fe205da-551d-4fae-b045-58d66fb40073" providerId="ADAL" clId="{A441D81C-AEF8-464D-902E-B6449B34371D}" dt="2026-10-06T14:32:53.474" v="3419" actId="478"/>
          <ac:spMkLst>
            <pc:docMk/>
            <pc:sldMk cId="1218594385" sldId="350"/>
            <ac:spMk id="4" creationId="{A58CB60F-C394-B9A4-25E5-E2AA2D2D6130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6" creationId="{7E46DC61-AC7F-9F06-0FAF-8FC4B45CDDCB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8" creationId="{455B86BD-AED9-F3FA-87F0-C2CA1BC2ED61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9" creationId="{ECAC458F-86AF-3223-7E34-954DCD1B5B89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15" creationId="{3397E248-1CD1-40D1-EE00-4583329E45AE}"/>
          </ac:spMkLst>
        </pc:spChg>
        <pc:spChg chg="mod">
          <ac:chgData name="Phan Thanh Duy" userId="7fe205da-551d-4fae-b045-58d66fb40073" providerId="ADAL" clId="{A441D81C-AEF8-464D-902E-B6449B34371D}" dt="2026-10-06T15:14:40.165" v="3883"/>
          <ac:spMkLst>
            <pc:docMk/>
            <pc:sldMk cId="1218594385" sldId="350"/>
            <ac:spMk id="19" creationId="{9914FA5E-0DB8-36B7-9854-CAA9FB98DBB7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1" creationId="{D5129B35-9FA0-FF33-35D7-2702E6E17CBC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2" creationId="{50967C8C-319B-107E-0594-CCC498A9B825}"/>
          </ac:spMkLst>
        </pc:spChg>
        <pc:spChg chg="mod">
          <ac:chgData name="Phan Thanh Duy" userId="7fe205da-551d-4fae-b045-58d66fb40073" providerId="ADAL" clId="{A441D81C-AEF8-464D-902E-B6449B34371D}" dt="2026-10-06T15:20:03.188" v="3932" actId="20577"/>
          <ac:spMkLst>
            <pc:docMk/>
            <pc:sldMk cId="1218594385" sldId="350"/>
            <ac:spMk id="23" creationId="{8C60555A-9D00-86C5-91BF-07E43F9827FC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26" creationId="{C92EFE55-38F8-B990-034B-C8D1A704ECF8}"/>
          </ac:spMkLst>
        </pc:spChg>
        <pc:spChg chg="add del">
          <ac:chgData name="Phan Thanh Duy" userId="7fe205da-551d-4fae-b045-58d66fb40073" providerId="ADAL" clId="{A441D81C-AEF8-464D-902E-B6449B34371D}" dt="2026-10-06T14:45:42.599" v="3466" actId="22"/>
          <ac:spMkLst>
            <pc:docMk/>
            <pc:sldMk cId="1218594385" sldId="350"/>
            <ac:spMk id="29" creationId="{06FA2731-9339-06BF-80C8-2476F8DC2199}"/>
          </ac:spMkLst>
        </pc:spChg>
        <pc:spChg chg="add mod">
          <ac:chgData name="Phan Thanh Duy" userId="7fe205da-551d-4fae-b045-58d66fb40073" providerId="ADAL" clId="{A441D81C-AEF8-464D-902E-B6449B34371D}" dt="2026-10-06T15:08:50.814" v="3856" actId="1076"/>
          <ac:spMkLst>
            <pc:docMk/>
            <pc:sldMk cId="1218594385" sldId="350"/>
            <ac:spMk id="1024" creationId="{1780D8A9-EA6B-CBEA-D40B-94D8348952D8}"/>
          </ac:spMkLst>
        </pc:spChg>
        <pc:spChg chg="add mod">
          <ac:chgData name="Phan Thanh Duy" userId="7fe205da-551d-4fae-b045-58d66fb40073" providerId="ADAL" clId="{A441D81C-AEF8-464D-902E-B6449B34371D}" dt="2026-10-06T15:08:50.814" v="3856" actId="1076"/>
          <ac:spMkLst>
            <pc:docMk/>
            <pc:sldMk cId="1218594385" sldId="350"/>
            <ac:spMk id="1027" creationId="{B66010C7-012D-358C-F0D1-8FC200097B1C}"/>
          </ac:spMkLst>
        </pc:spChg>
        <pc:spChg chg="add del mod">
          <ac:chgData name="Phan Thanh Duy" userId="7fe205da-551d-4fae-b045-58d66fb40073" providerId="ADAL" clId="{A441D81C-AEF8-464D-902E-B6449B34371D}" dt="2026-10-06T15:20:00.801" v="3929" actId="478"/>
          <ac:spMkLst>
            <pc:docMk/>
            <pc:sldMk cId="1218594385" sldId="350"/>
            <ac:spMk id="1029" creationId="{24DA2C59-C372-D4B3-8324-403A77F734A1}"/>
          </ac:spMkLst>
        </pc:spChg>
        <pc:spChg chg="add mod">
          <ac:chgData name="Phan Thanh Duy" userId="7fe205da-551d-4fae-b045-58d66fb40073" providerId="ADAL" clId="{A441D81C-AEF8-464D-902E-B6449B34371D}" dt="2026-10-06T15:20:01.182" v="3930"/>
          <ac:spMkLst>
            <pc:docMk/>
            <pc:sldMk cId="1218594385" sldId="350"/>
            <ac:spMk id="1030" creationId="{270D3A5F-A0C2-2489-70BE-9AE47E6E87D9}"/>
          </ac:spMkLst>
        </pc:spChg>
        <pc:spChg chg="del mod">
          <ac:chgData name="Phan Thanh Duy" userId="7fe205da-551d-4fae-b045-58d66fb40073" providerId="ADAL" clId="{A441D81C-AEF8-464D-902E-B6449B34371D}" dt="2026-10-06T14:42:46.598" v="3464" actId="478"/>
          <ac:spMkLst>
            <pc:docMk/>
            <pc:sldMk cId="1218594385" sldId="350"/>
            <ac:spMk id="1035" creationId="{81B085D6-C775-EE5C-407C-5404BB0F550F}"/>
          </ac:spMkLst>
        </pc:spChg>
        <pc:spChg chg="del">
          <ac:chgData name="Phan Thanh Duy" userId="7fe205da-551d-4fae-b045-58d66fb40073" providerId="ADAL" clId="{A441D81C-AEF8-464D-902E-B6449B34371D}" dt="2026-10-06T15:19:58.833" v="3928" actId="478"/>
          <ac:spMkLst>
            <pc:docMk/>
            <pc:sldMk cId="1218594385" sldId="350"/>
            <ac:spMk id="1039" creationId="{AE8D75EF-C2C1-D1EE-9DA0-33C81F32023E}"/>
          </ac:spMkLst>
        </pc:spChg>
        <pc:picChg chg="del">
          <ac:chgData name="Phan Thanh Duy" userId="7fe205da-551d-4fae-b045-58d66fb40073" providerId="ADAL" clId="{A441D81C-AEF8-464D-902E-B6449B34371D}" dt="2026-10-06T14:42:40.733" v="3462" actId="478"/>
          <ac:picMkLst>
            <pc:docMk/>
            <pc:sldMk cId="1218594385" sldId="350"/>
            <ac:picMk id="20" creationId="{78FB4634-AD3B-EE18-A220-17AA6AE366AC}"/>
          </ac:picMkLst>
        </pc:pic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5" creationId="{B2F5E704-1BDF-0F39-5C0A-CED38907C093}"/>
          </ac:cxnSpMkLst>
        </pc:cxnChg>
        <pc:cxnChg chg="del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7" creationId="{CC044922-127D-56A5-29F2-267882CFC151}"/>
          </ac:cxnSpMkLst>
        </pc:cxnChg>
        <pc:cxnChg chg="del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10" creationId="{FE15E472-8D4A-4728-CC43-3B5674BAD5AE}"/>
          </ac:cxnSpMkLst>
        </pc:cxnChg>
        <pc:cxnChg chg="del mod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11" creationId="{325D6803-4387-94A3-43CB-7D9FEC5FDF20}"/>
          </ac:cxnSpMkLst>
        </pc:cxnChg>
        <pc:cxnChg chg="del mod">
          <ac:chgData name="Phan Thanh Duy" userId="7fe205da-551d-4fae-b045-58d66fb40073" providerId="ADAL" clId="{A441D81C-AEF8-464D-902E-B6449B34371D}" dt="2026-10-06T14:36:45.495" v="3446" actId="478"/>
          <ac:cxnSpMkLst>
            <pc:docMk/>
            <pc:sldMk cId="1218594385" sldId="350"/>
            <ac:cxnSpMk id="13" creationId="{DE56E0E3-F19D-B8FD-5CD3-55471C07DEC6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6" creationId="{DC696992-30DC-074B-6786-049DE846C7F5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7" creationId="{190FF418-C937-A6BD-8ADA-AC989F5BA88B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8" creationId="{65C9B472-C97D-4083-8973-37E3DC420E37}"/>
          </ac:cxnSpMkLst>
        </pc:cxnChg>
        <pc:cxnChg chg="add mod">
          <ac:chgData name="Phan Thanh Duy" userId="7fe205da-551d-4fae-b045-58d66fb40073" providerId="ADAL" clId="{A441D81C-AEF8-464D-902E-B6449B34371D}" dt="2026-10-06T14:37:34.439" v="3451" actId="14100"/>
          <ac:cxnSpMkLst>
            <pc:docMk/>
            <pc:sldMk cId="1218594385" sldId="350"/>
            <ac:cxnSpMk id="24" creationId="{C64AB069-6998-5784-C349-E1D8ECF56277}"/>
          </ac:cxnSpMkLst>
        </pc:cxnChg>
        <pc:cxnChg chg="del mod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27" creationId="{91CE08AA-0354-4B0A-081A-A525BB300296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30" creationId="{7E2B88D8-B289-1919-DB1E-BA51C1E0003B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25" creationId="{E111A324-F55F-CEB5-CE91-5CAB6D1FDC54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31" creationId="{5937563B-0F30-752B-BBAE-A60F80848D7C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32" creationId="{814DC4EC-0EB2-5CC4-C4BC-EBEA049E66CD}"/>
          </ac:cxnSpMkLst>
        </pc:cxnChg>
      </pc:sldChg>
      <pc:sldChg chg="delSp modSp add del mod">
        <pc:chgData name="Phan Thanh Duy" userId="7fe205da-551d-4fae-b045-58d66fb40073" providerId="ADAL" clId="{A441D81C-AEF8-464D-902E-B6449B34371D}" dt="2026-10-06T15:18:38.935" v="3892" actId="47"/>
        <pc:sldMkLst>
          <pc:docMk/>
          <pc:sldMk cId="4259720558" sldId="351"/>
        </pc:sldMkLst>
        <pc:spChg chg="mod">
          <ac:chgData name="Phan Thanh Duy" userId="7fe205da-551d-4fae-b045-58d66fb40073" providerId="ADAL" clId="{A441D81C-AEF8-464D-902E-B6449B34371D}" dt="2026-10-06T15:14:57.805" v="3888"/>
          <ac:spMkLst>
            <pc:docMk/>
            <pc:sldMk cId="4259720558" sldId="351"/>
            <ac:spMk id="16" creationId="{1F0B9E86-F41E-1820-BF22-99AC973F4703}"/>
          </ac:spMkLst>
        </pc:spChg>
        <pc:spChg chg="mod">
          <ac:chgData name="Phan Thanh Duy" userId="7fe205da-551d-4fae-b045-58d66fb40073" providerId="ADAL" clId="{A441D81C-AEF8-464D-902E-B6449B34371D}" dt="2026-10-06T15:14:52.768" v="3886"/>
          <ac:spMkLst>
            <pc:docMk/>
            <pc:sldMk cId="4259720558" sldId="351"/>
            <ac:spMk id="22" creationId="{75A78BD6-B2E5-7196-F974-77D02D3D0FC5}"/>
          </ac:spMkLst>
        </pc:spChg>
        <pc:spChg chg="mod">
          <ac:chgData name="Phan Thanh Duy" userId="7fe205da-551d-4fae-b045-58d66fb40073" providerId="ADAL" clId="{A441D81C-AEF8-464D-902E-B6449B34371D}" dt="2026-10-06T14:40:36.907" v="3458" actId="962"/>
          <ac:spMkLst>
            <pc:docMk/>
            <pc:sldMk cId="4259720558" sldId="351"/>
            <ac:spMk id="26" creationId="{0EB58BC7-FAEA-BE87-4D44-8BB0E0992985}"/>
          </ac:spMkLst>
        </pc:spChg>
        <pc:picChg chg="del">
          <ac:chgData name="Phan Thanh Duy" userId="7fe205da-551d-4fae-b045-58d66fb40073" providerId="ADAL" clId="{A441D81C-AEF8-464D-902E-B6449B34371D}" dt="2026-10-06T15:18:36.191" v="3891" actId="478"/>
          <ac:picMkLst>
            <pc:docMk/>
            <pc:sldMk cId="4259720558" sldId="351"/>
            <ac:picMk id="20" creationId="{4C2BD4FE-5E6F-A163-8083-C715AF8E6D44}"/>
          </ac:picMkLst>
        </pc:picChg>
        <pc:cxnChg chg="mod">
          <ac:chgData name="Phan Thanh Duy" userId="7fe205da-551d-4fae-b045-58d66fb40073" providerId="ADAL" clId="{A441D81C-AEF8-464D-902E-B6449B34371D}" dt="2026-10-06T14:41:12.936" v="3459" actId="962"/>
          <ac:cxnSpMkLst>
            <pc:docMk/>
            <pc:sldMk cId="4259720558" sldId="351"/>
            <ac:cxnSpMk id="10" creationId="{E931DB04-8729-34D0-A9B4-3F42E1BA0768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4:09:54.657" v="4808" actId="20577"/>
        <pc:sldMkLst>
          <pc:docMk/>
          <pc:sldMk cId="1563722762" sldId="352"/>
        </pc:sldMkLst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" creationId="{B6C08B68-494E-81A6-61D2-396325263652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3" creationId="{02156795-BB74-EEA1-E31A-E6F2D625944B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4" creationId="{CC371786-797E-B3F0-1A2E-345B2DD3E793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5" creationId="{611C2465-41CE-8827-0A23-AF5CD172FEFD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6" creationId="{88C0C8D8-E196-82D1-F75F-B1205506A518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8" creationId="{DF66A8A9-51F8-6DDB-6282-7B5D5E221350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9" creationId="{D68D3C5C-C045-5D2C-52C5-460C0C95CD80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2" creationId="{2E46933D-8640-9BA3-534D-D917D5D324F3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6" creationId="{04501258-1F8C-4ABA-DA63-1BB7BC82DDEF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18" creationId="{81F4082D-052A-EC39-AE11-2FA268A1BE9D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9" creationId="{C75CC770-EB27-3FAE-B63B-A7350DF64EC0}"/>
          </ac:spMkLst>
        </pc:spChg>
        <pc:spChg chg="mod">
          <ac:chgData name="Phan Thanh Duy" userId="7fe205da-551d-4fae-b045-58d66fb40073" providerId="ADAL" clId="{A441D81C-AEF8-464D-902E-B6449B34371D}" dt="2026-10-07T04:09:54.657" v="4808" actId="20577"/>
          <ac:spMkLst>
            <pc:docMk/>
            <pc:sldMk cId="1563722762" sldId="352"/>
            <ac:spMk id="23" creationId="{3CEE5C8C-D1C6-75F3-7CAF-67A1693EB7BA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4" creationId="{C1AECC0A-54E3-7829-68F6-DDA3642F7926}"/>
          </ac:spMkLst>
        </pc:spChg>
        <pc:spChg chg="add mod">
          <ac:chgData name="Phan Thanh Duy" userId="7fe205da-551d-4fae-b045-58d66fb40073" providerId="ADAL" clId="{A441D81C-AEF8-464D-902E-B6449B34371D}" dt="2026-10-07T03:17:52.509" v="4462"/>
          <ac:spMkLst>
            <pc:docMk/>
            <pc:sldMk cId="1563722762" sldId="352"/>
            <ac:spMk id="25" creationId="{78C76265-68FF-BACF-C214-6FE78AD41254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26" creationId="{47B0BFC2-67F8-727E-C8F2-E3219ED2076F}"/>
          </ac:spMkLst>
        </pc:spChg>
        <pc:spChg chg="add mod">
          <ac:chgData name="Phan Thanh Duy" userId="7fe205da-551d-4fae-b045-58d66fb40073" providerId="ADAL" clId="{A441D81C-AEF8-464D-902E-B6449B34371D}" dt="2026-10-06T15:33:12.307" v="4006" actId="1076"/>
          <ac:spMkLst>
            <pc:docMk/>
            <pc:sldMk cId="1563722762" sldId="352"/>
            <ac:spMk id="31" creationId="{296A903B-EDF1-A5D8-9DBF-F8D5EFCCF39C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026" creationId="{09B8EB3F-CD39-A919-3615-E419601C2AD4}"/>
          </ac:spMkLst>
        </pc:spChg>
        <pc:spChg chg="add mod">
          <ac:chgData name="Phan Thanh Duy" userId="7fe205da-551d-4fae-b045-58d66fb40073" providerId="ADAL" clId="{A441D81C-AEF8-464D-902E-B6449B34371D}" dt="2026-10-06T15:33:44.406" v="4008"/>
          <ac:spMkLst>
            <pc:docMk/>
            <pc:sldMk cId="1563722762" sldId="352"/>
            <ac:spMk id="1028" creationId="{88C99E12-AEBB-6B6B-CA31-4F11F7B8855D}"/>
          </ac:spMkLst>
        </pc:spChg>
        <pc:spChg chg="add mod">
          <ac:chgData name="Phan Thanh Duy" userId="7fe205da-551d-4fae-b045-58d66fb40073" providerId="ADAL" clId="{A441D81C-AEF8-464D-902E-B6449B34371D}" dt="2026-10-06T15:33:44.406" v="4008"/>
          <ac:spMkLst>
            <pc:docMk/>
            <pc:sldMk cId="1563722762" sldId="352"/>
            <ac:spMk id="1029" creationId="{61052CB3-F5E5-822A-FEFC-D0CF25D524D2}"/>
          </ac:spMkLst>
        </pc:spChg>
        <pc:spChg chg="add mod">
          <ac:chgData name="Phan Thanh Duy" userId="7fe205da-551d-4fae-b045-58d66fb40073" providerId="ADAL" clId="{A441D81C-AEF8-464D-902E-B6449B34371D}" dt="2026-10-07T03:08:42.316" v="4430" actId="20577"/>
          <ac:spMkLst>
            <pc:docMk/>
            <pc:sldMk cId="1563722762" sldId="352"/>
            <ac:spMk id="1031" creationId="{6711519F-8066-E3D7-7A70-BF6629C152AC}"/>
          </ac:spMkLst>
        </pc:spChg>
        <pc:spChg chg="add mod">
          <ac:chgData name="Phan Thanh Duy" userId="7fe205da-551d-4fae-b045-58d66fb40073" providerId="ADAL" clId="{A441D81C-AEF8-464D-902E-B6449B34371D}" dt="2026-10-06T15:34:01.902" v="4011" actId="14100"/>
          <ac:spMkLst>
            <pc:docMk/>
            <pc:sldMk cId="1563722762" sldId="352"/>
            <ac:spMk id="1033" creationId="{DAB9F8C1-F22E-EB66-ADD5-424EB3A13056}"/>
          </ac:spMkLst>
        </pc:spChg>
        <pc:spChg chg="add del mod">
          <ac:chgData name="Phan Thanh Duy" userId="7fe205da-551d-4fae-b045-58d66fb40073" providerId="ADAL" clId="{A441D81C-AEF8-464D-902E-B6449B34371D}" dt="2026-10-06T15:36:28.402" v="4036" actId="478"/>
          <ac:spMkLst>
            <pc:docMk/>
            <pc:sldMk cId="1563722762" sldId="352"/>
            <ac:spMk id="1037" creationId="{5042B06D-E2D6-E502-AD00-0E89FF7475E9}"/>
          </ac:spMkLst>
        </pc:spChg>
        <pc:spChg chg="add mod">
          <ac:chgData name="Phan Thanh Duy" userId="7fe205da-551d-4fae-b045-58d66fb40073" providerId="ADAL" clId="{A441D81C-AEF8-464D-902E-B6449B34371D}" dt="2026-10-06T15:36:28.695" v="4037"/>
          <ac:spMkLst>
            <pc:docMk/>
            <pc:sldMk cId="1563722762" sldId="352"/>
            <ac:spMk id="1038" creationId="{5C6CDB13-C01B-D120-6441-203AA1B67ADA}"/>
          </ac:spMkLst>
        </pc:spChg>
        <pc:spChg chg="del">
          <ac:chgData name="Phan Thanh Duy" userId="7fe205da-551d-4fae-b045-58d66fb40073" providerId="ADAL" clId="{A441D81C-AEF8-464D-902E-B6449B34371D}" dt="2026-10-06T15:36:26.826" v="4035" actId="478"/>
          <ac:spMkLst>
            <pc:docMk/>
            <pc:sldMk cId="1563722762" sldId="352"/>
            <ac:spMk id="1039" creationId="{AB48D635-BC33-FDF4-645B-E3806E754227}"/>
          </ac:spMkLst>
        </pc:sp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15" creationId="{9C7D82C2-00AA-F6FF-C4A5-E0EF8DCC82B6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0" creationId="{08F28CE7-5265-E9A6-E9A0-DE5E65C0F342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2" creationId="{5791AEAA-87D8-B60D-FE55-7B995511475F}"/>
          </ac:cxnSpMkLst>
        </pc:cxnChg>
        <pc:cxnChg chg="add mod">
          <ac:chgData name="Phan Thanh Duy" userId="7fe205da-551d-4fae-b045-58d66fb40073" providerId="ADAL" clId="{A441D81C-AEF8-464D-902E-B6449B34371D}" dt="2026-10-06T15:33:14.536" v="4007" actId="14100"/>
          <ac:cxnSpMkLst>
            <pc:docMk/>
            <pc:sldMk cId="1563722762" sldId="352"/>
            <ac:cxnSpMk id="28" creationId="{0F6B5333-1D18-1DED-1BA5-EB97B37DDA83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9" creationId="{0FDD318F-4E1B-1690-2829-EF06873F6B44}"/>
          </ac:cxnSpMkLst>
        </pc:cxnChg>
        <pc:cxnChg chg="del">
          <ac:chgData name="Phan Thanh Duy" userId="7fe205da-551d-4fae-b045-58d66fb40073" providerId="ADAL" clId="{A441D81C-AEF8-464D-902E-B6449B34371D}" dt="2026-10-06T15:20:33.862" v="3941" actId="478"/>
          <ac:cxnSpMkLst>
            <pc:docMk/>
            <pc:sldMk cId="1563722762" sldId="352"/>
            <ac:cxnSpMk id="1025" creationId="{3997F6FA-5BBA-9ED8-BBF1-FDDA41D95FFD}"/>
          </ac:cxnSpMkLst>
        </pc:cxnChg>
        <pc:cxnChg chg="add mod">
          <ac:chgData name="Phan Thanh Duy" userId="7fe205da-551d-4fae-b045-58d66fb40073" providerId="ADAL" clId="{A441D81C-AEF8-464D-902E-B6449B34371D}" dt="2026-10-06T15:33:44.406" v="4008"/>
          <ac:cxnSpMkLst>
            <pc:docMk/>
            <pc:sldMk cId="1563722762" sldId="352"/>
            <ac:cxnSpMk id="1030" creationId="{B52D4666-7EE2-BE7F-CB60-896A6B9A2AC8}"/>
          </ac:cxnSpMkLst>
        </pc:cxnChg>
        <pc:cxnChg chg="add mod">
          <ac:chgData name="Phan Thanh Duy" userId="7fe205da-551d-4fae-b045-58d66fb40073" providerId="ADAL" clId="{A441D81C-AEF8-464D-902E-B6449B34371D}" dt="2026-10-06T15:34:01.902" v="4011" actId="14100"/>
          <ac:cxnSpMkLst>
            <pc:docMk/>
            <pc:sldMk cId="1563722762" sldId="352"/>
            <ac:cxnSpMk id="1032" creationId="{02E30293-F052-BFBA-DAF8-2B1458C90C77}"/>
          </ac:cxnSpMkLst>
        </pc:cxnChg>
        <pc:cxnChg chg="add mod">
          <ac:chgData name="Phan Thanh Duy" userId="7fe205da-551d-4fae-b045-58d66fb40073" providerId="ADAL" clId="{A441D81C-AEF8-464D-902E-B6449B34371D}" dt="2026-10-06T15:34:01.902" v="4011" actId="14100"/>
          <ac:cxnSpMkLst>
            <pc:docMk/>
            <pc:sldMk cId="1563722762" sldId="352"/>
            <ac:cxnSpMk id="1034" creationId="{BFD9C9A7-53BB-5A7D-A3FB-3A56FC76A221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4:10:01.453" v="4812" actId="20577"/>
        <pc:sldMkLst>
          <pc:docMk/>
          <pc:sldMk cId="1509250780" sldId="353"/>
        </pc:sldMkLst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2" creationId="{1C52226A-B1D8-53CB-A357-5AD9CE009B98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3" creationId="{78C2640F-9CE9-6BF8-F441-092D181223F8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5" creationId="{4123A41F-F55A-FC65-3D2E-CE9413746BFB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8" creationId="{93BBA45B-46D6-B315-4A37-2AFA354BCD4D}"/>
          </ac:spMkLst>
        </pc:spChg>
        <pc:spChg chg="add mod">
          <ac:chgData name="Phan Thanh Duy" userId="7fe205da-551d-4fae-b045-58d66fb40073" providerId="ADAL" clId="{A441D81C-AEF8-464D-902E-B6449B34371D}" dt="2026-10-07T03:17:54.686" v="4463"/>
          <ac:spMkLst>
            <pc:docMk/>
            <pc:sldMk cId="1509250780" sldId="353"/>
            <ac:spMk id="9" creationId="{A60D9B8F-42E9-0E6A-DDAD-75FE817432D4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2" creationId="{10FA8591-A87F-E8C7-E515-01253A754C32}"/>
          </ac:spMkLst>
        </pc:spChg>
        <pc:spChg chg="add mod">
          <ac:chgData name="Phan Thanh Duy" userId="7fe205da-551d-4fae-b045-58d66fb40073" providerId="ADAL" clId="{A441D81C-AEF8-464D-902E-B6449B34371D}" dt="2026-10-07T03:08:49.951" v="4431"/>
          <ac:spMkLst>
            <pc:docMk/>
            <pc:sldMk cId="1509250780" sldId="353"/>
            <ac:spMk id="13" creationId="{8FCCB0F2-D09C-C5CA-0126-458363899F2C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5" creationId="{A23521BA-8A58-2E91-C7E7-A5D8CD5FE292}"/>
          </ac:spMkLst>
        </pc:spChg>
        <pc:spChg chg="add del mod">
          <ac:chgData name="Phan Thanh Duy" userId="7fe205da-551d-4fae-b045-58d66fb40073" providerId="ADAL" clId="{A441D81C-AEF8-464D-902E-B6449B34371D}" dt="2026-10-06T15:36:35.953" v="4043" actId="478"/>
          <ac:spMkLst>
            <pc:docMk/>
            <pc:sldMk cId="1509250780" sldId="353"/>
            <ac:spMk id="18" creationId="{9DD80D01-FACA-686C-4FBC-A4FBB9FCF980}"/>
          </ac:spMkLst>
        </pc:spChg>
        <pc:spChg chg="add mod">
          <ac:chgData name="Phan Thanh Duy" userId="7fe205da-551d-4fae-b045-58d66fb40073" providerId="ADAL" clId="{A441D81C-AEF8-464D-902E-B6449B34371D}" dt="2026-10-06T15:36:36.270" v="4044"/>
          <ac:spMkLst>
            <pc:docMk/>
            <pc:sldMk cId="1509250780" sldId="353"/>
            <ac:spMk id="19" creationId="{F6046043-6449-2F7D-8F84-7482EE0D148D}"/>
          </ac:spMkLst>
        </pc:spChg>
        <pc:spChg chg="mod">
          <ac:chgData name="Phan Thanh Duy" userId="7fe205da-551d-4fae-b045-58d66fb40073" providerId="ADAL" clId="{A441D81C-AEF8-464D-902E-B6449B34371D}" dt="2026-10-07T04:10:01.453" v="4812" actId="20577"/>
          <ac:spMkLst>
            <pc:docMk/>
            <pc:sldMk cId="1509250780" sldId="353"/>
            <ac:spMk id="23" creationId="{20FD728A-6CE2-4EC3-AE51-DB1B20C10747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6" creationId="{63561D31-EDA0-6237-7266-05EA5B1D4258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7" creationId="{0C82A448-E23E-C3D0-BCAF-9D4FE52D8F93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9" creationId="{884F2D88-2B65-18CB-8B83-7F2D839CF538}"/>
          </ac:spMkLst>
        </pc:spChg>
        <pc:spChg chg="del">
          <ac:chgData name="Phan Thanh Duy" userId="7fe205da-551d-4fae-b045-58d66fb40073" providerId="ADAL" clId="{A441D81C-AEF8-464D-902E-B6449B34371D}" dt="2026-10-06T15:36:34.015" v="4042" actId="478"/>
          <ac:spMkLst>
            <pc:docMk/>
            <pc:sldMk cId="1509250780" sldId="353"/>
            <ac:spMk id="1039" creationId="{15DD598C-772C-A8CE-103C-975B443509C9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2" creationId="{32671845-D75D-FB3E-4F16-C2E21DE999E0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3" creationId="{C9CEA1E2-8EE9-3A9E-54FD-E2320443999C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5" creationId="{B2A6D1A0-8BC7-DBF2-8EB7-9F3AB9E012EE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8" creationId="{FBF1C301-1C8C-EE0F-A0D5-539BC887490C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0" creationId="{7D40488C-C07A-BE67-EE45-0497A358C2B2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1" creationId="{58E2F7AF-3168-C95E-7081-E4AADF4B860A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4" creationId="{A3FC886C-45BE-B7C5-A66B-8AF42D2CC4FB}"/>
          </ac:spMkLst>
        </pc:spChg>
        <pc:cxnChg chg="add mod">
          <ac:chgData name="Phan Thanh Duy" userId="7fe205da-551d-4fae-b045-58d66fb40073" providerId="ADAL" clId="{A441D81C-AEF8-464D-902E-B6449B34371D}" dt="2026-10-06T15:34:46.688" v="4015" actId="1076"/>
          <ac:cxnSpMkLst>
            <pc:docMk/>
            <pc:sldMk cId="1509250780" sldId="353"/>
            <ac:cxnSpMk id="7" creationId="{6BFC2204-A732-E3A6-55B2-E72D7B214CFA}"/>
          </ac:cxnSpMkLst>
        </pc:cxnChg>
        <pc:cxnChg chg="add mod">
          <ac:chgData name="Phan Thanh Duy" userId="7fe205da-551d-4fae-b045-58d66fb40073" providerId="ADAL" clId="{A441D81C-AEF8-464D-902E-B6449B34371D}" dt="2026-10-06T15:34:46.688" v="4015" actId="1076"/>
          <ac:cxnSpMkLst>
            <pc:docMk/>
            <pc:sldMk cId="1509250780" sldId="353"/>
            <ac:cxnSpMk id="14" creationId="{5D9218C9-5CBF-602E-8899-477A76CAFE18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4:10:04.673" v="4814" actId="20577"/>
        <pc:sldMkLst>
          <pc:docMk/>
          <pc:sldMk cId="2718163282" sldId="354"/>
        </pc:sldMkLst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2" creationId="{44A9F0A0-0169-9389-6168-60AF97989A1B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3" creationId="{BC46C197-815B-6C19-23F4-2E8A0CFDB81F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5" creationId="{336E6597-1062-F68B-22E1-5EA7A7E5E405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8" creationId="{A86B2FC4-9E43-317B-A543-9EBF9F6537EC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9" creationId="{F1575019-945F-9F46-38C0-C77AA019C866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2" creationId="{5E2026EA-0FEA-AF79-4968-7B580C70D806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3" creationId="{DBFDAB19-4238-1831-2A72-FBA19E5ADB1E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5" creationId="{B6DF9151-27AB-B0AA-75B3-87457DE57E74}"/>
          </ac:spMkLst>
        </pc:spChg>
        <pc:spChg chg="add mod">
          <ac:chgData name="Phan Thanh Duy" userId="7fe205da-551d-4fae-b045-58d66fb40073" providerId="ADAL" clId="{A441D81C-AEF8-464D-902E-B6449B34371D}" dt="2026-10-06T15:37:34.021" v="4054" actId="1076"/>
          <ac:spMkLst>
            <pc:docMk/>
            <pc:sldMk cId="2718163282" sldId="354"/>
            <ac:spMk id="17" creationId="{0974287B-8BA3-9E16-D2FD-EBF9C6C29EF6}"/>
          </ac:spMkLst>
        </pc:spChg>
        <pc:spChg chg="add mod">
          <ac:chgData name="Phan Thanh Duy" userId="7fe205da-551d-4fae-b045-58d66fb40073" providerId="ADAL" clId="{A441D81C-AEF8-464D-902E-B6449B34371D}" dt="2026-10-06T15:37:15.266" v="4052" actId="14100"/>
          <ac:spMkLst>
            <pc:docMk/>
            <pc:sldMk cId="2718163282" sldId="354"/>
            <ac:spMk id="18" creationId="{97A51C4E-A2DE-B367-5CDA-25D23DB23C69}"/>
          </ac:spMkLst>
        </pc:spChg>
        <pc:spChg chg="add mod">
          <ac:chgData name="Phan Thanh Duy" userId="7fe205da-551d-4fae-b045-58d66fb40073" providerId="ADAL" clId="{A441D81C-AEF8-464D-902E-B6449B34371D}" dt="2026-10-06T15:37:39.033" v="4056" actId="1076"/>
          <ac:spMkLst>
            <pc:docMk/>
            <pc:sldMk cId="2718163282" sldId="354"/>
            <ac:spMk id="20" creationId="{68861F7A-DF5D-E562-5649-247154A2FB27}"/>
          </ac:spMkLst>
        </pc:spChg>
        <pc:spChg chg="mod">
          <ac:chgData name="Phan Thanh Duy" userId="7fe205da-551d-4fae-b045-58d66fb40073" providerId="ADAL" clId="{A441D81C-AEF8-464D-902E-B6449B34371D}" dt="2026-10-07T04:10:04.673" v="4814" actId="20577"/>
          <ac:spMkLst>
            <pc:docMk/>
            <pc:sldMk cId="2718163282" sldId="354"/>
            <ac:spMk id="23" creationId="{6ED35DD4-3BE1-A0D7-96EC-BA97AE4C0790}"/>
          </ac:spMkLst>
        </pc:spChg>
        <pc:spChg chg="add mod">
          <ac:chgData name="Phan Thanh Duy" userId="7fe205da-551d-4fae-b045-58d66fb40073" providerId="ADAL" clId="{A441D81C-AEF8-464D-902E-B6449B34371D}" dt="2026-10-06T15:37:49.181" v="4057" actId="1076"/>
          <ac:spMkLst>
            <pc:docMk/>
            <pc:sldMk cId="2718163282" sldId="354"/>
            <ac:spMk id="24" creationId="{3A6B7DD6-049B-8C05-C299-17CAE4AC4A7D}"/>
          </ac:spMkLst>
        </pc:spChg>
        <pc:spChg chg="add mod">
          <ac:chgData name="Phan Thanh Duy" userId="7fe205da-551d-4fae-b045-58d66fb40073" providerId="ADAL" clId="{A441D81C-AEF8-464D-902E-B6449B34371D}" dt="2026-10-07T03:17:57.429" v="4464"/>
          <ac:spMkLst>
            <pc:docMk/>
            <pc:sldMk cId="2718163282" sldId="354"/>
            <ac:spMk id="25" creationId="{D06B7335-BB72-5905-05B7-005CBE7FC283}"/>
          </ac:spMkLst>
        </pc:spChg>
        <pc:spChg chg="add mod">
          <ac:chgData name="Phan Thanh Duy" userId="7fe205da-551d-4fae-b045-58d66fb40073" providerId="ADAL" clId="{A441D81C-AEF8-464D-902E-B6449B34371D}" dt="2026-10-06T15:37:59.099" v="4059" actId="1076"/>
          <ac:spMkLst>
            <pc:docMk/>
            <pc:sldMk cId="2718163282" sldId="354"/>
            <ac:spMk id="28" creationId="{E826E6FB-3087-AB9C-1540-D5DE763CE95B}"/>
          </ac:spMkLst>
        </pc:spChg>
        <pc:spChg chg="add mod">
          <ac:chgData name="Phan Thanh Duy" userId="7fe205da-551d-4fae-b045-58d66fb40073" providerId="ADAL" clId="{A441D81C-AEF8-464D-902E-B6449B34371D}" dt="2026-10-07T03:08:52.616" v="4432"/>
          <ac:spMkLst>
            <pc:docMk/>
            <pc:sldMk cId="2718163282" sldId="354"/>
            <ac:spMk id="29" creationId="{DBB667BC-C967-1998-674C-B2CB202ED4A6}"/>
          </ac:spMkLst>
        </pc:spChg>
        <pc:spChg chg="add mod">
          <ac:chgData name="Phan Thanh Duy" userId="7fe205da-551d-4fae-b045-58d66fb40073" providerId="ADAL" clId="{A441D81C-AEF8-464D-902E-B6449B34371D}" dt="2026-10-06T16:17:47.873" v="4237" actId="1076"/>
          <ac:spMkLst>
            <pc:docMk/>
            <pc:sldMk cId="2718163282" sldId="354"/>
            <ac:spMk id="31" creationId="{D6FC227B-538A-179A-79D4-85EE43ECC8EF}"/>
          </ac:spMkLst>
        </pc:spChg>
        <pc:spChg chg="add del mod">
          <ac:chgData name="Phan Thanh Duy" userId="7fe205da-551d-4fae-b045-58d66fb40073" providerId="ADAL" clId="{A441D81C-AEF8-464D-902E-B6449B34371D}" dt="2026-10-06T15:36:47.490" v="4050" actId="478"/>
          <ac:spMkLst>
            <pc:docMk/>
            <pc:sldMk cId="2718163282" sldId="354"/>
            <ac:spMk id="1024" creationId="{ECD9D9DB-FB39-D576-4EBF-708F9BE3A234}"/>
          </ac:spMkLst>
        </pc:spChg>
        <pc:spChg chg="add mod">
          <ac:chgData name="Phan Thanh Duy" userId="7fe205da-551d-4fae-b045-58d66fb40073" providerId="ADAL" clId="{A441D81C-AEF8-464D-902E-B6449B34371D}" dt="2026-10-06T15:36:47.764" v="4051"/>
          <ac:spMkLst>
            <pc:docMk/>
            <pc:sldMk cId="2718163282" sldId="354"/>
            <ac:spMk id="1025" creationId="{78FB2BBF-8DAF-7ACB-A81E-5391AD9A72BB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6" creationId="{254F07E1-16C1-EF51-35F6-B895E2FA390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7" creationId="{6C8530A4-74AE-5AD8-75B0-DB56C065D11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9" creationId="{346CC2D4-D53D-1B2D-44AF-98A3287BD1D2}"/>
          </ac:spMkLst>
        </pc:spChg>
        <pc:spChg chg="del">
          <ac:chgData name="Phan Thanh Duy" userId="7fe205da-551d-4fae-b045-58d66fb40073" providerId="ADAL" clId="{A441D81C-AEF8-464D-902E-B6449B34371D}" dt="2026-10-06T15:36:45.713" v="4049" actId="478"/>
          <ac:spMkLst>
            <pc:docMk/>
            <pc:sldMk cId="2718163282" sldId="354"/>
            <ac:spMk id="1039" creationId="{D36F9133-8B25-FEE2-F9BC-204476132688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2" creationId="{485270E6-7E9B-FFFD-5C1D-F5DF8EE20A32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3" creationId="{254F6A21-8FC1-8B7A-2A14-15CC57FD59B7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5" creationId="{6C4B9CA8-2E7C-C58F-E5AD-31879D3D7F0C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8" creationId="{73AD824A-8C27-CDD6-5B0B-081E859B45E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0" creationId="{DF2C291E-B85D-7820-5EA3-88B7E8F3A2EE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1" creationId="{9F4C8141-4593-7454-AB86-844D273BB73B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4" creationId="{4279342A-C9B1-3E57-02D8-FBC550A2DC7E}"/>
          </ac:spMkLst>
        </pc:spChg>
        <pc:cxnChg chg="add mod">
          <ac:chgData name="Phan Thanh Duy" userId="7fe205da-551d-4fae-b045-58d66fb40073" providerId="ADAL" clId="{A441D81C-AEF8-464D-902E-B6449B34371D}" dt="2026-10-06T15:34:50.842" v="4017"/>
          <ac:cxnSpMkLst>
            <pc:docMk/>
            <pc:sldMk cId="2718163282" sldId="354"/>
            <ac:cxnSpMk id="11" creationId="{DAB50125-DE6D-99F8-45A7-39784D29D8B6}"/>
          </ac:cxnSpMkLst>
        </pc:cxnChg>
        <pc:cxnChg chg="add mod">
          <ac:chgData name="Phan Thanh Duy" userId="7fe205da-551d-4fae-b045-58d66fb40073" providerId="ADAL" clId="{A441D81C-AEF8-464D-902E-B6449B34371D}" dt="2026-10-06T15:34:50.842" v="4017"/>
          <ac:cxnSpMkLst>
            <pc:docMk/>
            <pc:sldMk cId="2718163282" sldId="354"/>
            <ac:cxnSpMk id="16" creationId="{05A0F1EB-ACA3-FC33-943A-49BDC74C4B81}"/>
          </ac:cxnSpMkLst>
        </pc:cxnChg>
        <pc:cxnChg chg="mod">
          <ac:chgData name="Phan Thanh Duy" userId="7fe205da-551d-4fae-b045-58d66fb40073" providerId="ADAL" clId="{A441D81C-AEF8-464D-902E-B6449B34371D}" dt="2026-10-06T15:37:34.021" v="4054" actId="1076"/>
          <ac:cxnSpMkLst>
            <pc:docMk/>
            <pc:sldMk cId="2718163282" sldId="354"/>
            <ac:cxnSpMk id="19" creationId="{08D918BB-15B6-5C88-7642-5E312EFD25E2}"/>
          </ac:cxnSpMkLst>
        </pc:cxnChg>
        <pc:cxnChg chg="mod">
          <ac:chgData name="Phan Thanh Duy" userId="7fe205da-551d-4fae-b045-58d66fb40073" providerId="ADAL" clId="{A441D81C-AEF8-464D-902E-B6449B34371D}" dt="2026-10-06T15:37:39.033" v="4056" actId="1076"/>
          <ac:cxnSpMkLst>
            <pc:docMk/>
            <pc:sldMk cId="2718163282" sldId="354"/>
            <ac:cxnSpMk id="21" creationId="{602B9181-2ECE-1BBA-2EFC-278310B312E8}"/>
          </ac:cxnSpMkLst>
        </pc:cxnChg>
        <pc:cxnChg chg="add mod">
          <ac:chgData name="Phan Thanh Duy" userId="7fe205da-551d-4fae-b045-58d66fb40073" providerId="ADAL" clId="{A441D81C-AEF8-464D-902E-B6449B34371D}" dt="2026-10-06T15:37:49.181" v="4057" actId="1076"/>
          <ac:cxnSpMkLst>
            <pc:docMk/>
            <pc:sldMk cId="2718163282" sldId="354"/>
            <ac:cxnSpMk id="22" creationId="{767FF11C-C76C-842C-BDAE-0A456586CEAB}"/>
          </ac:cxnSpMkLst>
        </pc:cxnChg>
        <pc:cxnChg chg="mod">
          <ac:chgData name="Phan Thanh Duy" userId="7fe205da-551d-4fae-b045-58d66fb40073" providerId="ADAL" clId="{A441D81C-AEF8-464D-902E-B6449B34371D}" dt="2026-10-06T15:37:59.099" v="4059" actId="1076"/>
          <ac:cxnSpMkLst>
            <pc:docMk/>
            <pc:sldMk cId="2718163282" sldId="354"/>
            <ac:cxnSpMk id="26" creationId="{DD9D555D-6EBA-C3E0-517F-124344016E1F}"/>
          </ac:cxnSpMkLst>
        </pc:cxnChg>
        <pc:cxnChg chg="add mod">
          <ac:chgData name="Phan Thanh Duy" userId="7fe205da-551d-4fae-b045-58d66fb40073" providerId="ADAL" clId="{A441D81C-AEF8-464D-902E-B6449B34371D}" dt="2026-10-06T15:37:55.375" v="4058" actId="1076"/>
          <ac:cxnSpMkLst>
            <pc:docMk/>
            <pc:sldMk cId="2718163282" sldId="354"/>
            <ac:cxnSpMk id="27" creationId="{822D521F-94E8-13E6-B492-AAB152E9D2F0}"/>
          </ac:cxnSpMkLst>
        </pc:cxnChg>
        <pc:cxnChg chg="mod">
          <ac:chgData name="Phan Thanh Duy" userId="7fe205da-551d-4fae-b045-58d66fb40073" providerId="ADAL" clId="{A441D81C-AEF8-464D-902E-B6449B34371D}" dt="2026-10-06T16:17:42.636" v="4236" actId="14100"/>
          <ac:cxnSpMkLst>
            <pc:docMk/>
            <pc:sldMk cId="2718163282" sldId="354"/>
            <ac:cxnSpMk id="30" creationId="{68EA8AB7-4C65-1983-F04A-6D4709F0B04E}"/>
          </ac:cxnSpMkLst>
        </pc:cxnChg>
        <pc:cxnChg chg="mod">
          <ac:chgData name="Phan Thanh Duy" userId="7fe205da-551d-4fae-b045-58d66fb40073" providerId="ADAL" clId="{A441D81C-AEF8-464D-902E-B6449B34371D}" dt="2026-10-06T16:17:47.873" v="4237" actId="1076"/>
          <ac:cxnSpMkLst>
            <pc:docMk/>
            <pc:sldMk cId="2718163282" sldId="354"/>
            <ac:cxnSpMk id="1344" creationId="{D11DA457-2966-A047-E012-6AAD7039B18E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5:32:27.475" v="5157" actId="255"/>
        <pc:sldMkLst>
          <pc:docMk/>
          <pc:sldMk cId="884170961" sldId="355"/>
        </pc:sldMkLst>
        <pc:spChg chg="mod">
          <ac:chgData name="Phan Thanh Duy" userId="7fe205da-551d-4fae-b045-58d66fb40073" providerId="ADAL" clId="{A441D81C-AEF8-464D-902E-B6449B34371D}" dt="2026-10-07T05:32:27.475" v="5157" actId="255"/>
          <ac:spMkLst>
            <pc:docMk/>
            <pc:sldMk cId="884170961" sldId="355"/>
            <ac:spMk id="7" creationId="{BA73E170-0E1E-810D-4713-CB828AF178A4}"/>
          </ac:spMkLst>
        </pc:spChg>
        <pc:spChg chg="add del mod">
          <ac:chgData name="Phan Thanh Duy" userId="7fe205da-551d-4fae-b045-58d66fb40073" providerId="ADAL" clId="{A441D81C-AEF8-464D-902E-B6449B34371D}" dt="2026-10-06T15:45:47.577" v="4092" actId="478"/>
          <ac:spMkLst>
            <pc:docMk/>
            <pc:sldMk cId="884170961" sldId="355"/>
            <ac:spMk id="8" creationId="{82EA4E43-88F6-8D55-E1EB-EF1ABDACB3E3}"/>
          </ac:spMkLst>
        </pc:spChg>
        <pc:spChg chg="add mod">
          <ac:chgData name="Phan Thanh Duy" userId="7fe205da-551d-4fae-b045-58d66fb40073" providerId="ADAL" clId="{A441D81C-AEF8-464D-902E-B6449B34371D}" dt="2026-10-06T15:45:47.919" v="4093"/>
          <ac:spMkLst>
            <pc:docMk/>
            <pc:sldMk cId="884170961" sldId="355"/>
            <ac:spMk id="9" creationId="{3E590720-7FC0-C238-D1E1-F6DBE93F25DF}"/>
          </ac:spMkLst>
        </pc:spChg>
        <pc:spChg chg="mod">
          <ac:chgData name="Phan Thanh Duy" userId="7fe205da-551d-4fae-b045-58d66fb40073" providerId="ADAL" clId="{A441D81C-AEF8-464D-902E-B6449B34371D}" dt="2026-10-07T04:10:08.073" v="4816" actId="20577"/>
          <ac:spMkLst>
            <pc:docMk/>
            <pc:sldMk cId="884170961" sldId="355"/>
            <ac:spMk id="23" creationId="{D7BFEED8-6359-F466-17E7-36412FD8456E}"/>
          </ac:spMkLst>
        </pc:spChg>
        <pc:spChg chg="del">
          <ac:chgData name="Phan Thanh Duy" userId="7fe205da-551d-4fae-b045-58d66fb40073" providerId="ADAL" clId="{A441D81C-AEF8-464D-902E-B6449B34371D}" dt="2026-10-06T15:45:45.931" v="4091" actId="478"/>
          <ac:spMkLst>
            <pc:docMk/>
            <pc:sldMk cId="884170961" sldId="355"/>
            <ac:spMk id="1039" creationId="{8345AE3C-BA5A-5347-0163-7478E27D560D}"/>
          </ac:spMkLst>
        </pc:spChg>
        <pc:picChg chg="del">
          <ac:chgData name="Phan Thanh Duy" userId="7fe205da-551d-4fae-b045-58d66fb40073" providerId="ADAL" clId="{A441D81C-AEF8-464D-902E-B6449B34371D}" dt="2026-10-06T15:45:01.154" v="4087" actId="478"/>
          <ac:picMkLst>
            <pc:docMk/>
            <pc:sldMk cId="884170961" sldId="355"/>
            <ac:picMk id="3" creationId="{F11A0ED0-4DB3-EE8C-6B43-6737E379C199}"/>
          </ac:picMkLst>
        </pc:picChg>
        <pc:picChg chg="add mod">
          <ac:chgData name="Phan Thanh Duy" userId="7fe205da-551d-4fae-b045-58d66fb40073" providerId="ADAL" clId="{A441D81C-AEF8-464D-902E-B6449B34371D}" dt="2026-10-07T03:39:05.693" v="4530" actId="14826"/>
          <ac:picMkLst>
            <pc:docMk/>
            <pc:sldMk cId="884170961" sldId="355"/>
            <ac:picMk id="4" creationId="{5BF393CB-B2F3-F576-8257-8A919DE756A1}"/>
          </ac:picMkLst>
        </pc:picChg>
        <pc:cxnChg chg="add mod">
          <ac:chgData name="Phan Thanh Duy" userId="7fe205da-551d-4fae-b045-58d66fb40073" providerId="ADAL" clId="{A441D81C-AEF8-464D-902E-B6449B34371D}" dt="2026-10-07T03:39:12.010" v="4531" actId="1076"/>
          <ac:cxnSpMkLst>
            <pc:docMk/>
            <pc:sldMk cId="884170961" sldId="355"/>
            <ac:cxnSpMk id="2" creationId="{718C1AD9-5598-53BE-E6A2-0E661FE6C771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7:04:03.903" v="5863" actId="20577"/>
        <pc:sldMkLst>
          <pc:docMk/>
          <pc:sldMk cId="3121669601" sldId="356"/>
        </pc:sldMkLst>
        <pc:spChg chg="add del mod">
          <ac:chgData name="Phan Thanh Duy" userId="7fe205da-551d-4fae-b045-58d66fb40073" providerId="ADAL" clId="{A441D81C-AEF8-464D-902E-B6449B34371D}" dt="2026-10-06T15:46:01.886" v="4100" actId="478"/>
          <ac:spMkLst>
            <pc:docMk/>
            <pc:sldMk cId="3121669601" sldId="356"/>
            <ac:spMk id="3" creationId="{01CA7EE2-F5CA-15C6-2FCA-DC4807B2E5C9}"/>
          </ac:spMkLst>
        </pc:spChg>
        <pc:spChg chg="add mod ord">
          <ac:chgData name="Phan Thanh Duy" userId="7fe205da-551d-4fae-b045-58d66fb40073" providerId="ADAL" clId="{A441D81C-AEF8-464D-902E-B6449B34371D}" dt="2026-10-06T15:46:42.707" v="4123" actId="167"/>
          <ac:spMkLst>
            <pc:docMk/>
            <pc:sldMk cId="3121669601" sldId="356"/>
            <ac:spMk id="4" creationId="{3E59D9E5-9E4C-1913-2331-E9CB1A8A491A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9" creationId="{54987A96-9C67-47BF-B459-D8919706B3EC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10" creationId="{71528343-6ED1-DC07-1522-68FC64987499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13" creationId="{7EBA1652-1AE9-10FA-95CE-5F2F34045E5B}"/>
          </ac:spMkLst>
        </pc:spChg>
        <pc:spChg chg="mod">
          <ac:chgData name="Phan Thanh Duy" userId="7fe205da-551d-4fae-b045-58d66fb40073" providerId="ADAL" clId="{A441D81C-AEF8-464D-902E-B6449B34371D}" dt="2026-10-07T07:04:00.669" v="5862" actId="20577"/>
          <ac:spMkLst>
            <pc:docMk/>
            <pc:sldMk cId="3121669601" sldId="356"/>
            <ac:spMk id="15" creationId="{E7ADD254-2E6A-AC78-C706-895DC65FCBDA}"/>
          </ac:spMkLst>
        </pc:spChg>
        <pc:spChg chg="mod">
          <ac:chgData name="Phan Thanh Duy" userId="7fe205da-551d-4fae-b045-58d66fb40073" providerId="ADAL" clId="{A441D81C-AEF8-464D-902E-B6449B34371D}" dt="2026-10-07T07:04:03.903" v="5863" actId="20577"/>
          <ac:spMkLst>
            <pc:docMk/>
            <pc:sldMk cId="3121669601" sldId="356"/>
            <ac:spMk id="19" creationId="{674C5D67-D7EF-73F1-13E9-D5E54A96A756}"/>
          </ac:spMkLst>
        </pc:spChg>
        <pc:spChg chg="mod">
          <ac:chgData name="Phan Thanh Duy" userId="7fe205da-551d-4fae-b045-58d66fb40073" providerId="ADAL" clId="{A441D81C-AEF8-464D-902E-B6449B34371D}" dt="2026-10-07T04:10:11.225" v="4818" actId="20577"/>
          <ac:spMkLst>
            <pc:docMk/>
            <pc:sldMk cId="3121669601" sldId="356"/>
            <ac:spMk id="23" creationId="{AC3EE613-572A-DE38-A53C-D4DD9ABD1C61}"/>
          </ac:spMkLst>
        </pc:spChg>
        <pc:spChg chg="del">
          <ac:chgData name="Phan Thanh Duy" userId="7fe205da-551d-4fae-b045-58d66fb40073" providerId="ADAL" clId="{A441D81C-AEF8-464D-902E-B6449B34371D}" dt="2026-10-06T15:45:56.872" v="4098" actId="478"/>
          <ac:spMkLst>
            <pc:docMk/>
            <pc:sldMk cId="3121669601" sldId="356"/>
            <ac:spMk id="1039" creationId="{D95A6BB6-2D03-5987-B829-7A6FAD51DA2E}"/>
          </ac:spMkLst>
        </pc:spChg>
        <pc:grpChg chg="add mod">
          <ac:chgData name="Phan Thanh Duy" userId="7fe205da-551d-4fae-b045-58d66fb40073" providerId="ADAL" clId="{A441D81C-AEF8-464D-902E-B6449B34371D}" dt="2026-10-06T15:46:54.052" v="4125" actId="571"/>
          <ac:grpSpMkLst>
            <pc:docMk/>
            <pc:sldMk cId="3121669601" sldId="356"/>
            <ac:grpSpMk id="6" creationId="{7A7E4F2E-8C1A-EC1C-F5E0-21AF2AF2FB3B}"/>
          </ac:grpSpMkLst>
        </pc:grpChg>
        <pc:grpChg chg="mod">
          <ac:chgData name="Phan Thanh Duy" userId="7fe205da-551d-4fae-b045-58d66fb40073" providerId="ADAL" clId="{A441D81C-AEF8-464D-902E-B6449B34371D}" dt="2026-10-06T15:46:54.052" v="4125" actId="571"/>
          <ac:grpSpMkLst>
            <pc:docMk/>
            <pc:sldMk cId="3121669601" sldId="356"/>
            <ac:grpSpMk id="7" creationId="{B45DDA09-A799-7C6A-D16F-929B539362EF}"/>
          </ac:grpSpMkLst>
        </pc:grpChg>
        <pc:grpChg chg="mod">
          <ac:chgData name="Phan Thanh Duy" userId="7fe205da-551d-4fae-b045-58d66fb40073" providerId="ADAL" clId="{A441D81C-AEF8-464D-902E-B6449B34371D}" dt="2026-10-06T15:46:30.438" v="4120" actId="14100"/>
          <ac:grpSpMkLst>
            <pc:docMk/>
            <pc:sldMk cId="3121669601" sldId="356"/>
            <ac:grpSpMk id="1042" creationId="{66391D4C-3CBE-920C-51D6-5CA7335390C5}"/>
          </ac:grpSpMkLst>
        </pc:grpChg>
        <pc:picChg chg="mod">
          <ac:chgData name="Phan Thanh Duy" userId="7fe205da-551d-4fae-b045-58d66fb40073" providerId="ADAL" clId="{A441D81C-AEF8-464D-902E-B6449B34371D}" dt="2026-10-07T03:36:14.320" v="4516" actId="14826"/>
          <ac:picMkLst>
            <pc:docMk/>
            <pc:sldMk cId="3121669601" sldId="356"/>
            <ac:picMk id="8" creationId="{266DA426-6D59-21A7-2182-21909C8B50BC}"/>
          </ac:picMkLst>
        </pc:picChg>
        <pc:picChg chg="mod">
          <ac:chgData name="Phan Thanh Duy" userId="7fe205da-551d-4fae-b045-58d66fb40073" providerId="ADAL" clId="{A441D81C-AEF8-464D-902E-B6449B34371D}" dt="2026-10-07T03:35:55.126" v="4515" actId="14826"/>
          <ac:picMkLst>
            <pc:docMk/>
            <pc:sldMk cId="3121669601" sldId="356"/>
            <ac:picMk id="12" creationId="{A4464D44-7B3A-F623-989D-5ACC817AA161}"/>
          </ac:picMkLst>
        </pc:picChg>
        <pc:picChg chg="add del">
          <ac:chgData name="Phan Thanh Duy" userId="7fe205da-551d-4fae-b045-58d66fb40073" providerId="ADAL" clId="{A441D81C-AEF8-464D-902E-B6449B34371D}" dt="2026-10-06T15:59:51.110" v="4133" actId="22"/>
          <ac:picMkLst>
            <pc:docMk/>
            <pc:sldMk cId="3121669601" sldId="356"/>
            <ac:picMk id="16" creationId="{18FCEF8D-70E3-DF20-1784-51C4CB33C632}"/>
          </ac:picMkLst>
        </pc:picChg>
        <pc:cxnChg chg="mod">
          <ac:chgData name="Phan Thanh Duy" userId="7fe205da-551d-4fae-b045-58d66fb40073" providerId="ADAL" clId="{A441D81C-AEF8-464D-902E-B6449B34371D}" dt="2026-10-06T15:46:54.052" v="4125" actId="571"/>
          <ac:cxnSpMkLst>
            <pc:docMk/>
            <pc:sldMk cId="3121669601" sldId="356"/>
            <ac:cxnSpMk id="11" creationId="{764BBAAD-C83E-1F95-FE0D-4D55084E7431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7:04:13.326" v="5869" actId="20577"/>
        <pc:sldMkLst>
          <pc:docMk/>
          <pc:sldMk cId="797379015" sldId="357"/>
        </pc:sldMkLst>
        <pc:spChg chg="add del mod">
          <ac:chgData name="Phan Thanh Duy" userId="7fe205da-551d-4fae-b045-58d66fb40073" providerId="ADAL" clId="{A441D81C-AEF8-464D-902E-B6449B34371D}" dt="2026-10-07T02:32:24.933" v="4297" actId="478"/>
          <ac:spMkLst>
            <pc:docMk/>
            <pc:sldMk cId="797379015" sldId="357"/>
            <ac:spMk id="3" creationId="{222ABDC9-F445-7728-AE08-8AE6BBD25735}"/>
          </ac:spMkLst>
        </pc:spChg>
        <pc:spChg chg="add 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4" creationId="{37B00F07-C69D-97A3-AB8F-70DDF0BB8458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9" creationId="{FED7F23F-DBD7-0130-2F6E-14B18B174009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0" creationId="{C211072E-EE94-78FC-C490-BBB05A908BEB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3" creationId="{51B2CC01-06F8-8935-C050-CD80246CE2C2}"/>
          </ac:spMkLst>
        </pc:spChg>
        <pc:spChg chg="add mod">
          <ac:chgData name="Phan Thanh Duy" userId="7fe205da-551d-4fae-b045-58d66fb40073" providerId="ADAL" clId="{A441D81C-AEF8-464D-902E-B6449B34371D}" dt="2026-10-07T04:10:14.221" v="4820" actId="20577"/>
          <ac:spMkLst>
            <pc:docMk/>
            <pc:sldMk cId="797379015" sldId="357"/>
            <ac:spMk id="14" creationId="{8AF3BE2C-07D7-F680-EA35-FAF62713B2F2}"/>
          </ac:spMkLst>
        </pc:spChg>
        <pc:spChg chg="mod">
          <ac:chgData name="Phan Thanh Duy" userId="7fe205da-551d-4fae-b045-58d66fb40073" providerId="ADAL" clId="{A441D81C-AEF8-464D-902E-B6449B34371D}" dt="2026-10-07T07:04:08.629" v="5866" actId="20577"/>
          <ac:spMkLst>
            <pc:docMk/>
            <pc:sldMk cId="797379015" sldId="357"/>
            <ac:spMk id="15" creationId="{383CCC1D-4E42-D25B-D2E5-5B839FFCD60E}"/>
          </ac:spMkLst>
        </pc:spChg>
        <pc:spChg chg="mod">
          <ac:chgData name="Phan Thanh Duy" userId="7fe205da-551d-4fae-b045-58d66fb40073" providerId="ADAL" clId="{A441D81C-AEF8-464D-902E-B6449B34371D}" dt="2026-10-07T07:04:13.326" v="5869" actId="20577"/>
          <ac:spMkLst>
            <pc:docMk/>
            <pc:sldMk cId="797379015" sldId="357"/>
            <ac:spMk id="19" creationId="{0FFFBB48-4356-B60E-CF26-F9E169493CC8}"/>
          </ac:spMkLst>
        </pc:spChg>
        <pc:spChg chg="del">
          <ac:chgData name="Phan Thanh Duy" userId="7fe205da-551d-4fae-b045-58d66fb40073" providerId="ADAL" clId="{A441D81C-AEF8-464D-902E-B6449B34371D}" dt="2026-10-07T02:32:23.510" v="4296" actId="478"/>
          <ac:spMkLst>
            <pc:docMk/>
            <pc:sldMk cId="797379015" sldId="357"/>
            <ac:spMk id="23" creationId="{E4CBCF90-01AD-7850-DB0C-262F414A85E9}"/>
          </ac:spMkLst>
        </pc:spChg>
        <pc:spChg chg="del mod">
          <ac:chgData name="Phan Thanh Duy" userId="7fe205da-551d-4fae-b045-58d66fb40073" providerId="ADAL" clId="{A441D81C-AEF8-464D-902E-B6449B34371D}" dt="2026-10-07T02:32:23.510" v="4296" actId="478"/>
          <ac:spMkLst>
            <pc:docMk/>
            <pc:sldMk cId="797379015" sldId="357"/>
            <ac:spMk id="1039" creationId="{D778DF7F-2B09-4C82-B773-B4319CE3271E}"/>
          </ac:spMkLst>
        </pc:spChg>
        <pc:grpChg chg="add mod">
          <ac:chgData name="Phan Thanh Duy" userId="7fe205da-551d-4fae-b045-58d66fb40073" providerId="ADAL" clId="{A441D81C-AEF8-464D-902E-B6449B34371D}" dt="2026-10-07T02:32:32.434" v="4299"/>
          <ac:grpSpMkLst>
            <pc:docMk/>
            <pc:sldMk cId="797379015" sldId="357"/>
            <ac:grpSpMk id="6" creationId="{40CA7EBC-6B92-7E97-9609-4DA37C945A63}"/>
          </ac:grpSpMkLst>
        </pc:grpChg>
        <pc:grpChg chg="mod">
          <ac:chgData name="Phan Thanh Duy" userId="7fe205da-551d-4fae-b045-58d66fb40073" providerId="ADAL" clId="{A441D81C-AEF8-464D-902E-B6449B34371D}" dt="2026-10-07T02:32:32.434" v="4299"/>
          <ac:grpSpMkLst>
            <pc:docMk/>
            <pc:sldMk cId="797379015" sldId="357"/>
            <ac:grpSpMk id="7" creationId="{66B33264-D512-8182-0BF7-2181ECC868C1}"/>
          </ac:grpSpMkLst>
        </pc:grpChg>
        <pc:grpChg chg="del">
          <ac:chgData name="Phan Thanh Duy" userId="7fe205da-551d-4fae-b045-58d66fb40073" providerId="ADAL" clId="{A441D81C-AEF8-464D-902E-B6449B34371D}" dt="2026-10-07T02:32:26.294" v="4298" actId="478"/>
          <ac:grpSpMkLst>
            <pc:docMk/>
            <pc:sldMk cId="797379015" sldId="357"/>
            <ac:grpSpMk id="1042" creationId="{D2538E5C-174A-FFCF-9BDE-E70F260F2931}"/>
          </ac:grpSpMkLst>
        </pc:grpChg>
        <pc:picChg chg="mod">
          <ac:chgData name="Phan Thanh Duy" userId="7fe205da-551d-4fae-b045-58d66fb40073" providerId="ADAL" clId="{A441D81C-AEF8-464D-902E-B6449B34371D}" dt="2026-10-07T03:38:59.486" v="4529" actId="14826"/>
          <ac:picMkLst>
            <pc:docMk/>
            <pc:sldMk cId="797379015" sldId="357"/>
            <ac:picMk id="8" creationId="{B48EE48C-B893-D2E6-DECA-2C7A544E2DFF}"/>
          </ac:picMkLst>
        </pc:picChg>
        <pc:picChg chg="mod">
          <ac:chgData name="Phan Thanh Duy" userId="7fe205da-551d-4fae-b045-58d66fb40073" providerId="ADAL" clId="{A441D81C-AEF8-464D-902E-B6449B34371D}" dt="2026-10-07T03:36:40.463" v="4517" actId="14826"/>
          <ac:picMkLst>
            <pc:docMk/>
            <pc:sldMk cId="797379015" sldId="357"/>
            <ac:picMk id="12" creationId="{1E9D85FE-A69B-E96B-EF56-6C46F42AB5BE}"/>
          </ac:picMkLst>
        </pc:picChg>
        <pc:cxnChg chg="mod">
          <ac:chgData name="Phan Thanh Duy" userId="7fe205da-551d-4fae-b045-58d66fb40073" providerId="ADAL" clId="{A441D81C-AEF8-464D-902E-B6449B34371D}" dt="2026-10-07T02:32:32.434" v="4299"/>
          <ac:cxnSpMkLst>
            <pc:docMk/>
            <pc:sldMk cId="797379015" sldId="357"/>
            <ac:cxnSpMk id="11" creationId="{CDFDC4FA-E40F-9269-B8F7-C21782F0CF7B}"/>
          </ac:cxnSpMkLst>
        </pc:cxnChg>
        <pc:cxnChg chg="mod">
          <ac:chgData name="Phan Thanh Duy" userId="7fe205da-551d-4fae-b045-58d66fb40073" providerId="ADAL" clId="{A441D81C-AEF8-464D-902E-B6449B34371D}" dt="2026-10-07T02:32:26.294" v="4298" actId="478"/>
          <ac:cxnSpMkLst>
            <pc:docMk/>
            <pc:sldMk cId="797379015" sldId="357"/>
            <ac:cxnSpMk id="1045" creationId="{D5E96F77-12C8-08D8-4FFC-D802AEB2DEEA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7:18:24.106" v="6137" actId="962"/>
        <pc:sldMkLst>
          <pc:docMk/>
          <pc:sldMk cId="663921759" sldId="358"/>
        </pc:sldMkLst>
        <pc:spChg chg="mod">
          <ac:chgData name="Phan Thanh Duy" userId="7fe205da-551d-4fae-b045-58d66fb40073" providerId="ADAL" clId="{A441D81C-AEF8-464D-902E-B6449B34371D}" dt="2026-10-07T07:18:24.106" v="6137" actId="962"/>
          <ac:spMkLst>
            <pc:docMk/>
            <pc:sldMk cId="663921759" sldId="358"/>
            <ac:spMk id="23" creationId="{84CA8B72-99B9-1A46-6B31-3C8E1A9B84F5}"/>
          </ac:spMkLst>
        </pc:spChg>
        <pc:spChg chg="mod">
          <ac:chgData name="Phan Thanh Duy" userId="7fe205da-551d-4fae-b045-58d66fb40073" providerId="ADAL" clId="{A441D81C-AEF8-464D-902E-B6449B34371D}" dt="2026-10-06T15:19:23.960" v="3915" actId="1076"/>
          <ac:spMkLst>
            <pc:docMk/>
            <pc:sldMk cId="663921759" sldId="358"/>
            <ac:spMk id="1039" creationId="{DFFCD7CA-5046-9EEA-1D53-08F02FCF3C01}"/>
          </ac:spMkLst>
        </pc:spChg>
        <pc:picChg chg="del">
          <ac:chgData name="Phan Thanh Duy" userId="7fe205da-551d-4fae-b045-58d66fb40073" providerId="ADAL" clId="{A441D81C-AEF8-464D-902E-B6449B34371D}" dt="2026-10-06T11:56:32.229" v="3331" actId="478"/>
          <ac:picMkLst>
            <pc:docMk/>
            <pc:sldMk cId="663921759" sldId="358"/>
            <ac:picMk id="5" creationId="{2C0EA467-1A6F-AE2B-667C-8180143AC539}"/>
          </ac:picMkLst>
        </pc:picChg>
        <pc:picChg chg="add mod">
          <ac:chgData name="Phan Thanh Duy" userId="7fe205da-551d-4fae-b045-58d66fb40073" providerId="ADAL" clId="{A441D81C-AEF8-464D-902E-B6449B34371D}" dt="2026-10-06T11:56:53.097" v="3342" actId="1076"/>
          <ac:picMkLst>
            <pc:docMk/>
            <pc:sldMk cId="663921759" sldId="358"/>
            <ac:picMk id="8" creationId="{0ED29E8E-8C15-3893-17F5-BD4B4E0095D7}"/>
          </ac:picMkLst>
        </pc:picChg>
      </pc:sldChg>
      <pc:sldChg chg="delSp modSp add del mod ord">
        <pc:chgData name="Phan Thanh Duy" userId="7fe205da-551d-4fae-b045-58d66fb40073" providerId="ADAL" clId="{A441D81C-AEF8-464D-902E-B6449B34371D}" dt="2026-10-06T11:54:07.748" v="3327" actId="47"/>
        <pc:sldMkLst>
          <pc:docMk/>
          <pc:sldMk cId="4146670325" sldId="358"/>
        </pc:sldMkLst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6" creationId="{2A634018-66D7-B405-5440-A283C89616D2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7" creationId="{8ABE2102-6D7A-DB96-6B88-FEB6E46FD45D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9" creationId="{1156AC10-3725-D928-3BBB-3DA5FDC7A3EE}"/>
          </ac:spMkLst>
        </pc:spChg>
        <pc:spChg chg="mod">
          <ac:chgData name="Phan Thanh Duy" userId="7fe205da-551d-4fae-b045-58d66fb40073" providerId="ADAL" clId="{A441D81C-AEF8-464D-902E-B6449B34371D}" dt="2026-10-06T11:53:29.684" v="3324" actId="1076"/>
          <ac:spMkLst>
            <pc:docMk/>
            <pc:sldMk cId="4146670325" sldId="358"/>
            <ac:spMk id="1362" creationId="{4F68FBEE-0CC2-45FE-CFF2-2B48B917D297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3" creationId="{7D018550-A9DF-6A4A-20FA-894C7CCA46F9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5" creationId="{3E7FFE85-32B1-7CC9-F7A1-18C430F72CE7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8" creationId="{25BA05B0-1DC4-FA7F-2CD4-DD2440514891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0" creationId="{29530F7F-28F8-6C64-BCE0-AF61BD5FA47E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1" creationId="{7CD24A1E-3296-9BC9-9E10-D07258427423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4" creationId="{86196EA5-1183-2148-1485-DF2D7293D9ED}"/>
          </ac:spMkLst>
        </pc:spChg>
        <pc:cxnChg chg="del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028" creationId="{19EE8B59-E3E4-9488-1665-AC78109AEC09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030" creationId="{5FAD58FB-B45B-F7AC-1252-9D8345F763E1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4" creationId="{629B88C3-DDCC-7185-A9F8-28422D244173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6" creationId="{2718EC2B-DF10-7C23-CF05-A3597D6C59A3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7" creationId="{1C2F84E7-0F80-9791-647A-B510730684AE}"/>
          </ac:cxnSpMkLst>
        </pc:cxnChg>
        <pc:cxnChg chg="del mod">
          <ac:chgData name="Phan Thanh Duy" userId="7fe205da-551d-4fae-b045-58d66fb40073" providerId="ADAL" clId="{A441D81C-AEF8-464D-902E-B6449B34371D}" dt="2026-10-06T11:53:24.252" v="3323" actId="478"/>
          <ac:cxnSpMkLst>
            <pc:docMk/>
            <pc:sldMk cId="4146670325" sldId="358"/>
            <ac:cxnSpMk id="1369" creationId="{8FDF9C41-3AFB-ECF0-6C5B-2CA2CB587D5B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2" creationId="{7A1F8DD3-E0A8-ADDD-F0B9-33F340CAF3FA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3" creationId="{03E0A3F8-74D2-AB81-D1B5-BDCDF1EFB761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5" creationId="{F9B56389-CFCD-DF20-FEEE-0296142E8458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7:18:19.503" v="6136" actId="962"/>
        <pc:sldMkLst>
          <pc:docMk/>
          <pc:sldMk cId="1824813048" sldId="359"/>
        </pc:sldMkLst>
        <pc:spChg chg="add del mod">
          <ac:chgData name="Phan Thanh Duy" userId="7fe205da-551d-4fae-b045-58d66fb40073" providerId="ADAL" clId="{A441D81C-AEF8-464D-902E-B6449B34371D}" dt="2026-10-06T15:19:31.160" v="3917" actId="478"/>
          <ac:spMkLst>
            <pc:docMk/>
            <pc:sldMk cId="1824813048" sldId="359"/>
            <ac:spMk id="3" creationId="{71ED6D40-453D-2C72-CE51-F467525593F5}"/>
          </ac:spMkLst>
        </pc:spChg>
        <pc:spChg chg="add mod">
          <ac:chgData name="Phan Thanh Duy" userId="7fe205da-551d-4fae-b045-58d66fb40073" providerId="ADAL" clId="{A441D81C-AEF8-464D-902E-B6449B34371D}" dt="2026-10-06T15:19:31.523" v="3918"/>
          <ac:spMkLst>
            <pc:docMk/>
            <pc:sldMk cId="1824813048" sldId="359"/>
            <ac:spMk id="8" creationId="{BE3EFB6D-C3AF-BEF9-2EE8-AC382EA655CC}"/>
          </ac:spMkLst>
        </pc:spChg>
        <pc:spChg chg="mod">
          <ac:chgData name="Phan Thanh Duy" userId="7fe205da-551d-4fae-b045-58d66fb40073" providerId="ADAL" clId="{A441D81C-AEF8-464D-902E-B6449B34371D}" dt="2026-10-06T12:00:21.848" v="3353" actId="1076"/>
          <ac:spMkLst>
            <pc:docMk/>
            <pc:sldMk cId="1824813048" sldId="359"/>
            <ac:spMk id="16" creationId="{B44D3846-735A-ED6A-A021-AE226EADA42A}"/>
          </ac:spMkLst>
        </pc:spChg>
        <pc:spChg chg="mod">
          <ac:chgData name="Phan Thanh Duy" userId="7fe205da-551d-4fae-b045-58d66fb40073" providerId="ADAL" clId="{A441D81C-AEF8-464D-902E-B6449B34371D}" dt="2026-10-07T07:18:19.503" v="6136" actId="962"/>
          <ac:spMkLst>
            <pc:docMk/>
            <pc:sldMk cId="1824813048" sldId="359"/>
            <ac:spMk id="23" creationId="{62A834E6-FE6B-AE64-CF09-4F4793DAD738}"/>
          </ac:spMkLst>
        </pc:spChg>
        <pc:spChg chg="mod">
          <ac:chgData name="Phan Thanh Duy" userId="7fe205da-551d-4fae-b045-58d66fb40073" providerId="ADAL" clId="{A441D81C-AEF8-464D-902E-B6449B34371D}" dt="2026-10-06T15:21:27.591" v="3942" actId="962"/>
          <ac:spMkLst>
            <pc:docMk/>
            <pc:sldMk cId="1824813048" sldId="359"/>
            <ac:spMk id="26" creationId="{2E3324CE-9B7F-FC86-D19C-F5DBC3D8EA36}"/>
          </ac:spMkLst>
        </pc:spChg>
        <pc:spChg chg="del">
          <ac:chgData name="Phan Thanh Duy" userId="7fe205da-551d-4fae-b045-58d66fb40073" providerId="ADAL" clId="{A441D81C-AEF8-464D-902E-B6449B34371D}" dt="2026-10-06T15:19:28.684" v="3916" actId="478"/>
          <ac:spMkLst>
            <pc:docMk/>
            <pc:sldMk cId="1824813048" sldId="359"/>
            <ac:spMk id="1039" creationId="{A91BBFA9-763A-DD14-554F-F9D6E8558C2F}"/>
          </ac:spMkLst>
        </pc:spChg>
        <pc:picChg chg="add mod">
          <ac:chgData name="Phan Thanh Duy" userId="7fe205da-551d-4fae-b045-58d66fb40073" providerId="ADAL" clId="{A441D81C-AEF8-464D-902E-B6449B34371D}" dt="2026-10-07T03:32:58.808" v="4486" actId="1582"/>
          <ac:picMkLst>
            <pc:docMk/>
            <pc:sldMk cId="1824813048" sldId="359"/>
            <ac:picMk id="3" creationId="{10A001F9-6853-C88D-587B-CFDB96D86089}"/>
          </ac:picMkLst>
        </pc:picChg>
        <pc:picChg chg="del">
          <ac:chgData name="Phan Thanh Duy" userId="7fe205da-551d-4fae-b045-58d66fb40073" providerId="ADAL" clId="{A441D81C-AEF8-464D-902E-B6449B34371D}" dt="2026-10-06T11:59:58.425" v="3344" actId="478"/>
          <ac:picMkLst>
            <pc:docMk/>
            <pc:sldMk cId="1824813048" sldId="359"/>
            <ac:picMk id="3" creationId="{F1EB49F7-A076-2825-F7C8-7F403D3A9739}"/>
          </ac:picMkLst>
        </pc:picChg>
        <pc:picChg chg="add del mod">
          <ac:chgData name="Phan Thanh Duy" userId="7fe205da-551d-4fae-b045-58d66fb40073" providerId="ADAL" clId="{A441D81C-AEF8-464D-902E-B6449B34371D}" dt="2026-10-07T03:32:48.693" v="4481" actId="478"/>
          <ac:picMkLst>
            <pc:docMk/>
            <pc:sldMk cId="1824813048" sldId="359"/>
            <ac:picMk id="5" creationId="{9A2A117E-55A2-3B57-1482-47986FB3C6BE}"/>
          </ac:picMkLst>
        </pc:pic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7T07:17:41.202" v="6133" actId="962"/>
        <pc:sldMkLst>
          <pc:docMk/>
          <pc:sldMk cId="2278918222" sldId="360"/>
        </pc:sldMkLst>
        <pc:spChg chg="add del mod">
          <ac:chgData name="Phan Thanh Duy" userId="7fe205da-551d-4fae-b045-58d66fb40073" providerId="ADAL" clId="{A441D81C-AEF8-464D-902E-B6449B34371D}" dt="2026-10-06T15:08:40.518" v="3854" actId="478"/>
          <ac:spMkLst>
            <pc:docMk/>
            <pc:sldMk cId="2278918222" sldId="360"/>
            <ac:spMk id="3" creationId="{0E85A34A-DE91-1C74-D2AC-61234D9125EF}"/>
          </ac:spMkLst>
        </pc:spChg>
        <pc:spChg chg="add mod">
          <ac:chgData name="Phan Thanh Duy" userId="7fe205da-551d-4fae-b045-58d66fb40073" providerId="ADAL" clId="{A441D81C-AEF8-464D-902E-B6449B34371D}" dt="2026-10-07T06:53:07.082" v="5560" actId="114"/>
          <ac:spMkLst>
            <pc:docMk/>
            <pc:sldMk cId="2278918222" sldId="360"/>
            <ac:spMk id="6" creationId="{5E611A32-1A01-26B8-DCAD-C7571F6D584B}"/>
          </ac:spMkLst>
        </pc:spChg>
        <pc:spChg chg="add">
          <ac:chgData name="Phan Thanh Duy" userId="7fe205da-551d-4fae-b045-58d66fb40073" providerId="ADAL" clId="{A441D81C-AEF8-464D-902E-B6449B34371D}" dt="2026-10-06T15:09:17.140" v="3861" actId="22"/>
          <ac:spMkLst>
            <pc:docMk/>
            <pc:sldMk cId="2278918222" sldId="360"/>
            <ac:spMk id="10" creationId="{28A0052D-42ED-2272-CD31-537DE3AC0225}"/>
          </ac:spMkLst>
        </pc:spChg>
        <pc:spChg chg="add del mod">
          <ac:chgData name="Phan Thanh Duy" userId="7fe205da-551d-4fae-b045-58d66fb40073" providerId="ADAL" clId="{A441D81C-AEF8-464D-902E-B6449B34371D}" dt="2026-10-06T15:19:46.669" v="3923" actId="478"/>
          <ac:spMkLst>
            <pc:docMk/>
            <pc:sldMk cId="2278918222" sldId="360"/>
            <ac:spMk id="13" creationId="{6BB83457-0023-4C10-1321-E90BD25D1295}"/>
          </ac:spMkLst>
        </pc:spChg>
        <pc:spChg chg="add mod">
          <ac:chgData name="Phan Thanh Duy" userId="7fe205da-551d-4fae-b045-58d66fb40073" providerId="ADAL" clId="{A441D81C-AEF8-464D-902E-B6449B34371D}" dt="2026-10-06T15:19:47.038" v="3924"/>
          <ac:spMkLst>
            <pc:docMk/>
            <pc:sldMk cId="2278918222" sldId="360"/>
            <ac:spMk id="14" creationId="{9DA5D140-BADF-C35D-17C3-C242B4D48043}"/>
          </ac:spMkLst>
        </pc:spChg>
        <pc:spChg chg="mod">
          <ac:chgData name="Phan Thanh Duy" userId="7fe205da-551d-4fae-b045-58d66fb40073" providerId="ADAL" clId="{A441D81C-AEF8-464D-902E-B6449B34371D}" dt="2026-10-06T15:27:33.308" v="3967" actId="1076"/>
          <ac:spMkLst>
            <pc:docMk/>
            <pc:sldMk cId="2278918222" sldId="360"/>
            <ac:spMk id="16" creationId="{7AC6C268-7293-B801-F275-8C3E93BAAFED}"/>
          </ac:spMkLst>
        </pc:spChg>
        <pc:spChg chg="mod">
          <ac:chgData name="Phan Thanh Duy" userId="7fe205da-551d-4fae-b045-58d66fb40073" providerId="ADAL" clId="{A441D81C-AEF8-464D-902E-B6449B34371D}" dt="2026-10-07T03:17:48.075" v="4460"/>
          <ac:spMkLst>
            <pc:docMk/>
            <pc:sldMk cId="2278918222" sldId="360"/>
            <ac:spMk id="18" creationId="{097E7E50-35E5-D291-EFD0-9D73574DB678}"/>
          </ac:spMkLst>
        </pc:spChg>
        <pc:spChg chg="mod">
          <ac:chgData name="Phan Thanh Duy" userId="7fe205da-551d-4fae-b045-58d66fb40073" providerId="ADAL" clId="{A441D81C-AEF8-464D-902E-B6449B34371D}" dt="2026-10-07T07:17:41.202" v="6133" actId="962"/>
          <ac:spMkLst>
            <pc:docMk/>
            <pc:sldMk cId="2278918222" sldId="360"/>
            <ac:spMk id="23" creationId="{25E3FAC7-6569-53F0-D8A6-715A03B241E4}"/>
          </ac:spMkLst>
        </pc:spChg>
        <pc:spChg chg="del mod">
          <ac:chgData name="Phan Thanh Duy" userId="7fe205da-551d-4fae-b045-58d66fb40073" providerId="ADAL" clId="{A441D81C-AEF8-464D-902E-B6449B34371D}" dt="2026-10-06T15:08:40.518" v="3854" actId="478"/>
          <ac:spMkLst>
            <pc:docMk/>
            <pc:sldMk cId="2278918222" sldId="360"/>
            <ac:spMk id="1031" creationId="{431DD384-19D4-A6AD-B84F-439A96335151}"/>
          </ac:spMkLst>
        </pc:spChg>
        <pc:spChg chg="del">
          <ac:chgData name="Phan Thanh Duy" userId="7fe205da-551d-4fae-b045-58d66fb40073" providerId="ADAL" clId="{A441D81C-AEF8-464D-902E-B6449B34371D}" dt="2026-10-06T15:19:42.837" v="3922" actId="478"/>
          <ac:spMkLst>
            <pc:docMk/>
            <pc:sldMk cId="2278918222" sldId="360"/>
            <ac:spMk id="1039" creationId="{B4EB8EA6-69A3-2075-7694-93EB553996D3}"/>
          </ac:spMkLst>
        </pc:spChg>
        <pc:cxnChg chg="mod">
          <ac:chgData name="Phan Thanh Duy" userId="7fe205da-551d-4fae-b045-58d66fb40073" providerId="ADAL" clId="{A441D81C-AEF8-464D-902E-B6449B34371D}" dt="2026-10-06T15:27:33.308" v="3967" actId="1076"/>
          <ac:cxnSpMkLst>
            <pc:docMk/>
            <pc:sldMk cId="2278918222" sldId="360"/>
            <ac:cxnSpMk id="7" creationId="{853A2034-6994-2E01-F03D-241882F581FF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7T07:17:45.934" v="6134" actId="962"/>
        <pc:sldMkLst>
          <pc:docMk/>
          <pc:sldMk cId="1639313143" sldId="361"/>
        </pc:sldMkLst>
        <pc:spChg chg="add del mod">
          <ac:chgData name="Phan Thanh Duy" userId="7fe205da-551d-4fae-b045-58d66fb40073" providerId="ADAL" clId="{A441D81C-AEF8-464D-902E-B6449B34371D}" dt="2026-10-06T15:19:54.151" v="3926" actId="478"/>
          <ac:spMkLst>
            <pc:docMk/>
            <pc:sldMk cId="1639313143" sldId="361"/>
            <ac:spMk id="3" creationId="{3ACCC148-80F4-6E38-0D04-27D122456E71}"/>
          </ac:spMkLst>
        </pc:spChg>
        <pc:spChg chg="add mod">
          <ac:chgData name="Phan Thanh Duy" userId="7fe205da-551d-4fae-b045-58d66fb40073" providerId="ADAL" clId="{A441D81C-AEF8-464D-902E-B6449B34371D}" dt="2026-10-06T15:19:54.555" v="3927"/>
          <ac:spMkLst>
            <pc:docMk/>
            <pc:sldMk cId="1639313143" sldId="361"/>
            <ac:spMk id="5" creationId="{4B1DF166-3421-EDF6-0DCC-E4A86A664534}"/>
          </ac:spMkLst>
        </pc:spChg>
        <pc:spChg chg="add">
          <ac:chgData name="Phan Thanh Duy" userId="7fe205da-551d-4fae-b045-58d66fb40073" providerId="ADAL" clId="{A441D81C-AEF8-464D-902E-B6449B34371D}" dt="2026-10-06T15:31:03.599" v="3991" actId="22"/>
          <ac:spMkLst>
            <pc:docMk/>
            <pc:sldMk cId="1639313143" sldId="361"/>
            <ac:spMk id="8" creationId="{F8C01115-17BC-B4D1-45E6-356F13035F56}"/>
          </ac:spMkLst>
        </pc:spChg>
        <pc:spChg chg="mod">
          <ac:chgData name="Phan Thanh Duy" userId="7fe205da-551d-4fae-b045-58d66fb40073" providerId="ADAL" clId="{A441D81C-AEF8-464D-902E-B6449B34371D}" dt="2026-10-07T03:17:49.891" v="4461"/>
          <ac:spMkLst>
            <pc:docMk/>
            <pc:sldMk cId="1639313143" sldId="361"/>
            <ac:spMk id="18" creationId="{3F693947-22EB-2315-2171-C3E91EF93DD1}"/>
          </ac:spMkLst>
        </pc:spChg>
        <pc:spChg chg="mod">
          <ac:chgData name="Phan Thanh Duy" userId="7fe205da-551d-4fae-b045-58d66fb40073" providerId="ADAL" clId="{A441D81C-AEF8-464D-902E-B6449B34371D}" dt="2026-10-07T07:17:45.934" v="6134" actId="962"/>
          <ac:spMkLst>
            <pc:docMk/>
            <pc:sldMk cId="1639313143" sldId="361"/>
            <ac:spMk id="23" creationId="{8B9D95F4-BD36-C446-CA68-962C89AD470D}"/>
          </ac:spMkLst>
        </pc:spChg>
        <pc:spChg chg="mod">
          <ac:chgData name="Phan Thanh Duy" userId="7fe205da-551d-4fae-b045-58d66fb40073" providerId="ADAL" clId="{A441D81C-AEF8-464D-902E-B6449B34371D}" dt="2026-10-07T06:53:16.551" v="5564" actId="113"/>
          <ac:spMkLst>
            <pc:docMk/>
            <pc:sldMk cId="1639313143" sldId="361"/>
            <ac:spMk id="1031" creationId="{0B51ACBA-368A-4109-72F6-1E96AE3C3BD6}"/>
          </ac:spMkLst>
        </pc:spChg>
        <pc:spChg chg="mod">
          <ac:chgData name="Phan Thanh Duy" userId="7fe205da-551d-4fae-b045-58d66fb40073" providerId="ADAL" clId="{A441D81C-AEF8-464D-902E-B6449B34371D}" dt="2026-10-06T15:31:12.877" v="3992" actId="1076"/>
          <ac:spMkLst>
            <pc:docMk/>
            <pc:sldMk cId="1639313143" sldId="361"/>
            <ac:spMk id="1033" creationId="{D227C8CF-060C-53C9-86B1-CA3805A8F2C9}"/>
          </ac:spMkLst>
        </pc:spChg>
        <pc:spChg chg="del">
          <ac:chgData name="Phan Thanh Duy" userId="7fe205da-551d-4fae-b045-58d66fb40073" providerId="ADAL" clId="{A441D81C-AEF8-464D-902E-B6449B34371D}" dt="2026-10-06T15:19:51.660" v="3925" actId="478"/>
          <ac:spMkLst>
            <pc:docMk/>
            <pc:sldMk cId="1639313143" sldId="361"/>
            <ac:spMk id="1039" creationId="{52BD1CCB-093F-82E6-81AE-7FFAF7BFB94B}"/>
          </ac:spMkLst>
        </pc:spChg>
      </pc:sldChg>
      <pc:sldChg chg="add del">
        <pc:chgData name="Phan Thanh Duy" userId="7fe205da-551d-4fae-b045-58d66fb40073" providerId="ADAL" clId="{A441D81C-AEF8-464D-902E-B6449B34371D}" dt="2026-10-06T15:09:10.164" v="3860" actId="2890"/>
        <pc:sldMkLst>
          <pc:docMk/>
          <pc:sldMk cId="272459852" sldId="362"/>
        </pc:sldMkLst>
      </pc:sldChg>
      <pc:sldChg chg="addSp delSp modSp add del mod modAnim">
        <pc:chgData name="Phan Thanh Duy" userId="7fe205da-551d-4fae-b045-58d66fb40073" providerId="ADAL" clId="{A441D81C-AEF8-464D-902E-B6449B34371D}" dt="2026-10-06T15:30:55.728" v="3989" actId="47"/>
        <pc:sldMkLst>
          <pc:docMk/>
          <pc:sldMk cId="3737993295" sldId="362"/>
        </pc:sldMkLst>
        <pc:spChg chg="add mod">
          <ac:chgData name="Phan Thanh Duy" userId="7fe205da-551d-4fae-b045-58d66fb40073" providerId="ADAL" clId="{A441D81C-AEF8-464D-902E-B6449B34371D}" dt="2026-10-06T15:10:01.700" v="3868" actId="1076"/>
          <ac:spMkLst>
            <pc:docMk/>
            <pc:sldMk cId="3737993295" sldId="362"/>
            <ac:spMk id="6" creationId="{3344D397-EE6D-399D-8599-3AB62E4D4B6C}"/>
          </ac:spMkLst>
        </pc:spChg>
        <pc:spChg chg="add mod">
          <ac:chgData name="Phan Thanh Duy" userId="7fe205da-551d-4fae-b045-58d66fb40073" providerId="ADAL" clId="{A441D81C-AEF8-464D-902E-B6449B34371D}" dt="2026-10-06T15:10:01.700" v="3868" actId="1076"/>
          <ac:spMkLst>
            <pc:docMk/>
            <pc:sldMk cId="3737993295" sldId="362"/>
            <ac:spMk id="8" creationId="{C233C8E4-F1D4-2F1D-9AA0-F8B9D3A09E1F}"/>
          </ac:spMkLst>
        </pc:spChg>
        <pc:spChg chg="add del mod">
          <ac:chgData name="Phan Thanh Duy" userId="7fe205da-551d-4fae-b045-58d66fb40073" providerId="ADAL" clId="{A441D81C-AEF8-464D-902E-B6449B34371D}" dt="2026-10-06T15:20:09.195" v="3934" actId="478"/>
          <ac:spMkLst>
            <pc:docMk/>
            <pc:sldMk cId="3737993295" sldId="362"/>
            <ac:spMk id="10" creationId="{1EE365AB-41B0-BD5E-39A1-101CAE85E73E}"/>
          </ac:spMkLst>
        </pc:spChg>
        <pc:spChg chg="add mod">
          <ac:chgData name="Phan Thanh Duy" userId="7fe205da-551d-4fae-b045-58d66fb40073" providerId="ADAL" clId="{A441D81C-AEF8-464D-902E-B6449B34371D}" dt="2026-10-06T15:20:09.513" v="3935"/>
          <ac:spMkLst>
            <pc:docMk/>
            <pc:sldMk cId="3737993295" sldId="362"/>
            <ac:spMk id="11" creationId="{B8ED9178-FCF4-B39A-7D5F-5D2A63345117}"/>
          </ac:spMkLst>
        </pc:spChg>
        <pc:spChg chg="mod">
          <ac:chgData name="Phan Thanh Duy" userId="7fe205da-551d-4fae-b045-58d66fb40073" providerId="ADAL" clId="{A441D81C-AEF8-464D-902E-B6449B34371D}" dt="2026-10-06T15:14:34.732" v="3881"/>
          <ac:spMkLst>
            <pc:docMk/>
            <pc:sldMk cId="3737993295" sldId="362"/>
            <ac:spMk id="19" creationId="{6DB88623-81EA-88E8-D6C2-5806FE768C76}"/>
          </ac:spMkLst>
        </pc:spChg>
        <pc:spChg chg="mod">
          <ac:chgData name="Phan Thanh Duy" userId="7fe205da-551d-4fae-b045-58d66fb40073" providerId="ADAL" clId="{A441D81C-AEF8-464D-902E-B6449B34371D}" dt="2026-10-06T15:20:11.500" v="3936" actId="20577"/>
          <ac:spMkLst>
            <pc:docMk/>
            <pc:sldMk cId="3737993295" sldId="362"/>
            <ac:spMk id="23" creationId="{468D1F7A-0421-65BD-1B31-E964A2DA512C}"/>
          </ac:spMkLst>
        </pc:spChg>
        <pc:spChg chg="del mod">
          <ac:chgData name="Phan Thanh Duy" userId="7fe205da-551d-4fae-b045-58d66fb40073" providerId="ADAL" clId="{A441D81C-AEF8-464D-902E-B6449B34371D}" dt="2026-10-06T15:09:31.259" v="3865" actId="478"/>
          <ac:spMkLst>
            <pc:docMk/>
            <pc:sldMk cId="3737993295" sldId="362"/>
            <ac:spMk id="1024" creationId="{AD8E3900-09A5-0025-C989-1B030F9C8DAE}"/>
          </ac:spMkLst>
        </pc:spChg>
        <pc:spChg chg="del">
          <ac:chgData name="Phan Thanh Duy" userId="7fe205da-551d-4fae-b045-58d66fb40073" providerId="ADAL" clId="{A441D81C-AEF8-464D-902E-B6449B34371D}" dt="2026-10-06T15:09:29.011" v="3864" actId="21"/>
          <ac:spMkLst>
            <pc:docMk/>
            <pc:sldMk cId="3737993295" sldId="362"/>
            <ac:spMk id="1027" creationId="{304563E1-918A-BFCD-7570-0D841831DA52}"/>
          </ac:spMkLst>
        </pc:spChg>
        <pc:spChg chg="del">
          <ac:chgData name="Phan Thanh Duy" userId="7fe205da-551d-4fae-b045-58d66fb40073" providerId="ADAL" clId="{A441D81C-AEF8-464D-902E-B6449B34371D}" dt="2026-10-06T15:20:06.908" v="3933" actId="478"/>
          <ac:spMkLst>
            <pc:docMk/>
            <pc:sldMk cId="3737993295" sldId="362"/>
            <ac:spMk id="1039" creationId="{216D9EFE-5D89-7E40-27CC-F3E67A2D91D3}"/>
          </ac:spMkLst>
        </pc:spChg>
      </pc:sldChg>
      <pc:sldChg chg="addSp delSp modSp add del mod ord modAnim">
        <pc:chgData name="Phan Thanh Duy" userId="7fe205da-551d-4fae-b045-58d66fb40073" providerId="ADAL" clId="{A441D81C-AEF8-464D-902E-B6449B34371D}" dt="2026-10-06T15:30:57.019" v="3990" actId="47"/>
        <pc:sldMkLst>
          <pc:docMk/>
          <pc:sldMk cId="3515439901" sldId="363"/>
        </pc:sldMkLst>
        <pc:spChg chg="add mod">
          <ac:chgData name="Phan Thanh Duy" userId="7fe205da-551d-4fae-b045-58d66fb40073" providerId="ADAL" clId="{A441D81C-AEF8-464D-902E-B6449B34371D}" dt="2026-10-06T15:10:29.875" v="3875" actId="1076"/>
          <ac:spMkLst>
            <pc:docMk/>
            <pc:sldMk cId="3515439901" sldId="363"/>
            <ac:spMk id="6" creationId="{9E8548E1-23D6-19B9-DCB1-3E2692E69BB2}"/>
          </ac:spMkLst>
        </pc:spChg>
        <pc:spChg chg="add mod">
          <ac:chgData name="Phan Thanh Duy" userId="7fe205da-551d-4fae-b045-58d66fb40073" providerId="ADAL" clId="{A441D81C-AEF8-464D-902E-B6449B34371D}" dt="2026-10-06T15:10:29.875" v="3875" actId="1076"/>
          <ac:spMkLst>
            <pc:docMk/>
            <pc:sldMk cId="3515439901" sldId="363"/>
            <ac:spMk id="8" creationId="{D31C841C-5329-9867-C5BC-1744E6E25093}"/>
          </ac:spMkLst>
        </pc:spChg>
        <pc:spChg chg="add del mod">
          <ac:chgData name="Phan Thanh Duy" userId="7fe205da-551d-4fae-b045-58d66fb40073" providerId="ADAL" clId="{A441D81C-AEF8-464D-902E-B6449B34371D}" dt="2026-10-06T15:20:26" v="3938" actId="478"/>
          <ac:spMkLst>
            <pc:docMk/>
            <pc:sldMk cId="3515439901" sldId="363"/>
            <ac:spMk id="10" creationId="{58BEBC31-DEA9-507F-1E1E-2F9598C13F15}"/>
          </ac:spMkLst>
        </pc:spChg>
        <pc:spChg chg="add mod">
          <ac:chgData name="Phan Thanh Duy" userId="7fe205da-551d-4fae-b045-58d66fb40073" providerId="ADAL" clId="{A441D81C-AEF8-464D-902E-B6449B34371D}" dt="2026-10-06T15:20:26.380" v="3939"/>
          <ac:spMkLst>
            <pc:docMk/>
            <pc:sldMk cId="3515439901" sldId="363"/>
            <ac:spMk id="11" creationId="{F2E1858B-8647-A8D8-7B0A-BB6793BFED15}"/>
          </ac:spMkLst>
        </pc:spChg>
        <pc:spChg chg="mod">
          <ac:chgData name="Phan Thanh Duy" userId="7fe205da-551d-4fae-b045-58d66fb40073" providerId="ADAL" clId="{A441D81C-AEF8-464D-902E-B6449B34371D}" dt="2026-10-06T15:14:50.483" v="3885"/>
          <ac:spMkLst>
            <pc:docMk/>
            <pc:sldMk cId="3515439901" sldId="363"/>
            <ac:spMk id="19" creationId="{795A4C09-2E2A-8F73-DC6A-D7DD25ADD488}"/>
          </ac:spMkLst>
        </pc:spChg>
        <pc:spChg chg="mod">
          <ac:chgData name="Phan Thanh Duy" userId="7fe205da-551d-4fae-b045-58d66fb40073" providerId="ADAL" clId="{A441D81C-AEF8-464D-902E-B6449B34371D}" dt="2026-10-06T15:20:28.201" v="3940" actId="20577"/>
          <ac:spMkLst>
            <pc:docMk/>
            <pc:sldMk cId="3515439901" sldId="363"/>
            <ac:spMk id="23" creationId="{44A05175-020F-1F6B-4908-A927D690611F}"/>
          </ac:spMkLst>
        </pc:spChg>
        <pc:spChg chg="del">
          <ac:chgData name="Phan Thanh Duy" userId="7fe205da-551d-4fae-b045-58d66fb40073" providerId="ADAL" clId="{A441D81C-AEF8-464D-902E-B6449B34371D}" dt="2026-10-06T15:10:26.437" v="3873" actId="478"/>
          <ac:spMkLst>
            <pc:docMk/>
            <pc:sldMk cId="3515439901" sldId="363"/>
            <ac:spMk id="1024" creationId="{0D4783AE-B52C-8D2F-BE32-0C5BE931F327}"/>
          </ac:spMkLst>
        </pc:spChg>
        <pc:spChg chg="del">
          <ac:chgData name="Phan Thanh Duy" userId="7fe205da-551d-4fae-b045-58d66fb40073" providerId="ADAL" clId="{A441D81C-AEF8-464D-902E-B6449B34371D}" dt="2026-10-06T15:10:26.437" v="3873" actId="478"/>
          <ac:spMkLst>
            <pc:docMk/>
            <pc:sldMk cId="3515439901" sldId="363"/>
            <ac:spMk id="1027" creationId="{81FE37F8-F47A-BFE6-14A8-CE4DF93DACF5}"/>
          </ac:spMkLst>
        </pc:spChg>
        <pc:spChg chg="del">
          <ac:chgData name="Phan Thanh Duy" userId="7fe205da-551d-4fae-b045-58d66fb40073" providerId="ADAL" clId="{A441D81C-AEF8-464D-902E-B6449B34371D}" dt="2026-10-06T15:20:24.046" v="3937" actId="478"/>
          <ac:spMkLst>
            <pc:docMk/>
            <pc:sldMk cId="3515439901" sldId="363"/>
            <ac:spMk id="1039" creationId="{79A8C3BD-00E5-215D-6E3F-939F4777F84B}"/>
          </ac:spMkLst>
        </pc:spChg>
      </pc:sldChg>
      <pc:sldChg chg="addSp delSp modSp add mod ord delAnim modAnim">
        <pc:chgData name="Phan Thanh Duy" userId="7fe205da-551d-4fae-b045-58d66fb40073" providerId="ADAL" clId="{A441D81C-AEF8-464D-902E-B6449B34371D}" dt="2026-10-07T06:53:02.619" v="5558" actId="114"/>
        <pc:sldMkLst>
          <pc:docMk/>
          <pc:sldMk cId="1213477433" sldId="364"/>
        </pc:sldMkLst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" creationId="{2563A35C-EE28-5FC9-B122-B9B89687A275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3" creationId="{918FC702-18E6-DB68-63CB-C519E28D7982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4" creationId="{B372A178-8CF9-F126-1077-F5FF1C7B1996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6" creationId="{E38B54D7-A36B-EAA8-5B89-1D9D5047920F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8" creationId="{4345714C-763F-7A9F-E88D-C2B44485047D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11" creationId="{B3B26640-06B5-6998-4B61-D8A5959015E6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12" creationId="{6934ADB2-FA65-888C-86D9-57ABEB44A107}"/>
          </ac:spMkLst>
        </pc:spChg>
        <pc:spChg chg="add mod">
          <ac:chgData name="Phan Thanh Duy" userId="7fe205da-551d-4fae-b045-58d66fb40073" providerId="ADAL" clId="{A441D81C-AEF8-464D-902E-B6449B34371D}" dt="2026-10-07T03:17:43.937" v="4459"/>
          <ac:spMkLst>
            <pc:docMk/>
            <pc:sldMk cId="1213477433" sldId="364"/>
            <ac:spMk id="13" creationId="{01358945-AABA-7D02-469F-F73CE09AF457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15" creationId="{8B896AE2-4674-CB0C-5755-D43A0434562E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1" creationId="{A5B8E901-8D8D-362B-F065-F05816089688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2" creationId="{0AF720E2-F168-AD22-DC3F-0249A542012C}"/>
          </ac:spMkLst>
        </pc:spChg>
        <pc:spChg chg="mod">
          <ac:chgData name="Phan Thanh Duy" userId="7fe205da-551d-4fae-b045-58d66fb40073" providerId="ADAL" clId="{A441D81C-AEF8-464D-902E-B6449B34371D}" dt="2026-10-07T04:09:39.963" v="4802" actId="20577"/>
          <ac:spMkLst>
            <pc:docMk/>
            <pc:sldMk cId="1213477433" sldId="364"/>
            <ac:spMk id="23" creationId="{CABE2EC4-F461-EB40-FFFD-CC4BC6A35C0B}"/>
          </ac:spMkLst>
        </pc:spChg>
        <pc:spChg chg="mod">
          <ac:chgData name="Phan Thanh Duy" userId="7fe205da-551d-4fae-b045-58d66fb40073" providerId="ADAL" clId="{A441D81C-AEF8-464D-902E-B6449B34371D}" dt="2026-10-07T06:53:02.619" v="5558" actId="114"/>
          <ac:spMkLst>
            <pc:docMk/>
            <pc:sldMk cId="1213477433" sldId="364"/>
            <ac:spMk id="1024" creationId="{ECF47169-4CFA-5C1C-8016-0F55A9C07104}"/>
          </ac:spMkLst>
        </pc:spChg>
        <pc:spChg chg="mod">
          <ac:chgData name="Phan Thanh Duy" userId="7fe205da-551d-4fae-b045-58d66fb40073" providerId="ADAL" clId="{A441D81C-AEF8-464D-902E-B6449B34371D}" dt="2026-10-07T04:09:29.453" v="4800" actId="1076"/>
          <ac:spMkLst>
            <pc:docMk/>
            <pc:sldMk cId="1213477433" sldId="364"/>
            <ac:spMk id="1030" creationId="{D0DFAFB4-9E3A-3952-E732-3BA3A19E6B2F}"/>
          </ac:spMkLst>
        </pc:sp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5" creationId="{2C56002A-A3F1-12C0-B52D-D57D18704D12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7" creationId="{2D8D1EFC-66D8-CF85-DE23-A76383FE87A8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9" creationId="{B9D22799-B0C1-3753-B45C-212BA903A2B0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10" creationId="{4E131CB6-8815-7BE4-64EE-E99FC36925E5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14" creationId="{4DB5F850-E944-1681-94CA-6C7EE2D820A1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16" creationId="{4EE95690-C12C-7D03-DA46-D1E57595AF46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20" creationId="{07930F74-0B1F-6709-2CB9-BC77F3174884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24" creationId="{4B7B19FA-EBB9-F507-B7D1-4FB6F232CE5C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25" creationId="{B1914FA5-861D-ED8A-3263-9F47FF16459E}"/>
          </ac:cxnSpMkLst>
        </pc:cxnChg>
      </pc:sldChg>
      <pc:sldChg chg="delSp add del mod ord">
        <pc:chgData name="Phan Thanh Duy" userId="7fe205da-551d-4fae-b045-58d66fb40073" providerId="ADAL" clId="{A441D81C-AEF8-464D-902E-B6449B34371D}" dt="2026-10-06T15:25:58.734" v="3947" actId="47"/>
        <pc:sldMkLst>
          <pc:docMk/>
          <pc:sldMk cId="3782391622" sldId="364"/>
        </pc:sldMkLst>
        <pc:spChg chg="del">
          <ac:chgData name="Phan Thanh Duy" userId="7fe205da-551d-4fae-b045-58d66fb40073" providerId="ADAL" clId="{A441D81C-AEF8-464D-902E-B6449B34371D}" dt="2026-10-06T15:24:46.780" v="3946" actId="478"/>
          <ac:spMkLst>
            <pc:docMk/>
            <pc:sldMk cId="3782391622" sldId="364"/>
            <ac:spMk id="6" creationId="{E72F7B4D-AB41-DD4C-C90A-3372E88FC64B}"/>
          </ac:spMkLst>
        </pc:spChg>
        <pc:spChg chg="del">
          <ac:chgData name="Phan Thanh Duy" userId="7fe205da-551d-4fae-b045-58d66fb40073" providerId="ADAL" clId="{A441D81C-AEF8-464D-902E-B6449B34371D}" dt="2026-10-06T15:24:46.780" v="3946" actId="478"/>
          <ac:spMkLst>
            <pc:docMk/>
            <pc:sldMk cId="3782391622" sldId="364"/>
            <ac:spMk id="10" creationId="{23BADC00-7708-686E-C287-C36331A72E79}"/>
          </ac:spMkLst>
        </pc:spChg>
      </pc:sldChg>
      <pc:sldChg chg="addSp delSp modSp add mod ord modTransition">
        <pc:chgData name="Phan Thanh Duy" userId="7fe205da-551d-4fae-b045-58d66fb40073" providerId="ADAL" clId="{A441D81C-AEF8-464D-902E-B6449B34371D}" dt="2026-10-07T07:18:28.650" v="6138" actId="962"/>
        <pc:sldMkLst>
          <pc:docMk/>
          <pc:sldMk cId="3966052108" sldId="365"/>
        </pc:sldMkLst>
        <pc:spChg chg="add del mod">
          <ac:chgData name="Phan Thanh Duy" userId="7fe205da-551d-4fae-b045-58d66fb40073" providerId="ADAL" clId="{A441D81C-AEF8-464D-902E-B6449B34371D}" dt="2026-10-06T16:19:53.683" v="4249" actId="478"/>
          <ac:spMkLst>
            <pc:docMk/>
            <pc:sldMk cId="3966052108" sldId="365"/>
            <ac:spMk id="3" creationId="{7DFD8614-8D4E-C398-4DBD-3C3597B969A0}"/>
          </ac:spMkLst>
        </pc:spChg>
        <pc:spChg chg="add mod">
          <ac:chgData name="Phan Thanh Duy" userId="7fe205da-551d-4fae-b045-58d66fb40073" providerId="ADAL" clId="{A441D81C-AEF8-464D-902E-B6449B34371D}" dt="2026-10-06T16:19:53.970" v="4250"/>
          <ac:spMkLst>
            <pc:docMk/>
            <pc:sldMk cId="3966052108" sldId="365"/>
            <ac:spMk id="5" creationId="{0BC03AA3-3794-B6DB-D1BD-740C8FEB4B21}"/>
          </ac:spMkLst>
        </pc:spChg>
        <pc:spChg chg="mod">
          <ac:chgData name="Phan Thanh Duy" userId="7fe205da-551d-4fae-b045-58d66fb40073" providerId="ADAL" clId="{A441D81C-AEF8-464D-902E-B6449B34371D}" dt="2026-10-07T07:18:28.650" v="6138" actId="962"/>
          <ac:spMkLst>
            <pc:docMk/>
            <pc:sldMk cId="3966052108" sldId="365"/>
            <ac:spMk id="23" creationId="{0DC96369-C71C-D16F-0E0B-8C1C12AC3ED4}"/>
          </ac:spMkLst>
        </pc:spChg>
        <pc:spChg chg="del">
          <ac:chgData name="Phan Thanh Duy" userId="7fe205da-551d-4fae-b045-58d66fb40073" providerId="ADAL" clId="{A441D81C-AEF8-464D-902E-B6449B34371D}" dt="2026-10-06T16:19:51.895" v="4248" actId="478"/>
          <ac:spMkLst>
            <pc:docMk/>
            <pc:sldMk cId="3966052108" sldId="365"/>
            <ac:spMk id="1039" creationId="{1C8E165A-D209-61E9-4318-3C84CBE9171F}"/>
          </ac:spMkLst>
        </pc:spChg>
      </pc:sldChg>
      <pc:sldChg chg="addSp delSp modSp add mod ord addAnim delAnim modAnim">
        <pc:chgData name="Phan Thanh Duy" userId="7fe205da-551d-4fae-b045-58d66fb40073" providerId="ADAL" clId="{A441D81C-AEF8-464D-902E-B6449B34371D}" dt="2026-10-07T06:51:20.595" v="5548" actId="114"/>
        <pc:sldMkLst>
          <pc:docMk/>
          <pc:sldMk cId="3766093914" sldId="366"/>
        </pc:sldMkLst>
        <pc:spChg chg="del mod">
          <ac:chgData name="Phan Thanh Duy" userId="7fe205da-551d-4fae-b045-58d66fb40073" providerId="ADAL" clId="{A441D81C-AEF8-464D-902E-B6449B34371D}" dt="2026-10-07T02:52:04.383" v="4394" actId="478"/>
          <ac:spMkLst>
            <pc:docMk/>
            <pc:sldMk cId="3766093914" sldId="366"/>
            <ac:spMk id="3" creationId="{4AFB1DF7-6AF8-5F2C-DCBA-CAC27BC87D17}"/>
          </ac:spMkLst>
        </pc:spChg>
        <pc:spChg chg="mod">
          <ac:chgData name="Phan Thanh Duy" userId="7fe205da-551d-4fae-b045-58d66fb40073" providerId="ADAL" clId="{A441D81C-AEF8-464D-902E-B6449B34371D}" dt="2026-10-07T02:53:25.948" v="4407" actId="962"/>
          <ac:spMkLst>
            <pc:docMk/>
            <pc:sldMk cId="3766093914" sldId="366"/>
            <ac:spMk id="5" creationId="{A1FC69F9-4D93-BAD6-38AF-B1104DDEC03B}"/>
          </ac:spMkLst>
        </pc:spChg>
        <pc:spChg chg="mod">
          <ac:chgData name="Phan Thanh Duy" userId="7fe205da-551d-4fae-b045-58d66fb40073" providerId="ADAL" clId="{A441D81C-AEF8-464D-902E-B6449B34371D}" dt="2026-10-07T06:51:20.595" v="5548" actId="114"/>
          <ac:spMkLst>
            <pc:docMk/>
            <pc:sldMk cId="3766093914" sldId="366"/>
            <ac:spMk id="8" creationId="{44EEDB26-E1B6-A7E1-0158-7A942CB9286B}"/>
          </ac:spMkLst>
        </pc:spChg>
        <pc:spChg chg="add mod ord">
          <ac:chgData name="Phan Thanh Duy" userId="7fe205da-551d-4fae-b045-58d66fb40073" providerId="ADAL" clId="{A441D81C-AEF8-464D-902E-B6449B34371D}" dt="2026-10-07T02:52:31.261" v="4402" actId="1076"/>
          <ac:spMkLst>
            <pc:docMk/>
            <pc:sldMk cId="3766093914" sldId="366"/>
            <ac:spMk id="13" creationId="{9E583C4D-5FCB-7C43-4F84-D2088E14634C}"/>
          </ac:spMkLst>
        </pc:spChg>
        <pc:spChg chg="del mod">
          <ac:chgData name="Phan Thanh Duy" userId="7fe205da-551d-4fae-b045-58d66fb40073" providerId="ADAL" clId="{A441D81C-AEF8-464D-902E-B6449B34371D}" dt="2026-10-07T03:42:16.281" v="4625" actId="478"/>
          <ac:spMkLst>
            <pc:docMk/>
            <pc:sldMk cId="3766093914" sldId="366"/>
            <ac:spMk id="14" creationId="{2BBC27AB-32F4-FD87-B014-97C15426E6C1}"/>
          </ac:spMkLst>
        </pc:spChg>
        <pc:spChg chg="add del mod">
          <ac:chgData name="Phan Thanh Duy" userId="7fe205da-551d-4fae-b045-58d66fb40073" providerId="ADAL" clId="{A441D81C-AEF8-464D-902E-B6449B34371D}" dt="2026-10-07T03:42:17.952" v="4626" actId="478"/>
          <ac:spMkLst>
            <pc:docMk/>
            <pc:sldMk cId="3766093914" sldId="366"/>
            <ac:spMk id="16" creationId="{A731CFA2-A975-4FA3-7189-12DC025B551B}"/>
          </ac:spMkLst>
        </pc:spChg>
        <pc:spChg chg="add mod">
          <ac:chgData name="Phan Thanh Duy" userId="7fe205da-551d-4fae-b045-58d66fb40073" providerId="ADAL" clId="{A441D81C-AEF8-464D-902E-B6449B34371D}" dt="2026-10-07T03:42:18.391" v="4627"/>
          <ac:spMkLst>
            <pc:docMk/>
            <pc:sldMk cId="3766093914" sldId="366"/>
            <ac:spMk id="17" creationId="{0B5FB511-5AB3-9F56-C68F-B612830C7FA5}"/>
          </ac:spMkLst>
        </pc:spChg>
        <pc:spChg chg="mod">
          <ac:chgData name="Phan Thanh Duy" userId="7fe205da-551d-4fae-b045-58d66fb40073" providerId="ADAL" clId="{A441D81C-AEF8-464D-902E-B6449B34371D}" dt="2026-10-07T03:42:19.961" v="4629" actId="20577"/>
          <ac:spMkLst>
            <pc:docMk/>
            <pc:sldMk cId="3766093914" sldId="366"/>
            <ac:spMk id="23" creationId="{F47DBDB8-6E09-C9D3-A997-E5052903F914}"/>
          </ac:spMkLst>
        </pc:spChg>
        <pc:spChg chg="mod">
          <ac:chgData name="Phan Thanh Duy" userId="7fe205da-551d-4fae-b045-58d66fb40073" providerId="ADAL" clId="{A441D81C-AEF8-464D-902E-B6449B34371D}" dt="2026-10-07T02:53:22.440" v="4406" actId="962"/>
          <ac:spMkLst>
            <pc:docMk/>
            <pc:sldMk cId="3766093914" sldId="366"/>
            <ac:spMk id="26" creationId="{68B46E71-D86A-C5E8-65D1-0CF2F7DB4212}"/>
          </ac:spMkLst>
        </pc:spChg>
        <pc:spChg chg="mod">
          <ac:chgData name="Phan Thanh Duy" userId="7fe205da-551d-4fae-b045-58d66fb40073" providerId="ADAL" clId="{A441D81C-AEF8-464D-902E-B6449B34371D}" dt="2026-10-07T02:47:06.294" v="4352" actId="20577"/>
          <ac:spMkLst>
            <pc:docMk/>
            <pc:sldMk cId="3766093914" sldId="366"/>
            <ac:spMk id="1024" creationId="{8123BB16-40FE-A2C5-E3D1-B895C266E028}"/>
          </ac:spMkLst>
        </pc:spChg>
        <pc:grpChg chg="mod">
          <ac:chgData name="Phan Thanh Duy" userId="7fe205da-551d-4fae-b045-58d66fb40073" providerId="ADAL" clId="{A441D81C-AEF8-464D-902E-B6449B34371D}" dt="2026-10-07T02:52:31.261" v="4402" actId="1076"/>
          <ac:grpSpMkLst>
            <pc:docMk/>
            <pc:sldMk cId="3766093914" sldId="366"/>
            <ac:grpSpMk id="1056" creationId="{A2F5CF44-CE64-62CD-B642-C5565BD29F9B}"/>
          </ac:grpSpMkLst>
        </pc:grpChg>
        <pc:picChg chg="add mod">
          <ac:chgData name="Phan Thanh Duy" userId="7fe205da-551d-4fae-b045-58d66fb40073" providerId="ADAL" clId="{A441D81C-AEF8-464D-902E-B6449B34371D}" dt="2026-10-07T02:52:31.261" v="4402" actId="1076"/>
          <ac:picMkLst>
            <pc:docMk/>
            <pc:sldMk cId="3766093914" sldId="366"/>
            <ac:picMk id="10" creationId="{EDA630AA-9EE6-0BF9-E0CF-082CDE673811}"/>
          </ac:picMkLst>
        </pc:picChg>
        <pc:picChg chg="del">
          <ac:chgData name="Phan Thanh Duy" userId="7fe205da-551d-4fae-b045-58d66fb40073" providerId="ADAL" clId="{A441D81C-AEF8-464D-902E-B6449B34371D}" dt="2026-10-07T02:48:14.513" v="4353" actId="478"/>
          <ac:picMkLst>
            <pc:docMk/>
            <pc:sldMk cId="3766093914" sldId="366"/>
            <ac:picMk id="20" creationId="{288F26BD-3EEF-F345-37F5-3042A40574B0}"/>
          </ac:picMkLst>
        </pc:picChg>
        <pc:cxnChg chg="del mod">
          <ac:chgData name="Phan Thanh Duy" userId="7fe205da-551d-4fae-b045-58d66fb40073" providerId="ADAL" clId="{A441D81C-AEF8-464D-902E-B6449B34371D}" dt="2026-10-07T04:34:13.532" v="4904" actId="478"/>
          <ac:cxnSpMkLst>
            <pc:docMk/>
            <pc:sldMk cId="3766093914" sldId="366"/>
            <ac:cxnSpMk id="6" creationId="{724CB8C8-54CF-939F-AE86-B93EB8A9275F}"/>
          </ac:cxnSpMkLst>
        </pc:cxnChg>
        <pc:cxnChg chg="add mod">
          <ac:chgData name="Phan Thanh Duy" userId="7fe205da-551d-4fae-b045-58d66fb40073" providerId="ADAL" clId="{A441D81C-AEF8-464D-902E-B6449B34371D}" dt="2026-10-07T04:34:13.899" v="4905"/>
          <ac:cxnSpMkLst>
            <pc:docMk/>
            <pc:sldMk cId="3766093914" sldId="366"/>
            <ac:cxnSpMk id="18" creationId="{63874C4A-6233-3AE9-BA44-528F0FA31B7C}"/>
          </ac:cxnSpMkLst>
        </pc:cxnChg>
      </pc:sldChg>
      <pc:sldChg chg="modSp add del mod ord">
        <pc:chgData name="Phan Thanh Duy" userId="7fe205da-551d-4fae-b045-58d66fb40073" providerId="ADAL" clId="{A441D81C-AEF8-464D-902E-B6449B34371D}" dt="2026-10-07T07:20:58.235" v="6143" actId="47"/>
        <pc:sldMkLst>
          <pc:docMk/>
          <pc:sldMk cId="3129571393" sldId="367"/>
        </pc:sldMkLst>
        <pc:spChg chg="mod">
          <ac:chgData name="Phan Thanh Duy" userId="7fe205da-551d-4fae-b045-58d66fb40073" providerId="ADAL" clId="{A441D81C-AEF8-464D-902E-B6449B34371D}" dt="2026-10-07T04:09:57.886" v="4810" actId="20577"/>
          <ac:spMkLst>
            <pc:docMk/>
            <pc:sldMk cId="3129571393" sldId="367"/>
            <ac:spMk id="23" creationId="{E436F46C-B84D-A4D5-882C-2BEC41BB6444}"/>
          </ac:spMkLst>
        </pc:spChg>
      </pc:sldChg>
      <pc:sldChg chg="add del">
        <pc:chgData name="Phan Thanh Duy" userId="7fe205da-551d-4fae-b045-58d66fb40073" providerId="ADAL" clId="{A441D81C-AEF8-464D-902E-B6449B34371D}" dt="2026-10-07T04:01:02.541" v="4722" actId="47"/>
        <pc:sldMkLst>
          <pc:docMk/>
          <pc:sldMk cId="4243388527" sldId="367"/>
        </pc:sldMkLst>
      </pc:sldChg>
      <pc:sldChg chg="addSp delSp modSp add del mod addAnim delAnim modAnim">
        <pc:chgData name="Phan Thanh Duy" userId="7fe205da-551d-4fae-b045-58d66fb40073" providerId="ADAL" clId="{A441D81C-AEF8-464D-902E-B6449B34371D}" dt="2026-10-07T04:08:37.566" v="4779" actId="47"/>
        <pc:sldMkLst>
          <pc:docMk/>
          <pc:sldMk cId="1853068559" sldId="368"/>
        </pc:sldMkLst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3" creationId="{20064B06-B0A5-3597-3CA9-A8A99487D992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4" creationId="{D835C625-ED93-5398-4D1B-832C3AB58E23}"/>
          </ac:spMkLst>
        </pc:spChg>
        <pc:spChg chg="add mod">
          <ac:chgData name="Phan Thanh Duy" userId="7fe205da-551d-4fae-b045-58d66fb40073" providerId="ADAL" clId="{A441D81C-AEF8-464D-902E-B6449B34371D}" dt="2026-10-07T04:02:55.295" v="4743" actId="1076"/>
          <ac:spMkLst>
            <pc:docMk/>
            <pc:sldMk cId="1853068559" sldId="368"/>
            <ac:spMk id="5" creationId="{D66E6DEB-067F-1594-6B48-3B31A323780B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6" creationId="{EC714405-1E95-441B-917C-6906A4F2AB74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9" creationId="{2711E758-23C2-FA83-288F-CB057E858FB3}"/>
          </ac:spMkLst>
        </pc:spChg>
        <pc:spChg chg="del">
          <ac:chgData name="Phan Thanh Duy" userId="7fe205da-551d-4fae-b045-58d66fb40073" providerId="ADAL" clId="{A441D81C-AEF8-464D-902E-B6449B34371D}" dt="2026-10-07T04:04:07.669" v="4751" actId="478"/>
          <ac:spMkLst>
            <pc:docMk/>
            <pc:sldMk cId="1853068559" sldId="368"/>
            <ac:spMk id="13" creationId="{55225C35-9B3B-4D18-E3B8-BF1C4B9E3528}"/>
          </ac:spMkLst>
        </pc:spChg>
        <pc:spChg chg="del">
          <ac:chgData name="Phan Thanh Duy" userId="7fe205da-551d-4fae-b045-58d66fb40073" providerId="ADAL" clId="{A441D81C-AEF8-464D-902E-B6449B34371D}" dt="2026-10-07T04:04:09.531" v="4752" actId="478"/>
          <ac:spMkLst>
            <pc:docMk/>
            <pc:sldMk cId="1853068559" sldId="368"/>
            <ac:spMk id="17" creationId="{D86EE81B-2CCD-C9FC-76B8-AD153A3AE6F5}"/>
          </ac:spMkLst>
        </pc:spChg>
        <pc:spChg chg="add mod">
          <ac:chgData name="Phan Thanh Duy" userId="7fe205da-551d-4fae-b045-58d66fb40073" providerId="ADAL" clId="{A441D81C-AEF8-464D-902E-B6449B34371D}" dt="2026-10-07T04:07:23.050" v="4776" actId="1076"/>
          <ac:spMkLst>
            <pc:docMk/>
            <pc:sldMk cId="1853068559" sldId="368"/>
            <ac:spMk id="20" creationId="{38D49959-55F5-C249-0676-1B6C7BF3A3BA}"/>
          </ac:spMkLst>
        </pc:spChg>
        <pc:spChg chg="mod">
          <ac:chgData name="Phan Thanh Duy" userId="7fe205da-551d-4fae-b045-58d66fb40073" providerId="ADAL" clId="{A441D81C-AEF8-464D-902E-B6449B34371D}" dt="2026-10-07T04:02:05.005" v="4732" actId="1076"/>
          <ac:spMkLst>
            <pc:docMk/>
            <pc:sldMk cId="1853068559" sldId="368"/>
            <ac:spMk id="26" creationId="{0F27A9AE-D7D4-4022-A0CB-FC8B3EF1101A}"/>
          </ac:spMkLst>
        </pc:spChg>
        <pc:spChg chg="del">
          <ac:chgData name="Phan Thanh Duy" userId="7fe205da-551d-4fae-b045-58d66fb40073" providerId="ADAL" clId="{A441D81C-AEF8-464D-902E-B6449B34371D}" dt="2026-10-07T04:04:05.051" v="4750" actId="478"/>
          <ac:spMkLst>
            <pc:docMk/>
            <pc:sldMk cId="1853068559" sldId="368"/>
            <ac:spMk id="1034" creationId="{893169FC-A4BB-FFE9-34EF-39074CB51D02}"/>
          </ac:spMkLst>
        </pc:sp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7" creationId="{74203132-D021-94C4-562F-89EB3276B4FE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8" creationId="{8E4BF1B6-0527-056F-08AF-77E956A7FCA9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10" creationId="{D6F86F6B-B875-0CE5-BBFA-2CC9CD1A8F3F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11" creationId="{B2992E02-EB26-C76B-621F-D5BF61006453}"/>
          </ac:cxnSpMkLst>
        </pc:cxnChg>
        <pc:cxnChg chg="add del mod">
          <ac:chgData name="Phan Thanh Duy" userId="7fe205da-551d-4fae-b045-58d66fb40073" providerId="ADAL" clId="{A441D81C-AEF8-464D-902E-B6449B34371D}" dt="2026-10-07T04:06:41.348" v="4765" actId="478"/>
          <ac:cxnSpMkLst>
            <pc:docMk/>
            <pc:sldMk cId="1853068559" sldId="368"/>
            <ac:cxnSpMk id="12" creationId="{79C76B19-4CDD-5AD8-BC20-8C43DE4573A1}"/>
          </ac:cxnSpMkLst>
        </pc:cxnChg>
        <pc:cxnChg chg="add mod">
          <ac:chgData name="Phan Thanh Duy" userId="7fe205da-551d-4fae-b045-58d66fb40073" providerId="ADAL" clId="{A441D81C-AEF8-464D-902E-B6449B34371D}" dt="2026-10-07T04:06:46.828" v="4767" actId="14100"/>
          <ac:cxnSpMkLst>
            <pc:docMk/>
            <pc:sldMk cId="1853068559" sldId="368"/>
            <ac:cxnSpMk id="15" creationId="{B96C20A6-032A-A52C-8371-DBF2775ED8B3}"/>
          </ac:cxnSpMkLst>
        </pc:cxnChg>
        <pc:cxnChg chg="mod">
          <ac:chgData name="Phan Thanh Duy" userId="7fe205da-551d-4fae-b045-58d66fb40073" providerId="ADAL" clId="{A441D81C-AEF8-464D-902E-B6449B34371D}" dt="2026-10-07T04:02:05.005" v="4732" actId="1076"/>
          <ac:cxnSpMkLst>
            <pc:docMk/>
            <pc:sldMk cId="1853068559" sldId="368"/>
            <ac:cxnSpMk id="27" creationId="{8BFE1E4B-C735-F666-2884-96801D9B8611}"/>
          </ac:cxnSpMkLst>
        </pc:cxnChg>
      </pc:sldChg>
      <pc:sldChg chg="addSp delSp modSp add mod modAnim">
        <pc:chgData name="Phan Thanh Duy" userId="7fe205da-551d-4fae-b045-58d66fb40073" providerId="ADAL" clId="{A441D81C-AEF8-464D-902E-B6449B34371D}" dt="2026-10-07T04:41:55.581" v="4969" actId="478"/>
        <pc:sldMkLst>
          <pc:docMk/>
          <pc:sldMk cId="2292417776" sldId="368"/>
        </pc:sldMkLst>
        <pc:spChg chg="del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2" creationId="{081257E6-2B7B-0143-4187-E22C27221EE0}"/>
          </ac:spMkLst>
        </pc:spChg>
        <pc:spChg chg="del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5" creationId="{AD3233DC-6B76-5DCC-F5C1-F95F76F0E8A7}"/>
          </ac:spMkLst>
        </pc:spChg>
        <pc:spChg chg="add del mod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7" creationId="{6279B43C-2717-2C87-E6D4-43C46E1A7D74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9" creationId="{FFFB9158-D2D4-71EB-2DBA-9F757A258264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0" creationId="{5EF65E22-C7CF-2B44-BEE1-2C03733A2E62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2" creationId="{29CFB57B-92C9-30FA-198F-7242D3383164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4" creationId="{D9A1E06B-779D-E741-6698-CFE7A4C81E52}"/>
          </ac:spMkLst>
        </pc:spChg>
        <pc:spChg chg="add mod">
          <ac:chgData name="Phan Thanh Duy" userId="7fe205da-551d-4fae-b045-58d66fb40073" providerId="ADAL" clId="{A441D81C-AEF8-464D-902E-B6449B34371D}" dt="2026-10-07T04:36:49.691" v="4921"/>
          <ac:spMkLst>
            <pc:docMk/>
            <pc:sldMk cId="2292417776" sldId="368"/>
            <ac:spMk id="16" creationId="{434BAF54-E75A-020A-79B9-6962B4B429E5}"/>
          </ac:spMkLst>
        </pc:spChg>
        <pc:spChg chg="del mod">
          <ac:chgData name="Phan Thanh Duy" userId="7fe205da-551d-4fae-b045-58d66fb40073" providerId="ADAL" clId="{A441D81C-AEF8-464D-902E-B6449B34371D}" dt="2026-10-07T04:36:16.965" v="4917" actId="478"/>
          <ac:spMkLst>
            <pc:docMk/>
            <pc:sldMk cId="2292417776" sldId="368"/>
            <ac:spMk id="18" creationId="{3A28F1D0-5B8D-6963-A643-263EA27CD668}"/>
          </ac:spMkLst>
        </pc:spChg>
        <pc:spChg chg="del mod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24" creationId="{E311E6A0-FE6C-A0A8-5BA4-0F2EFB848579}"/>
          </ac:spMkLst>
        </pc:spChg>
        <pc:spChg chg="del mod">
          <ac:chgData name="Phan Thanh Duy" userId="7fe205da-551d-4fae-b045-58d66fb40073" providerId="ADAL" clId="{A441D81C-AEF8-464D-902E-B6449B34371D}" dt="2026-10-07T04:36:49.103" v="4920" actId="478"/>
          <ac:spMkLst>
            <pc:docMk/>
            <pc:sldMk cId="2292417776" sldId="368"/>
            <ac:spMk id="25" creationId="{5C05716B-FAB7-39CC-8D79-F3A8FDA5DF57}"/>
          </ac:spMkLst>
        </pc:spChg>
        <pc:spChg chg="add del mod">
          <ac:chgData name="Phan Thanh Duy" userId="7fe205da-551d-4fae-b045-58d66fb40073" providerId="ADAL" clId="{A441D81C-AEF8-464D-902E-B6449B34371D}" dt="2026-10-07T04:41:55.581" v="4969" actId="478"/>
          <ac:spMkLst>
            <pc:docMk/>
            <pc:sldMk cId="2292417776" sldId="368"/>
            <ac:spMk id="27" creationId="{2B196F09-EE98-74F6-0F37-13EBC483A1EF}"/>
          </ac:spMkLst>
        </pc:spChg>
        <pc:spChg chg="add mod">
          <ac:chgData name="Phan Thanh Duy" userId="7fe205da-551d-4fae-b045-58d66fb40073" providerId="ADAL" clId="{A441D81C-AEF8-464D-902E-B6449B34371D}" dt="2026-10-07T04:41:53.837" v="4968"/>
          <ac:spMkLst>
            <pc:docMk/>
            <pc:sldMk cId="2292417776" sldId="368"/>
            <ac:spMk id="30" creationId="{00655F8C-CAAC-D31F-1B3D-1506E2A7A282}"/>
          </ac:spMkLst>
        </pc:spChg>
        <pc:spChg chg="mod">
          <ac:chgData name="Phan Thanh Duy" userId="7fe205da-551d-4fae-b045-58d66fb40073" providerId="ADAL" clId="{A441D81C-AEF8-464D-902E-B6449B34371D}" dt="2026-10-07T04:09:05.988" v="4782"/>
          <ac:spMkLst>
            <pc:docMk/>
            <pc:sldMk cId="2292417776" sldId="368"/>
            <ac:spMk id="31" creationId="{827A4B7D-4CCB-D31C-8A6A-72BC0F85BC10}"/>
          </ac:spMkLst>
        </pc:spChg>
        <pc:spChg chg="mod">
          <ac:chgData name="Phan Thanh Duy" userId="7fe205da-551d-4fae-b045-58d66fb40073" providerId="ADAL" clId="{A441D81C-AEF8-464D-902E-B6449B34371D}" dt="2026-10-07T04:09:11.950" v="4797" actId="20577"/>
          <ac:spMkLst>
            <pc:docMk/>
            <pc:sldMk cId="2292417776" sldId="368"/>
            <ac:spMk id="1031" creationId="{4C2BBB86-1A66-ADD0-36B4-52712C26BF12}"/>
          </ac:spMkLst>
        </pc:spChg>
        <pc:spChg chg="del">
          <ac:chgData name="Phan Thanh Duy" userId="7fe205da-551d-4fae-b045-58d66fb40073" providerId="ADAL" clId="{A441D81C-AEF8-464D-902E-B6449B34371D}" dt="2026-10-07T04:41:53.552" v="4967" actId="478"/>
          <ac:spMkLst>
            <pc:docMk/>
            <pc:sldMk cId="2292417776" sldId="368"/>
            <ac:spMk id="1038" creationId="{26F8674C-CCDD-BAC4-7BC4-8BDD6EEF9156}"/>
          </ac:spMkLst>
        </pc:spChg>
        <pc:cxnChg chg="add del mod">
          <ac:chgData name="Phan Thanh Duy" userId="7fe205da-551d-4fae-b045-58d66fb40073" providerId="ADAL" clId="{A441D81C-AEF8-464D-902E-B6449B34371D}" dt="2026-10-07T04:36:16.965" v="4917" actId="478"/>
          <ac:cxnSpMkLst>
            <pc:docMk/>
            <pc:sldMk cId="2292417776" sldId="368"/>
            <ac:cxnSpMk id="3" creationId="{2735619E-F0BC-A3B3-303B-67ADFC1F0925}"/>
          </ac:cxnSpMkLst>
        </pc:cxnChg>
        <pc:cxnChg chg="add 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8" creationId="{87F28B1C-441D-27CA-F4CB-B3C11D53B4D4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1" creationId="{3E65C548-E750-DD23-11AE-F4DEC81BCFE1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3" creationId="{EEC2364D-3748-8D7E-54FF-BD78F352E48A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15" creationId="{91094D13-001B-7BAE-AFF9-7D5ED4A1B586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7" creationId="{3613AADF-0E06-39DB-E21D-015ADFAD54A0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19" creationId="{9EB97B87-E132-371D-5137-B2D0509DBD36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20" creationId="{A30CE3E1-3422-890F-C6D1-66946849F4F2}"/>
          </ac:cxnSpMkLst>
        </pc:cxnChg>
        <pc:cxnChg chg="add mod">
          <ac:chgData name="Phan Thanh Duy" userId="7fe205da-551d-4fae-b045-58d66fb40073" providerId="ADAL" clId="{A441D81C-AEF8-464D-902E-B6449B34371D}" dt="2026-10-07T04:36:49.691" v="4921"/>
          <ac:cxnSpMkLst>
            <pc:docMk/>
            <pc:sldMk cId="2292417776" sldId="368"/>
            <ac:cxnSpMk id="21" creationId="{1748E20B-94EA-5F97-B312-4A2961EE8B0E}"/>
          </ac:cxnSpMkLst>
        </pc:cxnChg>
        <pc:cxnChg chg="del mod">
          <ac:chgData name="Phan Thanh Duy" userId="7fe205da-551d-4fae-b045-58d66fb40073" providerId="ADAL" clId="{A441D81C-AEF8-464D-902E-B6449B34371D}" dt="2026-10-07T04:30:33.886" v="4883" actId="478"/>
          <ac:cxnSpMkLst>
            <pc:docMk/>
            <pc:sldMk cId="2292417776" sldId="368"/>
            <ac:cxnSpMk id="22" creationId="{30BF05D7-57E9-CA27-D4F8-96DC5E4964E3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28" creationId="{AE67F261-E20B-23EB-0A00-F59F48CCD77E}"/>
          </ac:cxnSpMkLst>
        </pc:cxnChg>
        <pc:cxnChg chg="del mod">
          <ac:chgData name="Phan Thanh Duy" userId="7fe205da-551d-4fae-b045-58d66fb40073" providerId="ADAL" clId="{A441D81C-AEF8-464D-902E-B6449B34371D}" dt="2026-10-07T04:36:49.103" v="4920" actId="478"/>
          <ac:cxnSpMkLst>
            <pc:docMk/>
            <pc:sldMk cId="2292417776" sldId="368"/>
            <ac:cxnSpMk id="29" creationId="{12235FAA-354B-CB75-330F-53F989F270AC}"/>
          </ac:cxnSpMkLst>
        </pc:cxnChg>
      </pc:sldChg>
      <pc:sldChg chg="add del">
        <pc:chgData name="Phan Thanh Duy" userId="7fe205da-551d-4fae-b045-58d66fb40073" providerId="ADAL" clId="{A441D81C-AEF8-464D-902E-B6449B34371D}" dt="2026-10-07T04:06:20.914" v="4759"/>
        <pc:sldMkLst>
          <pc:docMk/>
          <pc:sldMk cId="124802542" sldId="369"/>
        </pc:sldMkLst>
      </pc:sldChg>
      <pc:sldChg chg="add del ord">
        <pc:chgData name="Phan Thanh Duy" userId="7fe205da-551d-4fae-b045-58d66fb40073" providerId="ADAL" clId="{A441D81C-AEF8-464D-902E-B6449B34371D}" dt="2026-10-07T04:06:02.364" v="4757" actId="47"/>
        <pc:sldMkLst>
          <pc:docMk/>
          <pc:sldMk cId="1027279533" sldId="369"/>
        </pc:sldMkLst>
      </pc:sldChg>
      <pc:sldChg chg="modSp add del">
        <pc:chgData name="Phan Thanh Duy" userId="7fe205da-551d-4fae-b045-58d66fb40073" providerId="ADAL" clId="{A441D81C-AEF8-464D-902E-B6449B34371D}" dt="2026-10-07T04:10:30.504" v="4823" actId="47"/>
        <pc:sldMkLst>
          <pc:docMk/>
          <pc:sldMk cId="1233839146" sldId="369"/>
        </pc:sldMkLst>
        <pc:spChg chg="mod">
          <ac:chgData name="Phan Thanh Duy" userId="7fe205da-551d-4fae-b045-58d66fb40073" providerId="ADAL" clId="{A441D81C-AEF8-464D-902E-B6449B34371D}" dt="2026-10-07T04:10:25.713" v="4822"/>
          <ac:spMkLst>
            <pc:docMk/>
            <pc:sldMk cId="1233839146" sldId="369"/>
            <ac:spMk id="25" creationId="{94C044FD-77C6-89BF-6430-0F18497DCCFE}"/>
          </ac:spMkLst>
        </pc:spChg>
        <pc:spChg chg="mod">
          <ac:chgData name="Phan Thanh Duy" userId="7fe205da-551d-4fae-b045-58d66fb40073" providerId="ADAL" clId="{A441D81C-AEF8-464D-902E-B6449B34371D}" dt="2026-10-07T04:09:15.269" v="4798"/>
          <ac:spMkLst>
            <pc:docMk/>
            <pc:sldMk cId="1233839146" sldId="369"/>
            <ac:spMk id="31" creationId="{5570F4E9-99BB-53FF-9BC0-F734D00700EA}"/>
          </ac:spMkLst>
        </pc:spChg>
      </pc:sldChg>
      <pc:sldChg chg="modSp add del mod ord">
        <pc:chgData name="Phan Thanh Duy" userId="7fe205da-551d-4fae-b045-58d66fb40073" providerId="ADAL" clId="{A441D81C-AEF8-464D-902E-B6449B34371D}" dt="2026-10-07T04:08:30.521" v="4778" actId="47"/>
        <pc:sldMkLst>
          <pc:docMk/>
          <pc:sldMk cId="2781881469" sldId="369"/>
        </pc:sldMkLst>
        <pc:cxnChg chg="mod">
          <ac:chgData name="Phan Thanh Duy" userId="7fe205da-551d-4fae-b045-58d66fb40073" providerId="ADAL" clId="{A441D81C-AEF8-464D-902E-B6449B34371D}" dt="2026-10-07T04:06:53.028" v="4769" actId="14100"/>
          <ac:cxnSpMkLst>
            <pc:docMk/>
            <pc:sldMk cId="2781881469" sldId="369"/>
            <ac:cxnSpMk id="14" creationId="{22B3E079-05A2-D639-158A-AAA63D27A7C2}"/>
          </ac:cxnSpMkLst>
        </pc:cxnChg>
      </pc:sldChg>
      <pc:sldChg chg="add del ord">
        <pc:chgData name="Phan Thanh Duy" userId="7fe205da-551d-4fae-b045-58d66fb40073" providerId="ADAL" clId="{A441D81C-AEF8-464D-902E-B6449B34371D}" dt="2026-10-07T04:08:28.327" v="4777" actId="47"/>
        <pc:sldMkLst>
          <pc:docMk/>
          <pc:sldMk cId="1488274745" sldId="370"/>
        </pc:sldMkLst>
      </pc:sldChg>
      <pc:sldChg chg="addSp delSp modSp add mod">
        <pc:chgData name="Phan Thanh Duy" userId="7fe205da-551d-4fae-b045-58d66fb40073" providerId="ADAL" clId="{A441D81C-AEF8-464D-902E-B6449B34371D}" dt="2026-10-07T04:42:02.007" v="4972"/>
        <pc:sldMkLst>
          <pc:docMk/>
          <pc:sldMk cId="1644428022" sldId="370"/>
        </pc:sldMkLst>
        <pc:spChg chg="del mod">
          <ac:chgData name="Phan Thanh Duy" userId="7fe205da-551d-4fae-b045-58d66fb40073" providerId="ADAL" clId="{A441D81C-AEF8-464D-902E-B6449B34371D}" dt="2026-10-07T04:37:10.987" v="4925" actId="478"/>
          <ac:spMkLst>
            <pc:docMk/>
            <pc:sldMk cId="1644428022" sldId="370"/>
            <ac:spMk id="2" creationId="{03A5BE29-AE41-6FC4-4C27-7EE28B792A5A}"/>
          </ac:spMkLst>
        </pc:spChg>
        <pc:spChg chg="del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3" creationId="{5EAB7DC5-EB81-BB14-3CBC-EEE530E44B9B}"/>
          </ac:spMkLst>
        </pc:spChg>
        <pc:spChg chg="del mod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5" creationId="{3A865986-F086-5239-B97A-A4F9744E00DA}"/>
          </ac:spMkLst>
        </pc:spChg>
        <pc:spChg chg="del mod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8" creationId="{7A9329F7-0389-0A87-CF4F-4A58D855246A}"/>
          </ac:spMkLst>
        </pc:spChg>
        <pc:spChg chg="del mod">
          <ac:chgData name="Phan Thanh Duy" userId="7fe205da-551d-4fae-b045-58d66fb40073" providerId="ADAL" clId="{A441D81C-AEF8-464D-902E-B6449B34371D}" dt="2026-10-07T04:36:56.217" v="4922" actId="478"/>
          <ac:spMkLst>
            <pc:docMk/>
            <pc:sldMk cId="1644428022" sldId="370"/>
            <ac:spMk id="9" creationId="{9B2513C1-1FBC-6D8D-6D67-971092D2265B}"/>
          </ac:spMkLst>
        </pc:spChg>
        <pc:spChg chg="mod">
          <ac:chgData name="Phan Thanh Duy" userId="7fe205da-551d-4fae-b045-58d66fb40073" providerId="ADAL" clId="{A441D81C-AEF8-464D-902E-B6449B34371D}" dt="2026-10-07T04:10:42.053" v="4826"/>
          <ac:spMkLst>
            <pc:docMk/>
            <pc:sldMk cId="1644428022" sldId="370"/>
            <ac:spMk id="12" creationId="{AF10161E-FF3E-F1E0-3F17-9EFC5A3A5F79}"/>
          </ac:spMkLst>
        </pc:spChg>
        <pc:spChg chg="mod">
          <ac:chgData name="Phan Thanh Duy" userId="7fe205da-551d-4fae-b045-58d66fb40073" providerId="ADAL" clId="{A441D81C-AEF8-464D-902E-B6449B34371D}" dt="2026-10-07T04:10:49.989" v="4828"/>
          <ac:spMkLst>
            <pc:docMk/>
            <pc:sldMk cId="1644428022" sldId="370"/>
            <ac:spMk id="13" creationId="{4E11144A-078B-CEFB-8D6D-4B61CBAF7CDF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17" creationId="{0D7EAE39-BB4B-886A-38E6-3E3EE4C61FE5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18" creationId="{373A1321-4CCB-F0DB-8279-20A663D26C44}"/>
          </ac:spMkLst>
        </pc:spChg>
        <pc:spChg chg="del">
          <ac:chgData name="Phan Thanh Duy" userId="7fe205da-551d-4fae-b045-58d66fb40073" providerId="ADAL" clId="{A441D81C-AEF8-464D-902E-B6449B34371D}" dt="2026-10-07T04:41:58.606" v="4970" actId="478"/>
          <ac:spMkLst>
            <pc:docMk/>
            <pc:sldMk cId="1644428022" sldId="370"/>
            <ac:spMk id="19" creationId="{BAFDFB2C-2531-6778-39C2-C82BEF898A17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21" creationId="{59AE1364-0B68-B699-2D0B-7472F5388A63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24" creationId="{79F3E979-26FB-F18B-A167-811CC880D3BE}"/>
          </ac:spMkLst>
        </pc:spChg>
        <pc:spChg chg="add mod">
          <ac:chgData name="Phan Thanh Duy" userId="7fe205da-551d-4fae-b045-58d66fb40073" providerId="ADAL" clId="{A441D81C-AEF8-464D-902E-B6449B34371D}" dt="2026-10-07T04:37:25.346" v="4929" actId="1076"/>
          <ac:spMkLst>
            <pc:docMk/>
            <pc:sldMk cId="1644428022" sldId="370"/>
            <ac:spMk id="25" creationId="{305D3DC0-85DA-4F2A-9580-6140BEB897E5}"/>
          </ac:spMkLst>
        </pc:spChg>
        <pc:spChg chg="add del mod">
          <ac:chgData name="Phan Thanh Duy" userId="7fe205da-551d-4fae-b045-58d66fb40073" providerId="ADAL" clId="{A441D81C-AEF8-464D-902E-B6449B34371D}" dt="2026-10-07T04:42:01.531" v="4971" actId="478"/>
          <ac:spMkLst>
            <pc:docMk/>
            <pc:sldMk cId="1644428022" sldId="370"/>
            <ac:spMk id="31" creationId="{C880A4A8-3CC9-3D47-5325-ACBAFF6315C0}"/>
          </ac:spMkLst>
        </pc:spChg>
        <pc:spChg chg="add mod">
          <ac:chgData name="Phan Thanh Duy" userId="7fe205da-551d-4fae-b045-58d66fb40073" providerId="ADAL" clId="{A441D81C-AEF8-464D-902E-B6449B34371D}" dt="2026-10-07T04:42:02.007" v="4972"/>
          <ac:spMkLst>
            <pc:docMk/>
            <pc:sldMk cId="1644428022" sldId="370"/>
            <ac:spMk id="1024" creationId="{176E2922-3558-F2F0-CF63-D654A1AC4262}"/>
          </ac:spMkLst>
        </pc:sp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4" creationId="{533269CA-8A41-1644-45F2-A585F1DF248A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6" creationId="{49BF9DC2-DCC5-6731-CA91-7D39370A45AD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7" creationId="{35500A8C-F081-0E36-244A-C64B46FAD66C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10" creationId="{578F558B-9018-EE75-1101-786B29EB60D1}"/>
          </ac:cxnSpMkLst>
        </pc:cxnChg>
        <pc:cxnChg chg="del mod">
          <ac:chgData name="Phan Thanh Duy" userId="7fe205da-551d-4fae-b045-58d66fb40073" providerId="ADAL" clId="{A441D81C-AEF8-464D-902E-B6449B34371D}" dt="2026-10-07T04:36:56.217" v="4922" actId="478"/>
          <ac:cxnSpMkLst>
            <pc:docMk/>
            <pc:sldMk cId="1644428022" sldId="370"/>
            <ac:cxnSpMk id="11" creationId="{92D95C80-1EA0-4C60-D821-A144395285A7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0" creationId="{1275D5CC-D60B-1E40-E846-9AE946B39F66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2" creationId="{08E71F1C-D61B-63AB-F916-8A123CA9668A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6" creationId="{6F842033-1E09-E2C1-ED7F-881670BCFE7C}"/>
          </ac:cxnSpMkLst>
        </pc:cxnChg>
        <pc:cxnChg chg="add mod">
          <ac:chgData name="Phan Thanh Duy" userId="7fe205da-551d-4fae-b045-58d66fb40073" providerId="ADAL" clId="{A441D81C-AEF8-464D-902E-B6449B34371D}" dt="2026-10-07T04:37:25.346" v="4929" actId="1076"/>
          <ac:cxnSpMkLst>
            <pc:docMk/>
            <pc:sldMk cId="1644428022" sldId="370"/>
            <ac:cxnSpMk id="27" creationId="{4E2E9500-9A56-A58E-3695-530AC5AB5932}"/>
          </ac:cxnSpMkLst>
        </pc:cxnChg>
        <pc:cxnChg chg="add mod">
          <ac:chgData name="Phan Thanh Duy" userId="7fe205da-551d-4fae-b045-58d66fb40073" providerId="ADAL" clId="{A441D81C-AEF8-464D-902E-B6449B34371D}" dt="2026-10-07T04:39:21.955" v="4943" actId="14100"/>
          <ac:cxnSpMkLst>
            <pc:docMk/>
            <pc:sldMk cId="1644428022" sldId="370"/>
            <ac:cxnSpMk id="28" creationId="{DD83C046-F330-8731-A1A5-36FE83CA226F}"/>
          </ac:cxnSpMkLst>
        </pc:cxnChg>
      </pc:sldChg>
      <pc:sldChg chg="add del">
        <pc:chgData name="Phan Thanh Duy" userId="7fe205da-551d-4fae-b045-58d66fb40073" providerId="ADAL" clId="{A441D81C-AEF8-464D-902E-B6449B34371D}" dt="2026-10-07T04:06:20.914" v="4759"/>
        <pc:sldMkLst>
          <pc:docMk/>
          <pc:sldMk cId="3087020746" sldId="370"/>
        </pc:sldMkLst>
      </pc:sldChg>
      <pc:sldChg chg="addSp delSp modSp add mod">
        <pc:chgData name="Phan Thanh Duy" userId="7fe205da-551d-4fae-b045-58d66fb40073" providerId="ADAL" clId="{A441D81C-AEF8-464D-902E-B6449B34371D}" dt="2026-10-07T07:22:03.401" v="6147" actId="14100"/>
        <pc:sldMkLst>
          <pc:docMk/>
          <pc:sldMk cId="4109228571" sldId="371"/>
        </pc:sldMkLst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2" creationId="{9F24C52B-3A9D-ECFB-79E2-62A93FD2CA33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3" creationId="{A0150B6D-57C7-63FD-50E0-09C9825E811A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5" creationId="{FF4550EA-FC94-27C5-2989-EC1B4A9DE13B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7" creationId="{5D22C29C-9A0A-9E0E-F6D8-D86EC9E5BD53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8" creationId="{84D58636-7D81-11D5-DA70-929FA89F5EA9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10" creationId="{3132F058-2EDE-1A3E-685F-ACDF041B2190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12" creationId="{9BE1613D-22EA-6F75-2A01-27241B572AC6}"/>
          </ac:spMkLst>
        </pc:spChg>
        <pc:spChg chg="add mod">
          <ac:chgData name="Phan Thanh Duy" userId="7fe205da-551d-4fae-b045-58d66fb40073" providerId="ADAL" clId="{A441D81C-AEF8-464D-902E-B6449B34371D}" dt="2026-10-07T04:40:41.396" v="4964" actId="1076"/>
          <ac:spMkLst>
            <pc:docMk/>
            <pc:sldMk cId="4109228571" sldId="371"/>
            <ac:spMk id="13" creationId="{D8A175E8-1098-36E9-0A10-4D708A66C967}"/>
          </ac:spMkLst>
        </pc:spChg>
        <pc:spChg chg="del mod">
          <ac:chgData name="Phan Thanh Duy" userId="7fe205da-551d-4fae-b045-58d66fb40073" providerId="ADAL" clId="{A441D81C-AEF8-464D-902E-B6449B34371D}" dt="2026-10-07T04:38:16.891" v="4932" actId="478"/>
          <ac:spMkLst>
            <pc:docMk/>
            <pc:sldMk cId="4109228571" sldId="371"/>
            <ac:spMk id="17" creationId="{BC4EFD70-A83E-73D5-0F5D-D368599ECCA4}"/>
          </ac:spMkLst>
        </pc:spChg>
        <pc:spChg chg="del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18" creationId="{69CEFC57-7EC8-F34F-4EFF-215B67ADF508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0" creationId="{9E786E3F-9D61-7AEF-AA66-08458F592820}"/>
          </ac:spMkLst>
        </pc:spChg>
        <pc:spChg chg="mod">
          <ac:chgData name="Phan Thanh Duy" userId="7fe205da-551d-4fae-b045-58d66fb40073" providerId="ADAL" clId="{A441D81C-AEF8-464D-902E-B6449B34371D}" dt="2026-10-07T04:42:10.819" v="4979" actId="20577"/>
          <ac:spMkLst>
            <pc:docMk/>
            <pc:sldMk cId="4109228571" sldId="371"/>
            <ac:spMk id="23" creationId="{C01D39B1-3F42-3F27-227F-DA8161F03471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4" creationId="{499260F7-9068-68DD-48E4-3BD718CE7978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5" creationId="{41E43F0F-06FF-C783-235F-3606CFA234F6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8" creationId="{D047A819-0A62-A6B2-BC17-E84E28455FB7}"/>
          </ac:spMkLst>
        </pc:spChg>
        <pc:spChg chg="del mod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29" creationId="{2F0BD99B-3DD4-6260-CB16-D93C0D215699}"/>
          </ac:spMkLst>
        </pc:spChg>
        <pc:spChg chg="del">
          <ac:chgData name="Phan Thanh Duy" userId="7fe205da-551d-4fae-b045-58d66fb40073" providerId="ADAL" clId="{A441D81C-AEF8-464D-902E-B6449B34371D}" dt="2026-10-07T04:38:13.587" v="4930" actId="478"/>
          <ac:spMkLst>
            <pc:docMk/>
            <pc:sldMk cId="4109228571" sldId="371"/>
            <ac:spMk id="31" creationId="{A07459C8-1226-C1D3-7529-E2332E081F1F}"/>
          </ac:spMkLst>
        </pc:spChg>
        <pc:spChg chg="del">
          <ac:chgData name="Phan Thanh Duy" userId="7fe205da-551d-4fae-b045-58d66fb40073" providerId="ADAL" clId="{A441D81C-AEF8-464D-902E-B6449B34371D}" dt="2026-10-07T04:42:04.847" v="4973" actId="478"/>
          <ac:spMkLst>
            <pc:docMk/>
            <pc:sldMk cId="4109228571" sldId="371"/>
            <ac:spMk id="1025" creationId="{6DB278B0-0777-A742-672F-08BA27229637}"/>
          </ac:spMkLst>
        </pc:spChg>
        <pc:spChg chg="add del mod">
          <ac:chgData name="Phan Thanh Duy" userId="7fe205da-551d-4fae-b045-58d66fb40073" providerId="ADAL" clId="{A441D81C-AEF8-464D-902E-B6449B34371D}" dt="2026-10-07T04:42:06.551" v="4974" actId="478"/>
          <ac:spMkLst>
            <pc:docMk/>
            <pc:sldMk cId="4109228571" sldId="371"/>
            <ac:spMk id="1032" creationId="{950AFEA8-3C45-29EE-7F18-02BAAA99C1B3}"/>
          </ac:spMkLst>
        </pc:spChg>
        <pc:spChg chg="add mod">
          <ac:chgData name="Phan Thanh Duy" userId="7fe205da-551d-4fae-b045-58d66fb40073" providerId="ADAL" clId="{A441D81C-AEF8-464D-902E-B6449B34371D}" dt="2026-10-07T04:42:07.007" v="4975"/>
          <ac:spMkLst>
            <pc:docMk/>
            <pc:sldMk cId="4109228571" sldId="371"/>
            <ac:spMk id="1033" creationId="{0941A176-D38F-02F9-BF88-7EB15B08DB77}"/>
          </ac:spMkLst>
        </pc:spChg>
        <pc:cxnChg chg="mod">
          <ac:chgData name="Phan Thanh Duy" userId="7fe205da-551d-4fae-b045-58d66fb40073" providerId="ADAL" clId="{A441D81C-AEF8-464D-902E-B6449B34371D}" dt="2026-10-07T04:40:34.632" v="4963" actId="1076"/>
          <ac:cxnSpMkLst>
            <pc:docMk/>
            <pc:sldMk cId="4109228571" sldId="371"/>
            <ac:cxnSpMk id="4" creationId="{608A4A30-D3AE-15AB-947F-C7852AB3D68A}"/>
          </ac:cxnSpMkLst>
        </pc:cxnChg>
        <pc:cxnChg chg="mod">
          <ac:chgData name="Phan Thanh Duy" userId="7fe205da-551d-4fae-b045-58d66fb40073" providerId="ADAL" clId="{A441D81C-AEF8-464D-902E-B6449B34371D}" dt="2026-10-07T04:40:34.632" v="4963" actId="1076"/>
          <ac:cxnSpMkLst>
            <pc:docMk/>
            <pc:sldMk cId="4109228571" sldId="371"/>
            <ac:cxnSpMk id="6" creationId="{90B0D0A8-4904-935A-ECED-32C40D65191C}"/>
          </ac:cxnSpMkLst>
        </pc:cxnChg>
        <pc:cxnChg chg="add mod">
          <ac:chgData name="Phan Thanh Duy" userId="7fe205da-551d-4fae-b045-58d66fb40073" providerId="ADAL" clId="{A441D81C-AEF8-464D-902E-B6449B34371D}" dt="2026-10-07T04:40:41.396" v="4964" actId="1076"/>
          <ac:cxnSpMkLst>
            <pc:docMk/>
            <pc:sldMk cId="4109228571" sldId="371"/>
            <ac:cxnSpMk id="9" creationId="{36131234-2A10-6945-5553-7296E1222E17}"/>
          </ac:cxnSpMkLst>
        </pc:cxnChg>
        <pc:cxnChg chg="mod">
          <ac:chgData name="Phan Thanh Duy" userId="7fe205da-551d-4fae-b045-58d66fb40073" providerId="ADAL" clId="{A441D81C-AEF8-464D-902E-B6449B34371D}" dt="2026-10-07T04:40:03.452" v="4956" actId="1076"/>
          <ac:cxnSpMkLst>
            <pc:docMk/>
            <pc:sldMk cId="4109228571" sldId="371"/>
            <ac:cxnSpMk id="11" creationId="{7C439D8A-E2A0-1355-480B-E085BEDD79AC}"/>
          </ac:cxnSpMkLst>
        </pc:cxnChg>
        <pc:cxnChg chg="add mod">
          <ac:chgData name="Phan Thanh Duy" userId="7fe205da-551d-4fae-b045-58d66fb40073" providerId="ADAL" clId="{A441D81C-AEF8-464D-902E-B6449B34371D}" dt="2026-10-07T04:41:07.001" v="4965" actId="14100"/>
          <ac:cxnSpMkLst>
            <pc:docMk/>
            <pc:sldMk cId="4109228571" sldId="371"/>
            <ac:cxnSpMk id="14" creationId="{93C4ED36-53B6-1D82-6421-B897167ABB1B}"/>
          </ac:cxnSpMkLst>
        </pc:cxnChg>
        <pc:cxnChg chg="del mod">
          <ac:chgData name="Phan Thanh Duy" userId="7fe205da-551d-4fae-b045-58d66fb40073" providerId="ADAL" clId="{A441D81C-AEF8-464D-902E-B6449B34371D}" dt="2026-10-07T07:21:59.018" v="6144" actId="478"/>
          <ac:cxnSpMkLst>
            <pc:docMk/>
            <pc:sldMk cId="4109228571" sldId="371"/>
            <ac:cxnSpMk id="15" creationId="{45432B6C-9117-8904-28BA-C4ADEEA72551}"/>
          </ac:cxnSpMkLst>
        </pc:cxnChg>
        <pc:cxnChg chg="mod">
          <ac:chgData name="Phan Thanh Duy" userId="7fe205da-551d-4fae-b045-58d66fb40073" providerId="ADAL" clId="{A441D81C-AEF8-464D-902E-B6449B34371D}" dt="2026-10-07T04:40:10.731" v="4958" actId="14100"/>
          <ac:cxnSpMkLst>
            <pc:docMk/>
            <pc:sldMk cId="4109228571" sldId="371"/>
            <ac:cxnSpMk id="16" creationId="{6A81978E-EF1B-7E44-2F38-DFA5C7D812DE}"/>
          </ac:cxnSpMkLst>
        </pc:cxnChg>
        <pc:cxnChg chg="del mod">
          <ac:chgData name="Phan Thanh Duy" userId="7fe205da-551d-4fae-b045-58d66fb40073" providerId="ADAL" clId="{A441D81C-AEF8-464D-902E-B6449B34371D}" dt="2026-10-07T04:38:13.587" v="4930" actId="478"/>
          <ac:cxnSpMkLst>
            <pc:docMk/>
            <pc:sldMk cId="4109228571" sldId="371"/>
            <ac:cxnSpMk id="19" creationId="{627444E4-DCB2-C6E8-2651-0D9BC4472482}"/>
          </ac:cxnSpMkLst>
        </pc:cxnChg>
        <pc:cxnChg chg="mod">
          <ac:chgData name="Phan Thanh Duy" userId="7fe205da-551d-4fae-b045-58d66fb40073" providerId="ADAL" clId="{A441D81C-AEF8-464D-902E-B6449B34371D}" dt="2026-10-07T04:31:37.684" v="4892" actId="962"/>
          <ac:cxnSpMkLst>
            <pc:docMk/>
            <pc:sldMk cId="4109228571" sldId="371"/>
            <ac:cxnSpMk id="21" creationId="{85B52F37-D312-3F8A-47EC-C50731810ACE}"/>
          </ac:cxnSpMkLst>
        </pc:cxnChg>
        <pc:cxnChg chg="del mod">
          <ac:chgData name="Phan Thanh Duy" userId="7fe205da-551d-4fae-b045-58d66fb40073" providerId="ADAL" clId="{A441D81C-AEF8-464D-902E-B6449B34371D}" dt="2026-10-07T04:38:13.587" v="4930" actId="478"/>
          <ac:cxnSpMkLst>
            <pc:docMk/>
            <pc:sldMk cId="4109228571" sldId="371"/>
            <ac:cxnSpMk id="26" creationId="{37D21478-8A6B-C2FC-6C09-71642EAEF005}"/>
          </ac:cxnSpMkLst>
        </pc:cxnChg>
        <pc:cxnChg chg="del mod">
          <ac:chgData name="Phan Thanh Duy" userId="7fe205da-551d-4fae-b045-58d66fb40073" providerId="ADAL" clId="{A441D81C-AEF8-464D-902E-B6449B34371D}" dt="2026-10-07T04:38:13.587" v="4930" actId="478"/>
          <ac:cxnSpMkLst>
            <pc:docMk/>
            <pc:sldMk cId="4109228571" sldId="371"/>
            <ac:cxnSpMk id="27" creationId="{78AEAF16-FB6B-2744-9547-A68FA9A97497}"/>
          </ac:cxnSpMkLst>
        </pc:cxnChg>
        <pc:cxnChg chg="add mod">
          <ac:chgData name="Phan Thanh Duy" userId="7fe205da-551d-4fae-b045-58d66fb40073" providerId="ADAL" clId="{A441D81C-AEF8-464D-902E-B6449B34371D}" dt="2026-10-07T07:22:03.401" v="6147" actId="14100"/>
          <ac:cxnSpMkLst>
            <pc:docMk/>
            <pc:sldMk cId="4109228571" sldId="371"/>
            <ac:cxnSpMk id="1034" creationId="{8DB844D2-77E2-6D35-D367-5625C051241B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6:50:56.511" v="5544" actId="114"/>
        <pc:sldMkLst>
          <pc:docMk/>
          <pc:sldMk cId="1305930997" sldId="372"/>
        </pc:sldMkLst>
        <pc:spChg chg="add del mod">
          <ac:chgData name="Phan Thanh Duy" userId="7fe205da-551d-4fae-b045-58d66fb40073" providerId="ADAL" clId="{A441D81C-AEF8-464D-902E-B6449B34371D}" dt="2026-10-07T04:43:01.822" v="4985" actId="478"/>
          <ac:spMkLst>
            <pc:docMk/>
            <pc:sldMk cId="1305930997" sldId="372"/>
            <ac:spMk id="6" creationId="{5746ED25-22BA-B4E6-19DB-F27B33CA77BC}"/>
          </ac:spMkLst>
        </pc:spChg>
        <pc:spChg chg="mod">
          <ac:chgData name="Phan Thanh Duy" userId="7fe205da-551d-4fae-b045-58d66fb40073" providerId="ADAL" clId="{A441D81C-AEF8-464D-902E-B6449B34371D}" dt="2026-10-07T06:50:56.511" v="5544" actId="114"/>
          <ac:spMkLst>
            <pc:docMk/>
            <pc:sldMk cId="1305930997" sldId="372"/>
            <ac:spMk id="7" creationId="{D95FAC24-E9F9-B990-D391-66F1E818453B}"/>
          </ac:spMkLst>
        </pc:spChg>
        <pc:spChg chg="add mod">
          <ac:chgData name="Phan Thanh Duy" userId="7fe205da-551d-4fae-b045-58d66fb40073" providerId="ADAL" clId="{A441D81C-AEF8-464D-902E-B6449B34371D}" dt="2026-10-07T04:43:02.141" v="4986"/>
          <ac:spMkLst>
            <pc:docMk/>
            <pc:sldMk cId="1305930997" sldId="372"/>
            <ac:spMk id="8" creationId="{DA26FB55-760F-C302-F7CA-387B153B9FFE}"/>
          </ac:spMkLst>
        </pc:spChg>
        <pc:spChg chg="del">
          <ac:chgData name="Phan Thanh Duy" userId="7fe205da-551d-4fae-b045-58d66fb40073" providerId="ADAL" clId="{A441D81C-AEF8-464D-902E-B6449B34371D}" dt="2026-10-07T04:42:59.787" v="4984" actId="478"/>
          <ac:spMkLst>
            <pc:docMk/>
            <pc:sldMk cId="1305930997" sldId="372"/>
            <ac:spMk id="9" creationId="{D1F6039B-5E5B-18F0-2BE5-470CCA046CEE}"/>
          </ac:spMkLst>
        </pc:spChg>
        <pc:spChg chg="add mod">
          <ac:chgData name="Phan Thanh Duy" userId="7fe205da-551d-4fae-b045-58d66fb40073" providerId="ADAL" clId="{A441D81C-AEF8-464D-902E-B6449B34371D}" dt="2026-10-07T04:44:12.777" v="4989"/>
          <ac:spMkLst>
            <pc:docMk/>
            <pc:sldMk cId="1305930997" sldId="372"/>
            <ac:spMk id="10" creationId="{B5B2C223-6580-FF24-50D8-585A01A7FBD0}"/>
          </ac:spMkLst>
        </pc:spChg>
        <pc:spChg chg="mod">
          <ac:chgData name="Phan Thanh Duy" userId="7fe205da-551d-4fae-b045-58d66fb40073" providerId="ADAL" clId="{A441D81C-AEF8-464D-902E-B6449B34371D}" dt="2026-10-07T04:42:56.135" v="4983" actId="20577"/>
          <ac:spMkLst>
            <pc:docMk/>
            <pc:sldMk cId="1305930997" sldId="372"/>
            <ac:spMk id="23" creationId="{517E3F26-11DE-CA62-C0CF-408C7439295E}"/>
          </ac:spMkLst>
        </pc:spChg>
        <pc:picChg chg="del">
          <ac:chgData name="Phan Thanh Duy" userId="7fe205da-551d-4fae-b045-58d66fb40073" providerId="ADAL" clId="{A441D81C-AEF8-464D-902E-B6449B34371D}" dt="2026-10-07T04:44:11.495" v="4987" actId="478"/>
          <ac:picMkLst>
            <pc:docMk/>
            <pc:sldMk cId="1305930997" sldId="372"/>
            <ac:picMk id="4" creationId="{7909005D-FA37-C72E-8A2E-473D06AB15FD}"/>
          </ac:picMkLst>
        </pc:picChg>
        <pc:picChg chg="add mod ord">
          <ac:chgData name="Phan Thanh Duy" userId="7fe205da-551d-4fae-b045-58d66fb40073" providerId="ADAL" clId="{A441D81C-AEF8-464D-902E-B6449B34371D}" dt="2026-10-07T04:47:29.046" v="5047" actId="167"/>
          <ac:picMkLst>
            <pc:docMk/>
            <pc:sldMk cId="1305930997" sldId="372"/>
            <ac:picMk id="12" creationId="{7A9DCF6E-72B9-0EB1-F7D6-B138FE07DD60}"/>
          </ac:picMkLst>
        </pc:picChg>
        <pc:cxnChg chg="mod">
          <ac:chgData name="Phan Thanh Duy" userId="7fe205da-551d-4fae-b045-58d66fb40073" providerId="ADAL" clId="{A441D81C-AEF8-464D-902E-B6449B34371D}" dt="2026-10-07T04:48:03.514" v="5054" actId="1076"/>
          <ac:cxnSpMkLst>
            <pc:docMk/>
            <pc:sldMk cId="1305930997" sldId="372"/>
            <ac:cxnSpMk id="2" creationId="{11E5A1FD-73B2-B203-7360-8D161C9FCB39}"/>
          </ac:cxnSpMkLst>
        </pc:cxnChg>
        <pc:cxnChg chg="add mod">
          <ac:chgData name="Phan Thanh Duy" userId="7fe205da-551d-4fae-b045-58d66fb40073" providerId="ADAL" clId="{A441D81C-AEF8-464D-902E-B6449B34371D}" dt="2026-10-07T04:48:26.071" v="5061" actId="14100"/>
          <ac:cxnSpMkLst>
            <pc:docMk/>
            <pc:sldMk cId="1305930997" sldId="372"/>
            <ac:cxnSpMk id="17" creationId="{8E820F46-63D3-11C2-351B-EACE9CAB10A9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6:50:48.133" v="5543" actId="114"/>
        <pc:sldMkLst>
          <pc:docMk/>
          <pc:sldMk cId="733687043" sldId="373"/>
        </pc:sldMkLst>
        <pc:spChg chg="mod">
          <ac:chgData name="Phan Thanh Duy" userId="7fe205da-551d-4fae-b045-58d66fb40073" providerId="ADAL" clId="{A441D81C-AEF8-464D-902E-B6449B34371D}" dt="2026-10-07T06:50:48.133" v="5543" actId="114"/>
          <ac:spMkLst>
            <pc:docMk/>
            <pc:sldMk cId="733687043" sldId="373"/>
            <ac:spMk id="7" creationId="{2EE5A416-5C3C-7837-1EFE-A7C2DCD1F2E5}"/>
          </ac:spMkLst>
        </pc:spChg>
        <pc:cxnChg chg="add del mod">
          <ac:chgData name="Phan Thanh Duy" userId="7fe205da-551d-4fae-b045-58d66fb40073" providerId="ADAL" clId="{A441D81C-AEF8-464D-902E-B6449B34371D}" dt="2026-10-07T04:52:53.162" v="5083" actId="478"/>
          <ac:cxnSpMkLst>
            <pc:docMk/>
            <pc:sldMk cId="733687043" sldId="373"/>
            <ac:cxnSpMk id="2" creationId="{70A3D45B-C974-7B4E-4263-30F0455E38E8}"/>
          </ac:cxnSpMkLst>
        </pc:cxnChg>
        <pc:cxnChg chg="add mod">
          <ac:chgData name="Phan Thanh Duy" userId="7fe205da-551d-4fae-b045-58d66fb40073" providerId="ADAL" clId="{A441D81C-AEF8-464D-902E-B6449B34371D}" dt="2026-10-07T04:52:17.098" v="5078" actId="1076"/>
          <ac:cxnSpMkLst>
            <pc:docMk/>
            <pc:sldMk cId="733687043" sldId="373"/>
            <ac:cxnSpMk id="4" creationId="{EF2DA2CD-0A2D-3413-AE5C-66580AE9E7FD}"/>
          </ac:cxnSpMkLst>
        </pc:cxnChg>
        <pc:cxnChg chg="add mod">
          <ac:chgData name="Phan Thanh Duy" userId="7fe205da-551d-4fae-b045-58d66fb40073" providerId="ADAL" clId="{A441D81C-AEF8-464D-902E-B6449B34371D}" dt="2026-10-07T04:52:19" v="5079" actId="1076"/>
          <ac:cxnSpMkLst>
            <pc:docMk/>
            <pc:sldMk cId="733687043" sldId="373"/>
            <ac:cxnSpMk id="10" creationId="{B4FE2828-865A-9F36-A936-8958B939BFFC}"/>
          </ac:cxnSpMkLst>
        </pc:cxnChg>
        <pc:cxnChg chg="add mod">
          <ac:chgData name="Phan Thanh Duy" userId="7fe205da-551d-4fae-b045-58d66fb40073" providerId="ADAL" clId="{A441D81C-AEF8-464D-902E-B6449B34371D}" dt="2026-10-07T04:52:32.467" v="5080" actId="1076"/>
          <ac:cxnSpMkLst>
            <pc:docMk/>
            <pc:sldMk cId="733687043" sldId="373"/>
            <ac:cxnSpMk id="11" creationId="{F969A97B-E37A-4B70-2C88-EE171B8C9F72}"/>
          </ac:cxnSpMkLst>
        </pc:cxnChg>
        <pc:cxnChg chg="add mod">
          <ac:chgData name="Phan Thanh Duy" userId="7fe205da-551d-4fae-b045-58d66fb40073" providerId="ADAL" clId="{A441D81C-AEF8-464D-902E-B6449B34371D}" dt="2026-10-07T04:52:45.558" v="5082" actId="1076"/>
          <ac:cxnSpMkLst>
            <pc:docMk/>
            <pc:sldMk cId="733687043" sldId="373"/>
            <ac:cxnSpMk id="13" creationId="{3F8A0333-4DD3-C737-CA64-EEB7AC945F9F}"/>
          </ac:cxnSpMkLst>
        </pc:cxnChg>
        <pc:cxnChg chg="add del mod">
          <ac:chgData name="Phan Thanh Duy" userId="7fe205da-551d-4fae-b045-58d66fb40073" providerId="ADAL" clId="{A441D81C-AEF8-464D-902E-B6449B34371D}" dt="2026-10-07T04:53:04.212" v="5089" actId="14100"/>
          <ac:cxnSpMkLst>
            <pc:docMk/>
            <pc:sldMk cId="733687043" sldId="373"/>
            <ac:cxnSpMk id="17" creationId="{B246ECEE-686C-8CC6-B38C-0026AC8F3461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6:47:44.734" v="5526" actId="1076"/>
        <pc:sldMkLst>
          <pc:docMk/>
          <pc:sldMk cId="1080243826" sldId="374"/>
        </pc:sldMkLst>
        <pc:spChg chg="add mod">
          <ac:chgData name="Phan Thanh Duy" userId="7fe205da-551d-4fae-b045-58d66fb40073" providerId="ADAL" clId="{A441D81C-AEF8-464D-902E-B6449B34371D}" dt="2026-10-07T05:31:48.632" v="5150" actId="1076"/>
          <ac:spMkLst>
            <pc:docMk/>
            <pc:sldMk cId="1080243826" sldId="374"/>
            <ac:spMk id="2" creationId="{E4250785-6CDE-3362-3E42-DABA1B049044}"/>
          </ac:spMkLst>
        </pc:spChg>
        <pc:spChg chg="del">
          <ac:chgData name="Phan Thanh Duy" userId="7fe205da-551d-4fae-b045-58d66fb40073" providerId="ADAL" clId="{A441D81C-AEF8-464D-902E-B6449B34371D}" dt="2026-10-07T05:31:33.803" v="5132" actId="478"/>
          <ac:spMkLst>
            <pc:docMk/>
            <pc:sldMk cId="1080243826" sldId="374"/>
            <ac:spMk id="4" creationId="{6632F466-709D-F813-C851-5F38AB35BF81}"/>
          </ac:spMkLst>
        </pc:spChg>
        <pc:spChg chg="mod">
          <ac:chgData name="Phan Thanh Duy" userId="7fe205da-551d-4fae-b045-58d66fb40073" providerId="ADAL" clId="{A441D81C-AEF8-464D-902E-B6449B34371D}" dt="2026-10-07T05:46:30.246" v="5367" actId="14100"/>
          <ac:spMkLst>
            <pc:docMk/>
            <pc:sldMk cId="1080243826" sldId="374"/>
            <ac:spMk id="5" creationId="{1DF7CA2C-500F-4FFB-8F28-1AD8DDB887DE}"/>
          </ac:spMkLst>
        </pc:spChg>
        <pc:spChg chg="mod">
          <ac:chgData name="Phan Thanh Duy" userId="7fe205da-551d-4fae-b045-58d66fb40073" providerId="ADAL" clId="{A441D81C-AEF8-464D-902E-B6449B34371D}" dt="2026-10-07T06:47:44.734" v="5526" actId="1076"/>
          <ac:spMkLst>
            <pc:docMk/>
            <pc:sldMk cId="1080243826" sldId="374"/>
            <ac:spMk id="15" creationId="{6316C76D-DA98-A3E7-B10A-130BDA08C2AB}"/>
          </ac:spMkLst>
        </pc:spChg>
        <pc:spChg chg="del mod">
          <ac:chgData name="Phan Thanh Duy" userId="7fe205da-551d-4fae-b045-58d66fb40073" providerId="ADAL" clId="{A441D81C-AEF8-464D-902E-B6449B34371D}" dt="2026-10-07T05:46:16.977" v="5364" actId="478"/>
          <ac:spMkLst>
            <pc:docMk/>
            <pc:sldMk cId="1080243826" sldId="374"/>
            <ac:spMk id="17" creationId="{C1586F5E-17C7-E8B5-9D63-18D774E84B41}"/>
          </ac:spMkLst>
        </pc:spChg>
        <pc:spChg chg="del mod">
          <ac:chgData name="Phan Thanh Duy" userId="7fe205da-551d-4fae-b045-58d66fb40073" providerId="ADAL" clId="{A441D81C-AEF8-464D-902E-B6449B34371D}" dt="2026-10-07T05:46:19.044" v="5365" actId="478"/>
          <ac:spMkLst>
            <pc:docMk/>
            <pc:sldMk cId="1080243826" sldId="374"/>
            <ac:spMk id="19" creationId="{9F971BE3-8118-F2F4-0C14-C4C1FA39499A}"/>
          </ac:spMkLst>
        </pc:spChg>
        <pc:spChg chg="mod">
          <ac:chgData name="Phan Thanh Duy" userId="7fe205da-551d-4fae-b045-58d66fb40073" providerId="ADAL" clId="{A441D81C-AEF8-464D-902E-B6449B34371D}" dt="2026-10-07T05:31:29.430" v="5131" actId="20577"/>
          <ac:spMkLst>
            <pc:docMk/>
            <pc:sldMk cId="1080243826" sldId="374"/>
            <ac:spMk id="23" creationId="{0722A8A5-1BCF-8EEF-4593-0DCF4454F692}"/>
          </ac:spMkLst>
        </pc:spChg>
        <pc:picChg chg="mod">
          <ac:chgData name="Phan Thanh Duy" userId="7fe205da-551d-4fae-b045-58d66fb40073" providerId="ADAL" clId="{A441D81C-AEF8-464D-902E-B6449B34371D}" dt="2026-10-07T05:46:27.259" v="5366" actId="1076"/>
          <ac:picMkLst>
            <pc:docMk/>
            <pc:sldMk cId="1080243826" sldId="374"/>
            <ac:picMk id="8" creationId="{A1A0EC18-05CC-00F0-8550-C2C81823BC56}"/>
          </ac:picMkLst>
        </pc:picChg>
        <pc:picChg chg="del mod">
          <ac:chgData name="Phan Thanh Duy" userId="7fe205da-551d-4fae-b045-58d66fb40073" providerId="ADAL" clId="{A441D81C-AEF8-464D-902E-B6449B34371D}" dt="2026-10-07T05:46:14.989" v="5363" actId="478"/>
          <ac:picMkLst>
            <pc:docMk/>
            <pc:sldMk cId="1080243826" sldId="374"/>
            <ac:picMk id="12" creationId="{77AC07F6-9E2E-CB59-80FF-B52C0CC17A19}"/>
          </ac:picMkLst>
        </pc:picChg>
      </pc:sldChg>
      <pc:sldChg chg="addSp delSp modSp add mod">
        <pc:chgData name="Phan Thanh Duy" userId="7fe205da-551d-4fae-b045-58d66fb40073" providerId="ADAL" clId="{A441D81C-AEF8-464D-902E-B6449B34371D}" dt="2026-10-07T06:54:06.786" v="5569" actId="114"/>
        <pc:sldMkLst>
          <pc:docMk/>
          <pc:sldMk cId="1523349337" sldId="375"/>
        </pc:sldMkLst>
        <pc:spChg chg="add mod">
          <ac:chgData name="Phan Thanh Duy" userId="7fe205da-551d-4fae-b045-58d66fb40073" providerId="ADAL" clId="{A441D81C-AEF8-464D-902E-B6449B34371D}" dt="2026-10-07T05:31:53.723" v="5152"/>
          <ac:spMkLst>
            <pc:docMk/>
            <pc:sldMk cId="1523349337" sldId="375"/>
            <ac:spMk id="2" creationId="{04BBC222-0D1B-B383-6CDD-034A85A198E6}"/>
          </ac:spMkLst>
        </pc:spChg>
        <pc:spChg chg="del">
          <ac:chgData name="Phan Thanh Duy" userId="7fe205da-551d-4fae-b045-58d66fb40073" providerId="ADAL" clId="{A441D81C-AEF8-464D-902E-B6449B34371D}" dt="2026-10-07T05:31:53.348" v="5151" actId="478"/>
          <ac:spMkLst>
            <pc:docMk/>
            <pc:sldMk cId="1523349337" sldId="375"/>
            <ac:spMk id="4" creationId="{54C091DC-B747-0C95-E884-D0B8AAF48596}"/>
          </ac:spMkLst>
        </pc:spChg>
        <pc:spChg chg="del">
          <ac:chgData name="Phan Thanh Duy" userId="7fe205da-551d-4fae-b045-58d66fb40073" providerId="ADAL" clId="{A441D81C-AEF8-464D-902E-B6449B34371D}" dt="2026-10-07T06:44:34.198" v="5469" actId="478"/>
          <ac:spMkLst>
            <pc:docMk/>
            <pc:sldMk cId="1523349337" sldId="375"/>
            <ac:spMk id="5" creationId="{8344B7A9-F89E-D7EF-97D5-BEB9E65DDE1F}"/>
          </ac:spMkLst>
        </pc:spChg>
        <pc:spChg chg="mod">
          <ac:chgData name="Phan Thanh Duy" userId="7fe205da-551d-4fae-b045-58d66fb40073" providerId="ADAL" clId="{A441D81C-AEF8-464D-902E-B6449B34371D}" dt="2026-10-07T05:32:04.516" v="5154" actId="20577"/>
          <ac:spMkLst>
            <pc:docMk/>
            <pc:sldMk cId="1523349337" sldId="375"/>
            <ac:spMk id="14" creationId="{2BF39B33-998D-B57E-E986-FAD4669F5137}"/>
          </ac:spMkLst>
        </pc:spChg>
        <pc:spChg chg="del mod">
          <ac:chgData name="Phan Thanh Duy" userId="7fe205da-551d-4fae-b045-58d66fb40073" providerId="ADAL" clId="{A441D81C-AEF8-464D-902E-B6449B34371D}" dt="2026-10-07T06:44:32.975" v="5468" actId="478"/>
          <ac:spMkLst>
            <pc:docMk/>
            <pc:sldMk cId="1523349337" sldId="375"/>
            <ac:spMk id="15" creationId="{A93307C8-8B6A-AD82-9AB1-5812977D0130}"/>
          </ac:spMkLst>
        </pc:spChg>
        <pc:spChg chg="add del">
          <ac:chgData name="Phan Thanh Duy" userId="7fe205da-551d-4fae-b045-58d66fb40073" providerId="ADAL" clId="{A441D81C-AEF8-464D-902E-B6449B34371D}" dt="2026-10-07T06:44:54.088" v="5477" actId="22"/>
          <ac:spMkLst>
            <pc:docMk/>
            <pc:sldMk cId="1523349337" sldId="375"/>
            <ac:spMk id="16" creationId="{E49D1CE5-C2D5-2F63-1467-C4C0B5456716}"/>
          </ac:spMkLst>
        </pc:spChg>
        <pc:spChg chg="del">
          <ac:chgData name="Phan Thanh Duy" userId="7fe205da-551d-4fae-b045-58d66fb40073" providerId="ADAL" clId="{A441D81C-AEF8-464D-902E-B6449B34371D}" dt="2026-10-07T06:44:59.146" v="5479" actId="478"/>
          <ac:spMkLst>
            <pc:docMk/>
            <pc:sldMk cId="1523349337" sldId="375"/>
            <ac:spMk id="17" creationId="{605BFCA7-ABAA-F400-E8D3-03DBB71C99D9}"/>
          </ac:spMkLst>
        </pc:spChg>
        <pc:spChg chg="add del mod">
          <ac:chgData name="Phan Thanh Duy" userId="7fe205da-551d-4fae-b045-58d66fb40073" providerId="ADAL" clId="{A441D81C-AEF8-464D-902E-B6449B34371D}" dt="2026-10-07T06:54:06.786" v="5569" actId="114"/>
          <ac:spMkLst>
            <pc:docMk/>
            <pc:sldMk cId="1523349337" sldId="375"/>
            <ac:spMk id="19" creationId="{DF7212B1-26B3-3E57-A48B-3159AACFD75C}"/>
          </ac:spMkLst>
        </pc:spChg>
        <pc:spChg chg="add ord">
          <ac:chgData name="Phan Thanh Duy" userId="7fe205da-551d-4fae-b045-58d66fb40073" providerId="ADAL" clId="{A441D81C-AEF8-464D-902E-B6449B34371D}" dt="2026-10-07T06:45:02.320" v="5481" actId="167"/>
          <ac:spMkLst>
            <pc:docMk/>
            <pc:sldMk cId="1523349337" sldId="375"/>
            <ac:spMk id="20" creationId="{1FB77C21-277F-8EB0-7FBC-9CB94295269D}"/>
          </ac:spMkLst>
        </pc:spChg>
        <pc:picChg chg="del mod">
          <ac:chgData name="Phan Thanh Duy" userId="7fe205da-551d-4fae-b045-58d66fb40073" providerId="ADAL" clId="{A441D81C-AEF8-464D-902E-B6449B34371D}" dt="2026-10-07T06:44:32.975" v="5468" actId="478"/>
          <ac:picMkLst>
            <pc:docMk/>
            <pc:sldMk cId="1523349337" sldId="375"/>
            <ac:picMk id="8" creationId="{7EDD1CBF-E52D-248D-5D7C-A22442E9A987}"/>
          </ac:picMkLst>
        </pc:picChg>
        <pc:picChg chg="mod">
          <ac:chgData name="Phan Thanh Duy" userId="7fe205da-551d-4fae-b045-58d66fb40073" providerId="ADAL" clId="{A441D81C-AEF8-464D-902E-B6449B34371D}" dt="2026-10-07T06:44:40.495" v="5472" actId="1076"/>
          <ac:picMkLst>
            <pc:docMk/>
            <pc:sldMk cId="1523349337" sldId="375"/>
            <ac:picMk id="12" creationId="{335F0693-2DC6-5CA1-590D-E64D2A236DDC}"/>
          </ac:picMkLst>
        </pc:picChg>
      </pc:sldChg>
      <pc:sldChg chg="addSp delSp modSp add mod modTransition">
        <pc:chgData name="Phan Thanh Duy" userId="7fe205da-551d-4fae-b045-58d66fb40073" providerId="ADAL" clId="{A441D81C-AEF8-464D-902E-B6449B34371D}" dt="2026-10-07T07:22:48.152" v="6148"/>
        <pc:sldMkLst>
          <pc:docMk/>
          <pc:sldMk cId="2506671115" sldId="376"/>
        </pc:sldMkLst>
        <pc:spChg chg="add ord">
          <ac:chgData name="Phan Thanh Duy" userId="7fe205da-551d-4fae-b045-58d66fb40073" providerId="ADAL" clId="{A441D81C-AEF8-464D-902E-B6449B34371D}" dt="2026-10-07T05:48:21.142" v="5407" actId="167"/>
          <ac:spMkLst>
            <pc:docMk/>
            <pc:sldMk cId="2506671115" sldId="376"/>
            <ac:spMk id="4" creationId="{26B5342A-A97E-6D1F-C223-1F589C518AD3}"/>
          </ac:spMkLst>
        </pc:spChg>
        <pc:spChg chg="del">
          <ac:chgData name="Phan Thanh Duy" userId="7fe205da-551d-4fae-b045-58d66fb40073" providerId="ADAL" clId="{A441D81C-AEF8-464D-902E-B6449B34371D}" dt="2026-10-07T05:48:05.196" v="5402" actId="21"/>
          <ac:spMkLst>
            <pc:docMk/>
            <pc:sldMk cId="2506671115" sldId="376"/>
            <ac:spMk id="5" creationId="{1B9192C0-52EB-BCA0-2CE3-9D616B9C0515}"/>
          </ac:spMkLst>
        </pc:spChg>
        <pc:spChg chg="del">
          <ac:chgData name="Phan Thanh Duy" userId="7fe205da-551d-4fae-b045-58d66fb40073" providerId="ADAL" clId="{A441D81C-AEF8-464D-902E-B6449B34371D}" dt="2026-10-07T05:48:03.562" v="5401" actId="478"/>
          <ac:spMkLst>
            <pc:docMk/>
            <pc:sldMk cId="2506671115" sldId="376"/>
            <ac:spMk id="15" creationId="{39B9A973-0820-35A2-E09D-012FBE6947C8}"/>
          </ac:spMkLst>
        </pc:spChg>
        <pc:spChg chg="del">
          <ac:chgData name="Phan Thanh Duy" userId="7fe205da-551d-4fae-b045-58d66fb40073" providerId="ADAL" clId="{A441D81C-AEF8-464D-902E-B6449B34371D}" dt="2026-10-07T05:48:14.361" v="5405" actId="478"/>
          <ac:spMkLst>
            <pc:docMk/>
            <pc:sldMk cId="2506671115" sldId="376"/>
            <ac:spMk id="17" creationId="{26855E00-FCED-C988-2FC2-56ADF3DE4F15}"/>
          </ac:spMkLst>
        </pc:spChg>
        <pc:spChg chg="mod">
          <ac:chgData name="Phan Thanh Duy" userId="7fe205da-551d-4fae-b045-58d66fb40073" providerId="ADAL" clId="{A441D81C-AEF8-464D-902E-B6449B34371D}" dt="2026-10-07T06:53:56.762" v="5565" actId="114"/>
          <ac:spMkLst>
            <pc:docMk/>
            <pc:sldMk cId="2506671115" sldId="376"/>
            <ac:spMk id="19" creationId="{35A166A0-4585-33EA-2927-FD1865CFCA08}"/>
          </ac:spMkLst>
        </pc:spChg>
        <pc:picChg chg="del">
          <ac:chgData name="Phan Thanh Duy" userId="7fe205da-551d-4fae-b045-58d66fb40073" providerId="ADAL" clId="{A441D81C-AEF8-464D-902E-B6449B34371D}" dt="2026-10-07T05:48:03.562" v="5401" actId="478"/>
          <ac:picMkLst>
            <pc:docMk/>
            <pc:sldMk cId="2506671115" sldId="376"/>
            <ac:picMk id="8" creationId="{002E9E7B-59AF-9FC8-39A1-CFDB7616A91F}"/>
          </ac:picMkLst>
        </pc:picChg>
        <pc:picChg chg="mod">
          <ac:chgData name="Phan Thanh Duy" userId="7fe205da-551d-4fae-b045-58d66fb40073" providerId="ADAL" clId="{A441D81C-AEF8-464D-902E-B6449B34371D}" dt="2026-10-07T05:48:09.217" v="5403" actId="1076"/>
          <ac:picMkLst>
            <pc:docMk/>
            <pc:sldMk cId="2506671115" sldId="376"/>
            <ac:picMk id="12" creationId="{0B13B044-7E31-84B0-9B0D-DF1165572772}"/>
          </ac:picMkLst>
        </pc:picChg>
      </pc:sldChg>
      <pc:sldChg chg="addSp delSp modSp add mod ord">
        <pc:chgData name="Phan Thanh Duy" userId="7fe205da-551d-4fae-b045-58d66fb40073" providerId="ADAL" clId="{A441D81C-AEF8-464D-902E-B6449B34371D}" dt="2026-10-07T06:54:01.517" v="5566" actId="114"/>
        <pc:sldMkLst>
          <pc:docMk/>
          <pc:sldMk cId="1462835033" sldId="377"/>
        </pc:sldMkLst>
        <pc:spChg chg="add ord">
          <ac:chgData name="Phan Thanh Duy" userId="7fe205da-551d-4fae-b045-58d66fb40073" providerId="ADAL" clId="{A441D81C-AEF8-464D-902E-B6449B34371D}" dt="2026-10-07T05:50:35.156" v="5432" actId="167"/>
          <ac:spMkLst>
            <pc:docMk/>
            <pc:sldMk cId="1462835033" sldId="377"/>
            <ac:spMk id="4" creationId="{94417F85-38D3-31C9-98FD-2763211A55C0}"/>
          </ac:spMkLst>
        </pc:spChg>
        <pc:spChg chg="del">
          <ac:chgData name="Phan Thanh Duy" userId="7fe205da-551d-4fae-b045-58d66fb40073" providerId="ADAL" clId="{A441D81C-AEF8-464D-902E-B6449B34371D}" dt="2026-10-07T05:50:32.481" v="5430" actId="478"/>
          <ac:spMkLst>
            <pc:docMk/>
            <pc:sldMk cId="1462835033" sldId="377"/>
            <ac:spMk id="5" creationId="{15C86A4A-6EF7-D33E-AE77-16F359253AA1}"/>
          </ac:spMkLst>
        </pc:spChg>
        <pc:spChg chg="mod">
          <ac:chgData name="Phan Thanh Duy" userId="7fe205da-551d-4fae-b045-58d66fb40073" providerId="ADAL" clId="{A441D81C-AEF8-464D-902E-B6449B34371D}" dt="2026-10-07T06:54:01.517" v="5566" actId="114"/>
          <ac:spMkLst>
            <pc:docMk/>
            <pc:sldMk cId="1462835033" sldId="377"/>
            <ac:spMk id="15" creationId="{7F20C12E-36AC-0FA3-A91E-EE84CA80E12B}"/>
          </ac:spMkLst>
        </pc:spChg>
        <pc:spChg chg="del">
          <ac:chgData name="Phan Thanh Duy" userId="7fe205da-551d-4fae-b045-58d66fb40073" providerId="ADAL" clId="{A441D81C-AEF8-464D-902E-B6449B34371D}" dt="2026-10-07T05:50:17.589" v="5425" actId="478"/>
          <ac:spMkLst>
            <pc:docMk/>
            <pc:sldMk cId="1462835033" sldId="377"/>
            <ac:spMk id="17" creationId="{48DE7871-DBFC-DA97-5646-9E95A8461C31}"/>
          </ac:spMkLst>
        </pc:spChg>
        <pc:spChg chg="del">
          <ac:chgData name="Phan Thanh Duy" userId="7fe205da-551d-4fae-b045-58d66fb40073" providerId="ADAL" clId="{A441D81C-AEF8-464D-902E-B6449B34371D}" dt="2026-10-07T05:50:19.580" v="5426" actId="478"/>
          <ac:spMkLst>
            <pc:docMk/>
            <pc:sldMk cId="1462835033" sldId="377"/>
            <ac:spMk id="19" creationId="{71586C00-C15E-CA29-9C84-87B5487A216F}"/>
          </ac:spMkLst>
        </pc:spChg>
        <pc:picChg chg="mod">
          <ac:chgData name="Phan Thanh Duy" userId="7fe205da-551d-4fae-b045-58d66fb40073" providerId="ADAL" clId="{A441D81C-AEF8-464D-902E-B6449B34371D}" dt="2026-10-07T05:50:27.877" v="5429" actId="1076"/>
          <ac:picMkLst>
            <pc:docMk/>
            <pc:sldMk cId="1462835033" sldId="377"/>
            <ac:picMk id="8" creationId="{27886ED8-0DBE-7BB0-15F2-73E35D50CECF}"/>
          </ac:picMkLst>
        </pc:picChg>
        <pc:picChg chg="del">
          <ac:chgData name="Phan Thanh Duy" userId="7fe205da-551d-4fae-b045-58d66fb40073" providerId="ADAL" clId="{A441D81C-AEF8-464D-902E-B6449B34371D}" dt="2026-10-07T05:50:17.589" v="5425" actId="478"/>
          <ac:picMkLst>
            <pc:docMk/>
            <pc:sldMk cId="1462835033" sldId="377"/>
            <ac:picMk id="12" creationId="{1E22D457-0BFB-077C-99AB-E45B175DABD7}"/>
          </ac:picMkLst>
        </pc:picChg>
      </pc:sldChg>
      <pc:sldChg chg="modSp add mod">
        <pc:chgData name="Phan Thanh Duy" userId="7fe205da-551d-4fae-b045-58d66fb40073" providerId="ADAL" clId="{A441D81C-AEF8-464D-902E-B6449B34371D}" dt="2026-10-07T07:07:27.317" v="6008" actId="20577"/>
        <pc:sldMkLst>
          <pc:docMk/>
          <pc:sldMk cId="2179496159" sldId="378"/>
        </pc:sldMkLst>
        <pc:spChg chg="mod">
          <ac:chgData name="Phan Thanh Duy" userId="7fe205da-551d-4fae-b045-58d66fb40073" providerId="ADAL" clId="{A441D81C-AEF8-464D-902E-B6449B34371D}" dt="2026-10-07T07:06:31.438" v="5977" actId="20577"/>
          <ac:spMkLst>
            <pc:docMk/>
            <pc:sldMk cId="2179496159" sldId="378"/>
            <ac:spMk id="1112" creationId="{7DDD80B4-22EF-4FA6-30B5-117798892330}"/>
          </ac:spMkLst>
        </pc:spChg>
        <pc:spChg chg="mod">
          <ac:chgData name="Phan Thanh Duy" userId="7fe205da-551d-4fae-b045-58d66fb40073" providerId="ADAL" clId="{A441D81C-AEF8-464D-902E-B6449B34371D}" dt="2026-10-07T07:07:27.317" v="6008" actId="20577"/>
          <ac:spMkLst>
            <pc:docMk/>
            <pc:sldMk cId="2179496159" sldId="378"/>
            <ac:spMk id="1113" creationId="{7276B23B-D7C9-2ED1-22DC-44DBC5105ACD}"/>
          </ac:spMkLst>
        </pc:spChg>
      </pc:sldChg>
      <pc:sldMasterChg chg="delSldLayout">
        <pc:chgData name="Phan Thanh Duy" userId="7fe205da-551d-4fae-b045-58d66fb40073" providerId="ADAL" clId="{A441D81C-AEF8-464D-902E-B6449B34371D}" dt="2026-10-06T16:19:05.043" v="4245" actId="47"/>
        <pc:sldMasterMkLst>
          <pc:docMk/>
          <pc:sldMasterMk cId="0" sldId="2147483673"/>
        </pc:sldMasterMkLst>
        <pc:sldLayoutChg chg="del">
          <pc:chgData name="Phan Thanh Duy" userId="7fe205da-551d-4fae-b045-58d66fb40073" providerId="ADAL" clId="{A441D81C-AEF8-464D-902E-B6449B34371D}" dt="2026-10-06T16:18:23.243" v="4239" actId="47"/>
          <pc:sldLayoutMkLst>
            <pc:docMk/>
            <pc:sldMasterMk cId="0" sldId="2147483673"/>
            <pc:sldLayoutMk cId="0" sldId="2147483650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51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2"/>
          </pc:sldLayoutMkLst>
        </pc:sldLayoutChg>
        <pc:sldLayoutChg chg="del">
          <pc:chgData name="Phan Thanh Duy" userId="7fe205da-551d-4fae-b045-58d66fb40073" providerId="ADAL" clId="{A441D81C-AEF8-464D-902E-B6449B34371D}" dt="2026-10-06T16:18:26.018" v="4240" actId="47"/>
          <pc:sldLayoutMkLst>
            <pc:docMk/>
            <pc:sldMasterMk cId="0" sldId="2147483673"/>
            <pc:sldLayoutMk cId="0" sldId="2147483653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4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5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56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7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0"/>
          </pc:sldLayoutMkLst>
        </pc:sldLayoutChg>
        <pc:sldLayoutChg chg="del">
          <pc:chgData name="Phan Thanh Duy" userId="7fe205da-551d-4fae-b045-58d66fb40073" providerId="ADAL" clId="{A441D81C-AEF8-464D-902E-B6449B34371D}" dt="2026-10-06T16:19:05.043" v="4245" actId="47"/>
          <pc:sldLayoutMkLst>
            <pc:docMk/>
            <pc:sldMasterMk cId="0" sldId="2147483673"/>
            <pc:sldLayoutMk cId="0" sldId="2147483661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5"/>
          </pc:sldLayoutMkLst>
        </pc:sldLayoutChg>
        <pc:sldLayoutChg chg="del">
          <pc:chgData name="Phan Thanh Duy" userId="7fe205da-551d-4fae-b045-58d66fb40073" providerId="ADAL" clId="{A441D81C-AEF8-464D-902E-B6449B34371D}" dt="2026-10-06T16:18:27.594" v="4241" actId="47"/>
          <pc:sldLayoutMkLst>
            <pc:docMk/>
            <pc:sldMasterMk cId="0" sldId="2147483673"/>
            <pc:sldLayoutMk cId="0" sldId="2147483666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7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68"/>
          </pc:sldLayoutMkLst>
        </pc:sldLayoutChg>
      </pc:sldMasterChg>
      <pc:sldMasterChg chg="del delSldLayout">
        <pc:chgData name="Phan Thanh Duy" userId="7fe205da-551d-4fae-b045-58d66fb40073" providerId="ADAL" clId="{A441D81C-AEF8-464D-902E-B6449B34371D}" dt="2026-10-06T16:18:19.872" v="4238" actId="47"/>
        <pc:sldMasterMkLst>
          <pc:docMk/>
          <pc:sldMasterMk cId="0" sldId="2147483674"/>
        </pc:sldMasterMkLst>
        <pc:sldLayoutChg chg="del">
          <pc:chgData name="Phan Thanh Duy" userId="7fe205da-551d-4fae-b045-58d66fb40073" providerId="ADAL" clId="{A441D81C-AEF8-464D-902E-B6449B34371D}" dt="2026-10-06T16:18:19.872" v="4238" actId="47"/>
          <pc:sldLayoutMkLst>
            <pc:docMk/>
            <pc:sldMasterMk cId="0" sldId="2147483674"/>
            <pc:sldLayoutMk cId="0" sldId="2147483671"/>
          </pc:sldLayoutMkLst>
        </pc:sldLayoutChg>
        <pc:sldLayoutChg chg="del">
          <pc:chgData name="Phan Thanh Duy" userId="7fe205da-551d-4fae-b045-58d66fb40073" providerId="ADAL" clId="{A441D81C-AEF8-464D-902E-B6449B34371D}" dt="2026-10-06T16:18:19.872" v="4238" actId="47"/>
          <pc:sldLayoutMkLst>
            <pc:docMk/>
            <pc:sldMasterMk cId="0" sldId="2147483674"/>
            <pc:sldLayoutMk cId="0" sldId="214748367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11f682941b8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1" name="Google Shape;921;g11f682941b8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g11f3b086d1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2" name="Google Shape;982;g11f3b086d1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1633E753-E83C-D42D-AA5C-CB8D418F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292EB90-BB61-D1AD-ABCA-798B1AC69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853CED0-CDB5-9371-6819-CE0D08D2D5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8238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7EE4D9E-7E9F-9469-6463-D0FFEE18C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C563766-A364-392B-480D-F3468EA63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3FF14F9-5026-8B80-C86A-D12596D3F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12965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45EF57A-DA80-957C-ED40-7CF898358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E68F10F3-2476-268D-8CD3-5C8F08E0E6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2D3A457-7405-DB4C-E7B0-A4A7443D5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35159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9A64F5E-3C91-A502-221F-98435670F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CA201030-463C-4933-23FC-E5405C7A2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69CE23F-7945-B22E-1A85-6FD540EB0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2077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81E636CD-74AC-6FB8-FB65-31476B5A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1FC63BB-6A56-8C39-F3B3-1AAF6E3EB7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35A30DE-61D5-B371-D79B-EF1BF2FC59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2637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0F658EC-4ABE-D046-E27B-5EBA3F858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1E8AA75-B95C-C22F-4AEB-480E70AA9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6CB9877-8151-71E6-237F-699A616AFD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84060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378926D-E29C-FC27-26B8-FC6ABEB2A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974F2D0-B3A5-4353-C143-79BCC8018E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A8B6C74-E4AE-AEA4-EAA2-1806B439F7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50509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036FF75F-1EC9-5654-5ED0-4F8A3E55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50D6A01-C937-0360-C56D-9951FD08B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5106767-C795-7B51-3C81-0C7DB64CDD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5814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B9213D6-71CB-50A9-E95C-122AC89D9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341EA40-D4E9-7D07-84EE-1BD2E33AA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D0885D6-4D32-E606-19E1-409AF79C08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4210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895FB98-725D-0FF0-26DF-D0A285366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BBC706F-EA7C-2B54-26A9-F99216A859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BB3E8BB-AFF3-B9C5-8C6C-46D9CD8759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8043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CB0C25F-AC06-C40D-01C5-57439A5B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F65599F-36A1-30C5-5B28-6FF34C5CAD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9E6A217-2D8D-AFF3-24BD-6C2AC369B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761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7D2925A3-208C-142C-9556-93634E7C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94C9A2E-65AA-D71E-1C58-D5E3D2F53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AD26C59-BC01-CA4D-6D6E-023A8BDFEB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6443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6794879-8863-B667-5FC1-6DBF15FC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408C243-C212-A69C-0830-113C1EB070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8B9213FD-C947-B67C-FF33-01FA11BC0C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75120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5C9B86D-5F19-81E0-F013-6F39B5DA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940D2B6-A23E-07B8-0977-8612B1888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C7E9EF34-2C30-118F-B9E7-E9D6049811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671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0A649B70-3CD3-5429-3F87-041FEBD2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206789F2-E490-FF95-649A-C2A5698AE9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115D8152-ADCD-8EF7-0027-0177F376D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88373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CE8F0A6-A0C1-8D6B-BC81-ACB7707E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32AFA8F-3915-170C-C4A2-09ED05CF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FC0D442-4DF2-83BA-DAA1-E3BFEF7530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87209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91D1DFF-9843-A03F-42EB-1A525EDF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CB27654-AED4-1895-5F28-B90E6E5FB4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DB2005F-C3CF-40AA-55BB-9165128405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1258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4EBECD1-B1BE-2D10-4803-7C9FE935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0011779-BE23-50A6-55F2-3BC3C2D692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531F0D2-04B0-1A9E-9219-F1F283966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11738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5B0EF499-A72E-9F17-DC50-31FD0A68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E822E003-06EF-4E16-B9F7-7E41AC350B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45CB6620-2F8C-81DE-B96F-14446E322D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33333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B142CBD-AAD8-3ABA-3A57-B45D92996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0F4CC2F-B46F-794C-C4CD-AF2BE7D75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47A3ABBC-AF08-5611-7C44-D4C4926F3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70993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74EC9B2-2751-06FA-0BEB-EE831E40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6286481-3CBD-DFFE-EF45-CAC9AA0890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91127DD-6752-1000-444E-D2812F06BD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05555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0B1BF67-33AB-9148-5854-6FCF77091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89FDDFB-0777-88C1-7B71-4DF9710DE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25A0C07-AA41-7898-33F0-5DDD483E1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27888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77AE517-A5FE-70CD-1C00-4E0089AAB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AD02A78-686A-6A90-3B8C-C639D5F3A0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82F1B6F-C584-7684-9AB6-A9228D635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961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BC546FF9-7D7A-FD8A-48B1-B237F75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23D74BB-AE2C-D3B4-3161-296DB6F46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0561F44-D5FF-4767-0B01-0A80373B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42947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24F4495B-F8D1-8CA7-96C3-029773C12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991EE2B-521D-10C9-AA49-39D2C79C7E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9D58701-D8F9-6062-90BE-2F380BEEB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4697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6034E62-857F-3197-4145-F39121FA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E97E5F8-8BBC-887D-AB1C-5EC348B7C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9B67BD5-EE7C-5FFA-3971-E3014330B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29862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7BCF1CB-A5FB-54CD-1C24-5C2B344FD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4C539FD-CAA7-66B4-A1D9-73202B604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715D403F-7EE3-70D9-0644-DBEDEC6A2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09754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07E53CF-F22B-51CC-76C4-23F0C100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2914A28-F166-BC2C-1ACA-F93162AFF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AFC2073-0BCE-9B41-2DF7-16D2D9597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78691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88F17D75-1DB2-E7E2-D4C3-DAB14943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AFAE3E38-A5E0-93C9-AD26-F1D3354822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D18D5ABE-476D-EE77-FBE3-FBFE65316C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54373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586BF7F8-A2BA-5455-FCB0-9DB36D4D4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FDABE60-6024-85D3-229B-F01DA2468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56F2EC0-9E41-855A-310E-F2C6CF29F2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38396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0452756-B41C-31A5-D783-0197EA79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DFA6550B-E7F3-D416-E3A9-0927BB70BB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D268E2FE-7D74-E84E-456F-C54D037EA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6499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FEA27CC-2709-A2B9-29CC-11CF0729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601EF48-55A8-D824-8BE7-3DB97E6D5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D92F467D-ACA2-CC3F-ADAA-238CC7155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289932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BCED7BA-C2ED-242F-5963-8A87EE7A0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4CE0ADDD-8C3F-3B61-04AC-125F70C15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3E25418-4766-DD82-D46F-30EA3682B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3211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3453C2B-8E6F-B3C9-5729-E59622653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E9420ED-BF02-E4C0-292C-F5C926A8A1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D4CE5AB-F7A7-7939-D35D-99EC609A42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050366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0D6887C-3001-819B-F9D3-18C808770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8E4E673-CA91-4635-F6A2-30AA12F17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DB49CBB-997A-A8CA-E195-DAF5E1A7D7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55850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C208488-CD81-405A-FD3C-90B3FAF0A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8221487-6CF7-8B64-1334-71AD0B7547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B18E5E2-B83F-4B7C-41A6-3E81A1D470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39055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D3287343-E12A-88D7-A351-15B0BB7A9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51E9FC6-B45E-500D-0A73-64A868A0F2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F21153E-8B87-C418-80A1-BF5F2929DE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0113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940A270-20F9-1CF3-287C-A80FC979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2921DB8-B1BE-F24C-DDAC-4D18A4B47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EB5B7F0A-8C8E-A10D-F207-D61D8E663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271179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4CE365A-3A42-020E-C776-069807D3B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245791B-AD35-D3A9-BBA4-91DF0AAA4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710F360-6175-9C7F-6E1D-53D5088C0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29888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1B28901-C19D-0628-8AAE-346534E18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375BC60-CDE2-C034-9238-5EA08071A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B105B6B-550A-3839-9829-429221649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21086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6A3E5B3-8604-C9F8-0285-F0576AD67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D639E9C3-C319-8E33-FCE0-047BECDC3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2FF8F99-D80A-1249-57BA-5C71644B36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281219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0A2552A9-583F-0165-7707-ED13224B1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C16B58BD-5079-5C27-47A6-28FC82DA3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D48BE58-D9D1-25E6-66AD-4FA46CD74B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203959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0AA6D21-64D9-9B51-412E-32389DA00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17E3650-4514-F599-3C4C-B232F05C5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992CE52-DF9D-C724-2261-81420957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76398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1DFA96B6-655F-38DC-AFBA-8C2E2609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FF678922-2ECE-99D7-E236-D437D5FEC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8145E5F7-4059-C090-8C3B-43E010E89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591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1efcb08b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1efcb08b7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g11efcb08b7f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5" name="Google Shape;1495;g11efcb08b7f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 flipH="1">
            <a:off x="743325" y="1454185"/>
            <a:ext cx="6952800" cy="13395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flipH="1">
            <a:off x="743375" y="3242315"/>
            <a:ext cx="6952800" cy="447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 flipH="1">
            <a:off x="3452019" y="-348332"/>
            <a:ext cx="1019565" cy="1290805"/>
            <a:chOff x="-4017975" y="-49702"/>
            <a:chExt cx="1162825" cy="1472177"/>
          </a:xfrm>
        </p:grpSpPr>
        <p:sp>
          <p:nvSpPr>
            <p:cNvPr id="12" name="Google Shape;12;p2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9;p2"/>
          <p:cNvGrpSpPr/>
          <p:nvPr/>
        </p:nvGrpSpPr>
        <p:grpSpPr>
          <a:xfrm flipH="1">
            <a:off x="8425338" y="2120543"/>
            <a:ext cx="1938846" cy="1720830"/>
            <a:chOff x="-1873362" y="2120543"/>
            <a:chExt cx="1938846" cy="1720830"/>
          </a:xfrm>
        </p:grpSpPr>
        <p:sp>
          <p:nvSpPr>
            <p:cNvPr id="20" name="Google Shape;20;p2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 flipH="1">
            <a:off x="-1155987" y="-912707"/>
            <a:ext cx="1938846" cy="1720830"/>
            <a:chOff x="-1873362" y="2120543"/>
            <a:chExt cx="1938846" cy="1720830"/>
          </a:xfrm>
        </p:grpSpPr>
        <p:sp>
          <p:nvSpPr>
            <p:cNvPr id="40" name="Google Shape;40;p2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59;p2"/>
          <p:cNvGrpSpPr/>
          <p:nvPr/>
        </p:nvGrpSpPr>
        <p:grpSpPr>
          <a:xfrm flipH="1">
            <a:off x="6857372" y="-188512"/>
            <a:ext cx="1516025" cy="1489525"/>
            <a:chOff x="-3888525" y="-3012325"/>
            <a:chExt cx="1516025" cy="1489525"/>
          </a:xfrm>
        </p:grpSpPr>
        <p:sp>
          <p:nvSpPr>
            <p:cNvPr id="60" name="Google Shape;60;p2"/>
            <p:cNvSpPr/>
            <p:nvPr/>
          </p:nvSpPr>
          <p:spPr>
            <a:xfrm>
              <a:off x="-3076125" y="-3012325"/>
              <a:ext cx="38525" cy="38250"/>
            </a:xfrm>
            <a:custGeom>
              <a:avLst/>
              <a:gdLst/>
              <a:ahLst/>
              <a:cxnLst/>
              <a:rect l="l" t="t" r="r" b="b"/>
              <a:pathLst>
                <a:path w="1541" h="1530" extrusionOk="0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-3648325" y="-2918425"/>
              <a:ext cx="523950" cy="509300"/>
            </a:xfrm>
            <a:custGeom>
              <a:avLst/>
              <a:gdLst/>
              <a:ahLst/>
              <a:cxnLst/>
              <a:rect l="l" t="t" r="r" b="b"/>
              <a:pathLst>
                <a:path w="20958" h="20372" extrusionOk="0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-3742350" y="-2353475"/>
              <a:ext cx="53025" cy="38650"/>
            </a:xfrm>
            <a:custGeom>
              <a:avLst/>
              <a:gdLst/>
              <a:ahLst/>
              <a:cxnLst/>
              <a:rect l="l" t="t" r="r" b="b"/>
              <a:pathLst>
                <a:path w="2121" h="1546" extrusionOk="0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-3719475" y="-2483300"/>
              <a:ext cx="547675" cy="547050"/>
            </a:xfrm>
            <a:custGeom>
              <a:avLst/>
              <a:gdLst/>
              <a:ahLst/>
              <a:cxnLst/>
              <a:rect l="l" t="t" r="r" b="b"/>
              <a:pathLst>
                <a:path w="21907" h="21882" extrusionOk="0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-3888525" y="-2128825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-3626300" y="-1680825"/>
              <a:ext cx="184175" cy="158025"/>
            </a:xfrm>
            <a:custGeom>
              <a:avLst/>
              <a:gdLst/>
              <a:ahLst/>
              <a:cxnLst/>
              <a:rect l="l" t="t" r="r" b="b"/>
              <a:pathLst>
                <a:path w="7367" h="6321" extrusionOk="0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-3559050" y="-1636200"/>
              <a:ext cx="76175" cy="68900"/>
            </a:xfrm>
            <a:custGeom>
              <a:avLst/>
              <a:gdLst/>
              <a:ahLst/>
              <a:cxnLst/>
              <a:rect l="l" t="t" r="r" b="b"/>
              <a:pathLst>
                <a:path w="3047" h="2756" extrusionOk="0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-3151175" y="-2605875"/>
              <a:ext cx="752125" cy="750250"/>
            </a:xfrm>
            <a:custGeom>
              <a:avLst/>
              <a:gdLst/>
              <a:ahLst/>
              <a:cxnLst/>
              <a:rect l="l" t="t" r="r" b="b"/>
              <a:pathLst>
                <a:path w="30085" h="30010" extrusionOk="0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-2704800" y="-24610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-2435025" y="-2631025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-3175450" y="-1887725"/>
              <a:ext cx="56675" cy="56925"/>
            </a:xfrm>
            <a:custGeom>
              <a:avLst/>
              <a:gdLst/>
              <a:ahLst/>
              <a:cxnLst/>
              <a:rect l="l" t="t" r="r" b="b"/>
              <a:pathLst>
                <a:path w="2267" h="2277" extrusionOk="0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>
            <a:spLocks noGrp="1"/>
          </p:cNvSpPr>
          <p:nvPr>
            <p:ph type="title" hasCustomPrompt="1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  <a:noFill/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0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9pPr>
          </a:lstStyle>
          <a:p>
            <a:r>
              <a:t>xx%</a:t>
            </a:r>
          </a:p>
        </p:txBody>
      </p:sp>
      <p:sp>
        <p:nvSpPr>
          <p:cNvPr id="73" name="Google Shape;73;p3"/>
          <p:cNvSpPr txBox="1">
            <a:spLocks noGrp="1"/>
          </p:cNvSpPr>
          <p:nvPr>
            <p:ph type="title" idx="2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latin typeface="Jost"/>
                <a:ea typeface="Jost"/>
                <a:cs typeface="Jost"/>
                <a:sym typeface="Jos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74" name="Google Shape;74;p3"/>
          <p:cNvSpPr txBox="1">
            <a:spLocks noGrp="1"/>
          </p:cNvSpPr>
          <p:nvPr>
            <p:ph type="subTitle" idx="1"/>
          </p:nvPr>
        </p:nvSpPr>
        <p:spPr>
          <a:xfrm>
            <a:off x="2598875" y="3643263"/>
            <a:ext cx="3946500" cy="712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grpSp>
        <p:nvGrpSpPr>
          <p:cNvPr id="75" name="Google Shape;75;p3"/>
          <p:cNvGrpSpPr/>
          <p:nvPr/>
        </p:nvGrpSpPr>
        <p:grpSpPr>
          <a:xfrm flipH="1">
            <a:off x="7451744" y="244568"/>
            <a:ext cx="1019565" cy="1290805"/>
            <a:chOff x="-4017975" y="-49702"/>
            <a:chExt cx="1162825" cy="1472177"/>
          </a:xfrm>
        </p:grpSpPr>
        <p:sp>
          <p:nvSpPr>
            <p:cNvPr id="76" name="Google Shape;76;p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" name="Google Shape;83;p3"/>
          <p:cNvGrpSpPr/>
          <p:nvPr/>
        </p:nvGrpSpPr>
        <p:grpSpPr>
          <a:xfrm flipH="1">
            <a:off x="2648022" y="-702112"/>
            <a:ext cx="1516025" cy="1489525"/>
            <a:chOff x="-3888525" y="-3012325"/>
            <a:chExt cx="1516025" cy="1489525"/>
          </a:xfrm>
        </p:grpSpPr>
        <p:sp>
          <p:nvSpPr>
            <p:cNvPr id="84" name="Google Shape;84;p3"/>
            <p:cNvSpPr/>
            <p:nvPr/>
          </p:nvSpPr>
          <p:spPr>
            <a:xfrm>
              <a:off x="-3076125" y="-3012325"/>
              <a:ext cx="38525" cy="38250"/>
            </a:xfrm>
            <a:custGeom>
              <a:avLst/>
              <a:gdLst/>
              <a:ahLst/>
              <a:cxnLst/>
              <a:rect l="l" t="t" r="r" b="b"/>
              <a:pathLst>
                <a:path w="1541" h="1530" extrusionOk="0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-3648325" y="-2918425"/>
              <a:ext cx="523950" cy="509300"/>
            </a:xfrm>
            <a:custGeom>
              <a:avLst/>
              <a:gdLst/>
              <a:ahLst/>
              <a:cxnLst/>
              <a:rect l="l" t="t" r="r" b="b"/>
              <a:pathLst>
                <a:path w="20958" h="20372" extrusionOk="0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-3742350" y="-2353475"/>
              <a:ext cx="53025" cy="38650"/>
            </a:xfrm>
            <a:custGeom>
              <a:avLst/>
              <a:gdLst/>
              <a:ahLst/>
              <a:cxnLst/>
              <a:rect l="l" t="t" r="r" b="b"/>
              <a:pathLst>
                <a:path w="2121" h="1546" extrusionOk="0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-3719475" y="-2483300"/>
              <a:ext cx="547675" cy="547050"/>
            </a:xfrm>
            <a:custGeom>
              <a:avLst/>
              <a:gdLst/>
              <a:ahLst/>
              <a:cxnLst/>
              <a:rect l="l" t="t" r="r" b="b"/>
              <a:pathLst>
                <a:path w="21907" h="21882" extrusionOk="0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-3888525" y="-2128825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-3626300" y="-1680825"/>
              <a:ext cx="184175" cy="158025"/>
            </a:xfrm>
            <a:custGeom>
              <a:avLst/>
              <a:gdLst/>
              <a:ahLst/>
              <a:cxnLst/>
              <a:rect l="l" t="t" r="r" b="b"/>
              <a:pathLst>
                <a:path w="7367" h="6321" extrusionOk="0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3559050" y="-1636200"/>
              <a:ext cx="76175" cy="68900"/>
            </a:xfrm>
            <a:custGeom>
              <a:avLst/>
              <a:gdLst/>
              <a:ahLst/>
              <a:cxnLst/>
              <a:rect l="l" t="t" r="r" b="b"/>
              <a:pathLst>
                <a:path w="3047" h="2756" extrusionOk="0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-3151175" y="-2605875"/>
              <a:ext cx="752125" cy="750250"/>
            </a:xfrm>
            <a:custGeom>
              <a:avLst/>
              <a:gdLst/>
              <a:ahLst/>
              <a:cxnLst/>
              <a:rect l="l" t="t" r="r" b="b"/>
              <a:pathLst>
                <a:path w="30085" h="30010" extrusionOk="0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-2704800" y="-24610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-2435025" y="-2631025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-3175450" y="-1887725"/>
              <a:ext cx="56675" cy="56925"/>
            </a:xfrm>
            <a:custGeom>
              <a:avLst/>
              <a:gdLst/>
              <a:ahLst/>
              <a:cxnLst/>
              <a:rect l="l" t="t" r="r" b="b"/>
              <a:pathLst>
                <a:path w="2267" h="2277" extrusionOk="0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" name="Google Shape;95;p3"/>
          <p:cNvGrpSpPr/>
          <p:nvPr/>
        </p:nvGrpSpPr>
        <p:grpSpPr>
          <a:xfrm flipH="1">
            <a:off x="579363" y="3923368"/>
            <a:ext cx="1938846" cy="1720830"/>
            <a:chOff x="-1873362" y="2120543"/>
            <a:chExt cx="1938846" cy="1720830"/>
          </a:xfrm>
        </p:grpSpPr>
        <p:sp>
          <p:nvSpPr>
            <p:cNvPr id="96" name="Google Shape;96;p3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3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3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3"/>
          <p:cNvGrpSpPr/>
          <p:nvPr/>
        </p:nvGrpSpPr>
        <p:grpSpPr>
          <a:xfrm flipH="1">
            <a:off x="-1155987" y="-338232"/>
            <a:ext cx="1938846" cy="1720830"/>
            <a:chOff x="-1873362" y="2120543"/>
            <a:chExt cx="1938846" cy="1720830"/>
          </a:xfrm>
        </p:grpSpPr>
        <p:sp>
          <p:nvSpPr>
            <p:cNvPr id="116" name="Google Shape;116;p3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3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1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033550" y="1377577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3" name="Google Shape;423;p13"/>
          <p:cNvSpPr txBox="1">
            <a:spLocks noGrp="1"/>
          </p:cNvSpPr>
          <p:nvPr>
            <p:ph type="subTitle" idx="1"/>
          </p:nvPr>
        </p:nvSpPr>
        <p:spPr>
          <a:xfrm>
            <a:off x="1033550" y="2480675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4" name="Google Shape;424;p13"/>
          <p:cNvSpPr txBox="1">
            <a:spLocks noGrp="1"/>
          </p:cNvSpPr>
          <p:nvPr>
            <p:ph type="subTitle" idx="3"/>
          </p:nvPr>
        </p:nvSpPr>
        <p:spPr>
          <a:xfrm>
            <a:off x="1033550" y="1945416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1033525" y="3039450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5"/>
          </p:nvPr>
        </p:nvSpPr>
        <p:spPr>
          <a:xfrm>
            <a:off x="1033550" y="4167677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6"/>
          </p:nvPr>
        </p:nvSpPr>
        <p:spPr>
          <a:xfrm>
            <a:off x="1033550" y="3613450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title" idx="7" hasCustomPrompt="1"/>
          </p:nvPr>
        </p:nvSpPr>
        <p:spPr>
          <a:xfrm flipH="1">
            <a:off x="7169950" y="1377578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9" name="Google Shape;429;p13"/>
          <p:cNvSpPr txBox="1">
            <a:spLocks noGrp="1"/>
          </p:cNvSpPr>
          <p:nvPr>
            <p:ph type="subTitle" idx="8"/>
          </p:nvPr>
        </p:nvSpPr>
        <p:spPr>
          <a:xfrm>
            <a:off x="5474325" y="2480675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9"/>
          </p:nvPr>
        </p:nvSpPr>
        <p:spPr>
          <a:xfrm>
            <a:off x="4917550" y="1945416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title" idx="13" hasCustomPrompt="1"/>
          </p:nvPr>
        </p:nvSpPr>
        <p:spPr>
          <a:xfrm flipH="1">
            <a:off x="7169950" y="3039450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32" name="Google Shape;432;p13"/>
          <p:cNvSpPr txBox="1">
            <a:spLocks noGrp="1"/>
          </p:cNvSpPr>
          <p:nvPr>
            <p:ph type="subTitle" idx="14"/>
          </p:nvPr>
        </p:nvSpPr>
        <p:spPr>
          <a:xfrm>
            <a:off x="5474325" y="4167677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3" name="Google Shape;433;p13"/>
          <p:cNvSpPr txBox="1">
            <a:spLocks noGrp="1"/>
          </p:cNvSpPr>
          <p:nvPr>
            <p:ph type="subTitle" idx="15"/>
          </p:nvPr>
        </p:nvSpPr>
        <p:spPr>
          <a:xfrm>
            <a:off x="4917550" y="3613450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434" name="Google Shape;434;p13"/>
          <p:cNvGrpSpPr/>
          <p:nvPr/>
        </p:nvGrpSpPr>
        <p:grpSpPr>
          <a:xfrm>
            <a:off x="-969899" y="3989306"/>
            <a:ext cx="1803578" cy="1558580"/>
            <a:chOff x="-969899" y="3989306"/>
            <a:chExt cx="1803578" cy="1558580"/>
          </a:xfrm>
        </p:grpSpPr>
        <p:grpSp>
          <p:nvGrpSpPr>
            <p:cNvPr id="435" name="Google Shape;435;p13"/>
            <p:cNvGrpSpPr/>
            <p:nvPr/>
          </p:nvGrpSpPr>
          <p:grpSpPr>
            <a:xfrm>
              <a:off x="-699845" y="4032775"/>
              <a:ext cx="777174" cy="1001897"/>
              <a:chOff x="-699845" y="4032775"/>
              <a:chExt cx="777174" cy="1001897"/>
            </a:xfrm>
          </p:grpSpPr>
          <p:sp>
            <p:nvSpPr>
              <p:cNvPr id="436" name="Google Shape;436;p13"/>
              <p:cNvSpPr/>
              <p:nvPr/>
            </p:nvSpPr>
            <p:spPr>
              <a:xfrm>
                <a:off x="-699845" y="4054782"/>
                <a:ext cx="752952" cy="979890"/>
              </a:xfrm>
              <a:custGeom>
                <a:avLst/>
                <a:gdLst/>
                <a:ahLst/>
                <a:cxnLst/>
                <a:rect l="l" t="t" r="r" b="b"/>
                <a:pathLst>
                  <a:path w="34350" h="44703" extrusionOk="0">
                    <a:moveTo>
                      <a:pt x="34205" y="1"/>
                    </a:moveTo>
                    <a:cubicBezTo>
                      <a:pt x="34169" y="1"/>
                      <a:pt x="34132" y="15"/>
                      <a:pt x="34104" y="43"/>
                    </a:cubicBezTo>
                    <a:lnTo>
                      <a:pt x="23425" y="10722"/>
                    </a:lnTo>
                    <a:cubicBezTo>
                      <a:pt x="23402" y="10745"/>
                      <a:pt x="23391" y="10778"/>
                      <a:pt x="23391" y="10823"/>
                    </a:cubicBezTo>
                    <a:lnTo>
                      <a:pt x="23391" y="21168"/>
                    </a:lnTo>
                    <a:lnTo>
                      <a:pt x="90" y="44468"/>
                    </a:lnTo>
                    <a:cubicBezTo>
                      <a:pt x="1" y="44558"/>
                      <a:pt x="68" y="44703"/>
                      <a:pt x="191" y="44703"/>
                    </a:cubicBezTo>
                    <a:cubicBezTo>
                      <a:pt x="224" y="44703"/>
                      <a:pt x="258" y="44692"/>
                      <a:pt x="291" y="44669"/>
                    </a:cubicBezTo>
                    <a:lnTo>
                      <a:pt x="23626" y="21324"/>
                    </a:lnTo>
                    <a:cubicBezTo>
                      <a:pt x="23648" y="21301"/>
                      <a:pt x="23670" y="21257"/>
                      <a:pt x="23670" y="21223"/>
                    </a:cubicBezTo>
                    <a:lnTo>
                      <a:pt x="23670" y="10879"/>
                    </a:lnTo>
                    <a:lnTo>
                      <a:pt x="34305" y="244"/>
                    </a:lnTo>
                    <a:cubicBezTo>
                      <a:pt x="34350" y="188"/>
                      <a:pt x="34350" y="98"/>
                      <a:pt x="34305" y="43"/>
                    </a:cubicBezTo>
                    <a:cubicBezTo>
                      <a:pt x="34277" y="15"/>
                      <a:pt x="34241" y="1"/>
                      <a:pt x="3420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13"/>
              <p:cNvSpPr/>
              <p:nvPr/>
            </p:nvSpPr>
            <p:spPr>
              <a:xfrm>
                <a:off x="22507" y="4032775"/>
                <a:ext cx="54822" cy="49978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2280" extrusionOk="0">
                    <a:moveTo>
                      <a:pt x="1248" y="0"/>
                    </a:moveTo>
                    <a:cubicBezTo>
                      <a:pt x="738" y="0"/>
                      <a:pt x="270" y="354"/>
                      <a:pt x="146" y="879"/>
                    </a:cubicBezTo>
                    <a:cubicBezTo>
                      <a:pt x="1" y="1493"/>
                      <a:pt x="380" y="2107"/>
                      <a:pt x="994" y="2252"/>
                    </a:cubicBezTo>
                    <a:cubicBezTo>
                      <a:pt x="1077" y="2270"/>
                      <a:pt x="1161" y="2279"/>
                      <a:pt x="1243" y="2279"/>
                    </a:cubicBezTo>
                    <a:cubicBezTo>
                      <a:pt x="1757" y="2279"/>
                      <a:pt x="2231" y="1933"/>
                      <a:pt x="2356" y="1404"/>
                    </a:cubicBezTo>
                    <a:cubicBezTo>
                      <a:pt x="2501" y="790"/>
                      <a:pt x="2121" y="176"/>
                      <a:pt x="1507" y="31"/>
                    </a:cubicBezTo>
                    <a:cubicBezTo>
                      <a:pt x="1421" y="10"/>
                      <a:pt x="1334" y="0"/>
                      <a:pt x="12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13"/>
              <p:cNvSpPr/>
              <p:nvPr/>
            </p:nvSpPr>
            <p:spPr>
              <a:xfrm>
                <a:off x="-344653" y="4547149"/>
                <a:ext cx="136036" cy="135772"/>
              </a:xfrm>
              <a:custGeom>
                <a:avLst/>
                <a:gdLst/>
                <a:ahLst/>
                <a:cxnLst/>
                <a:rect l="l" t="t" r="r" b="b"/>
                <a:pathLst>
                  <a:path w="6206" h="6194" extrusionOk="0">
                    <a:moveTo>
                      <a:pt x="6149" y="0"/>
                    </a:moveTo>
                    <a:lnTo>
                      <a:pt x="1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9" name="Google Shape;439;p13"/>
            <p:cNvSpPr/>
            <p:nvPr/>
          </p:nvSpPr>
          <p:spPr>
            <a:xfrm>
              <a:off x="-621306" y="4385709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-2920" y="4363854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-348577" y="4011249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-138934" y="3989307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-372053" y="4223325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13"/>
            <p:cNvSpPr/>
            <p:nvPr/>
          </p:nvSpPr>
          <p:spPr>
            <a:xfrm>
              <a:off x="-164361" y="4868277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13"/>
            <p:cNvSpPr/>
            <p:nvPr/>
          </p:nvSpPr>
          <p:spPr>
            <a:xfrm>
              <a:off x="226779" y="4995523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13"/>
            <p:cNvSpPr/>
            <p:nvPr/>
          </p:nvSpPr>
          <p:spPr>
            <a:xfrm>
              <a:off x="474081" y="4841338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13"/>
            <p:cNvSpPr/>
            <p:nvPr/>
          </p:nvSpPr>
          <p:spPr>
            <a:xfrm>
              <a:off x="-185887" y="5498214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13"/>
            <p:cNvSpPr/>
            <p:nvPr/>
          </p:nvSpPr>
          <p:spPr>
            <a:xfrm>
              <a:off x="38925" y="4786012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13"/>
            <p:cNvSpPr/>
            <p:nvPr/>
          </p:nvSpPr>
          <p:spPr>
            <a:xfrm>
              <a:off x="-589259" y="4875599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13"/>
            <p:cNvSpPr/>
            <p:nvPr/>
          </p:nvSpPr>
          <p:spPr>
            <a:xfrm>
              <a:off x="-677815" y="5502489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13"/>
            <p:cNvSpPr/>
            <p:nvPr/>
          </p:nvSpPr>
          <p:spPr>
            <a:xfrm>
              <a:off x="-969899" y="4645526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13"/>
            <p:cNvSpPr/>
            <p:nvPr/>
          </p:nvSpPr>
          <p:spPr>
            <a:xfrm>
              <a:off x="289933" y="3989306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13"/>
            <p:cNvSpPr/>
            <p:nvPr/>
          </p:nvSpPr>
          <p:spPr>
            <a:xfrm>
              <a:off x="615706" y="4527246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13"/>
            <p:cNvSpPr/>
            <p:nvPr/>
          </p:nvSpPr>
          <p:spPr>
            <a:xfrm>
              <a:off x="682255" y="4585290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13"/>
          <p:cNvGrpSpPr/>
          <p:nvPr/>
        </p:nvGrpSpPr>
        <p:grpSpPr>
          <a:xfrm flipH="1">
            <a:off x="-74415" y="391900"/>
            <a:ext cx="1040638" cy="901375"/>
            <a:chOff x="948060" y="3972813"/>
            <a:chExt cx="1040638" cy="901375"/>
          </a:xfrm>
        </p:grpSpPr>
        <p:grpSp>
          <p:nvGrpSpPr>
            <p:cNvPr id="456" name="Google Shape;456;p13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457" name="Google Shape;457;p13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13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59" name="Google Shape;459;p1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460" name="Google Shape;460;p1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1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1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63" name="Google Shape;463;p13"/>
          <p:cNvGrpSpPr/>
          <p:nvPr/>
        </p:nvGrpSpPr>
        <p:grpSpPr>
          <a:xfrm>
            <a:off x="8530769" y="1433443"/>
            <a:ext cx="1019565" cy="1290805"/>
            <a:chOff x="-4017975" y="-49702"/>
            <a:chExt cx="1162825" cy="1472177"/>
          </a:xfrm>
        </p:grpSpPr>
        <p:sp>
          <p:nvSpPr>
            <p:cNvPr id="464" name="Google Shape;464;p1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1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1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1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1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1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1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4_1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6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495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526" name="Google Shape;526;p16"/>
          <p:cNvGrpSpPr/>
          <p:nvPr/>
        </p:nvGrpSpPr>
        <p:grpSpPr>
          <a:xfrm>
            <a:off x="7771338" y="4403813"/>
            <a:ext cx="1040638" cy="901375"/>
            <a:chOff x="8457538" y="810363"/>
            <a:chExt cx="1040638" cy="901375"/>
          </a:xfrm>
        </p:grpSpPr>
        <p:grpSp>
          <p:nvGrpSpPr>
            <p:cNvPr id="527" name="Google Shape;527;p16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28" name="Google Shape;528;p16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6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0" name="Google Shape;530;p16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31" name="Google Shape;531;p16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6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6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34" name="Google Shape;534;p16"/>
          <p:cNvGrpSpPr/>
          <p:nvPr/>
        </p:nvGrpSpPr>
        <p:grpSpPr>
          <a:xfrm>
            <a:off x="7771359" y="4167517"/>
            <a:ext cx="761479" cy="750124"/>
            <a:chOff x="-642191" y="1634242"/>
            <a:chExt cx="761479" cy="750124"/>
          </a:xfrm>
        </p:grpSpPr>
        <p:sp>
          <p:nvSpPr>
            <p:cNvPr id="535" name="Google Shape;535;p16"/>
            <p:cNvSpPr/>
            <p:nvPr/>
          </p:nvSpPr>
          <p:spPr>
            <a:xfrm rot="10800000">
              <a:off x="-642191" y="235071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 rot="10800000">
              <a:off x="-553634" y="1723763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 rot="10800000">
              <a:off x="78166" y="1634242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8" name="Google Shape;538;p16"/>
          <p:cNvGrpSpPr/>
          <p:nvPr/>
        </p:nvGrpSpPr>
        <p:grpSpPr>
          <a:xfrm>
            <a:off x="330444" y="-221875"/>
            <a:ext cx="713803" cy="706547"/>
            <a:chOff x="-4017975" y="616650"/>
            <a:chExt cx="814100" cy="805825"/>
          </a:xfrm>
        </p:grpSpPr>
        <p:sp>
          <p:nvSpPr>
            <p:cNvPr id="539" name="Google Shape;539;p16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6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16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5"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7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17"/>
          <p:cNvSpPr txBox="1">
            <a:spLocks noGrp="1"/>
          </p:cNvSpPr>
          <p:nvPr>
            <p:ph type="subTitle" idx="1"/>
          </p:nvPr>
        </p:nvSpPr>
        <p:spPr>
          <a:xfrm>
            <a:off x="78285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6" name="Google Shape;546;p17"/>
          <p:cNvSpPr txBox="1">
            <a:spLocks noGrp="1"/>
          </p:cNvSpPr>
          <p:nvPr>
            <p:ph type="subTitle" idx="2"/>
          </p:nvPr>
        </p:nvSpPr>
        <p:spPr>
          <a:xfrm>
            <a:off x="78285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7" name="Google Shape;547;p17"/>
          <p:cNvSpPr txBox="1">
            <a:spLocks noGrp="1"/>
          </p:cNvSpPr>
          <p:nvPr>
            <p:ph type="subTitle" idx="3"/>
          </p:nvPr>
        </p:nvSpPr>
        <p:spPr>
          <a:xfrm>
            <a:off x="341640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8" name="Google Shape;548;p17"/>
          <p:cNvSpPr txBox="1">
            <a:spLocks noGrp="1"/>
          </p:cNvSpPr>
          <p:nvPr>
            <p:ph type="subTitle" idx="4"/>
          </p:nvPr>
        </p:nvSpPr>
        <p:spPr>
          <a:xfrm>
            <a:off x="341640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9" name="Google Shape;549;p17"/>
          <p:cNvSpPr txBox="1">
            <a:spLocks noGrp="1"/>
          </p:cNvSpPr>
          <p:nvPr>
            <p:ph type="subTitle" idx="5"/>
          </p:nvPr>
        </p:nvSpPr>
        <p:spPr>
          <a:xfrm>
            <a:off x="604995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0" name="Google Shape;550;p17"/>
          <p:cNvSpPr txBox="1">
            <a:spLocks noGrp="1"/>
          </p:cNvSpPr>
          <p:nvPr>
            <p:ph type="subTitle" idx="6"/>
          </p:nvPr>
        </p:nvSpPr>
        <p:spPr>
          <a:xfrm>
            <a:off x="604995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551" name="Google Shape;551;p17"/>
          <p:cNvGrpSpPr/>
          <p:nvPr/>
        </p:nvGrpSpPr>
        <p:grpSpPr>
          <a:xfrm>
            <a:off x="-382087" y="624425"/>
            <a:ext cx="1040638" cy="901375"/>
            <a:chOff x="8457538" y="810363"/>
            <a:chExt cx="1040638" cy="901375"/>
          </a:xfrm>
        </p:grpSpPr>
        <p:grpSp>
          <p:nvGrpSpPr>
            <p:cNvPr id="552" name="Google Shape;552;p17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53" name="Google Shape;553;p17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7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5" name="Google Shape;555;p17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56" name="Google Shape;556;p1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1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1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59" name="Google Shape;559;p17"/>
          <p:cNvGrpSpPr/>
          <p:nvPr/>
        </p:nvGrpSpPr>
        <p:grpSpPr>
          <a:xfrm rot="10800000">
            <a:off x="8274244" y="624418"/>
            <a:ext cx="1803578" cy="1592367"/>
            <a:chOff x="-4912150" y="-393637"/>
            <a:chExt cx="2057000" cy="1816112"/>
          </a:xfrm>
        </p:grpSpPr>
        <p:sp>
          <p:nvSpPr>
            <p:cNvPr id="560" name="Google Shape;560;p17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7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7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7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7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7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17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17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17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17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17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7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17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17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17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17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17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17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17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" name="Google Shape;579;p17"/>
          <p:cNvGrpSpPr/>
          <p:nvPr/>
        </p:nvGrpSpPr>
        <p:grpSpPr>
          <a:xfrm rot="10800000">
            <a:off x="1179219" y="4287293"/>
            <a:ext cx="1803578" cy="1592367"/>
            <a:chOff x="-4912150" y="-393637"/>
            <a:chExt cx="2057000" cy="1816112"/>
          </a:xfrm>
        </p:grpSpPr>
        <p:sp>
          <p:nvSpPr>
            <p:cNvPr id="580" name="Google Shape;580;p17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17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17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7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7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7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17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17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7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7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7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7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17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17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17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17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7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17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17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_1"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8"/>
          <p:cNvSpPr txBox="1">
            <a:spLocks noGrp="1"/>
          </p:cNvSpPr>
          <p:nvPr>
            <p:ph type="title"/>
          </p:nvPr>
        </p:nvSpPr>
        <p:spPr>
          <a:xfrm flipH="1"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1" name="Google Shape;601;p18"/>
          <p:cNvSpPr txBox="1">
            <a:spLocks noGrp="1"/>
          </p:cNvSpPr>
          <p:nvPr>
            <p:ph type="subTitle" idx="1"/>
          </p:nvPr>
        </p:nvSpPr>
        <p:spPr>
          <a:xfrm>
            <a:off x="1589125" y="23491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2" name="Google Shape;602;p18"/>
          <p:cNvSpPr txBox="1">
            <a:spLocks noGrp="1"/>
          </p:cNvSpPr>
          <p:nvPr>
            <p:ph type="subTitle" idx="2"/>
          </p:nvPr>
        </p:nvSpPr>
        <p:spPr>
          <a:xfrm>
            <a:off x="1589125" y="20112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3" name="Google Shape;603;p18"/>
          <p:cNvSpPr txBox="1">
            <a:spLocks noGrp="1"/>
          </p:cNvSpPr>
          <p:nvPr>
            <p:ph type="subTitle" idx="3"/>
          </p:nvPr>
        </p:nvSpPr>
        <p:spPr>
          <a:xfrm>
            <a:off x="5013850" y="23519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4" name="Google Shape;604;p18"/>
          <p:cNvSpPr txBox="1">
            <a:spLocks noGrp="1"/>
          </p:cNvSpPr>
          <p:nvPr>
            <p:ph type="subTitle" idx="4"/>
          </p:nvPr>
        </p:nvSpPr>
        <p:spPr>
          <a:xfrm>
            <a:off x="5013850" y="20140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5" name="Google Shape;605;p18"/>
          <p:cNvSpPr txBox="1">
            <a:spLocks noGrp="1"/>
          </p:cNvSpPr>
          <p:nvPr>
            <p:ph type="subTitle" idx="5"/>
          </p:nvPr>
        </p:nvSpPr>
        <p:spPr>
          <a:xfrm>
            <a:off x="1589125" y="396012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6" name="Google Shape;606;p18"/>
          <p:cNvSpPr txBox="1">
            <a:spLocks noGrp="1"/>
          </p:cNvSpPr>
          <p:nvPr>
            <p:ph type="subTitle" idx="6"/>
          </p:nvPr>
        </p:nvSpPr>
        <p:spPr>
          <a:xfrm>
            <a:off x="1589125" y="362215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7" name="Google Shape;607;p18"/>
          <p:cNvSpPr txBox="1">
            <a:spLocks noGrp="1"/>
          </p:cNvSpPr>
          <p:nvPr>
            <p:ph type="subTitle" idx="7"/>
          </p:nvPr>
        </p:nvSpPr>
        <p:spPr>
          <a:xfrm>
            <a:off x="5013850" y="3960098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18"/>
          <p:cNvSpPr txBox="1">
            <a:spLocks noGrp="1"/>
          </p:cNvSpPr>
          <p:nvPr>
            <p:ph type="subTitle" idx="8"/>
          </p:nvPr>
        </p:nvSpPr>
        <p:spPr>
          <a:xfrm>
            <a:off x="5013850" y="3622123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609" name="Google Shape;609;p18"/>
          <p:cNvGrpSpPr/>
          <p:nvPr/>
        </p:nvGrpSpPr>
        <p:grpSpPr>
          <a:xfrm flipH="1">
            <a:off x="205972" y="3517863"/>
            <a:ext cx="873188" cy="546900"/>
            <a:chOff x="1115510" y="4327288"/>
            <a:chExt cx="873188" cy="546900"/>
          </a:xfrm>
        </p:grpSpPr>
        <p:sp>
          <p:nvSpPr>
            <p:cNvPr id="610" name="Google Shape;610;p18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1" name="Google Shape;611;p1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612" name="Google Shape;612;p1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1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5" name="Google Shape;615;p18"/>
          <p:cNvGrpSpPr/>
          <p:nvPr/>
        </p:nvGrpSpPr>
        <p:grpSpPr>
          <a:xfrm>
            <a:off x="-234937" y="-460907"/>
            <a:ext cx="1938846" cy="1720830"/>
            <a:chOff x="-1873362" y="2120543"/>
            <a:chExt cx="1938846" cy="1720830"/>
          </a:xfrm>
        </p:grpSpPr>
        <p:sp>
          <p:nvSpPr>
            <p:cNvPr id="616" name="Google Shape;616;p18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18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8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8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18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18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8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8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8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18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18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8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8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8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8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8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8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8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18"/>
          <p:cNvGrpSpPr/>
          <p:nvPr/>
        </p:nvGrpSpPr>
        <p:grpSpPr>
          <a:xfrm>
            <a:off x="7932072" y="2686300"/>
            <a:ext cx="1929500" cy="2210100"/>
            <a:chOff x="295725" y="-3462825"/>
            <a:chExt cx="1929500" cy="2210100"/>
          </a:xfrm>
        </p:grpSpPr>
        <p:sp>
          <p:nvSpPr>
            <p:cNvPr id="636" name="Google Shape;636;p18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8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8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8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8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8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18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18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18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8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8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8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8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8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8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8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8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8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8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8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8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18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18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18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18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7_1"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2" name="Google Shape;872;p24"/>
          <p:cNvGrpSpPr/>
          <p:nvPr/>
        </p:nvGrpSpPr>
        <p:grpSpPr>
          <a:xfrm>
            <a:off x="8352588" y="816213"/>
            <a:ext cx="1040638" cy="901375"/>
            <a:chOff x="8457538" y="810363"/>
            <a:chExt cx="1040638" cy="901375"/>
          </a:xfrm>
        </p:grpSpPr>
        <p:grpSp>
          <p:nvGrpSpPr>
            <p:cNvPr id="873" name="Google Shape;873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74" name="Google Shape;874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" name="Google Shape;876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77" name="Google Shape;877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0" name="Google Shape;880;p24"/>
          <p:cNvGrpSpPr/>
          <p:nvPr/>
        </p:nvGrpSpPr>
        <p:grpSpPr>
          <a:xfrm>
            <a:off x="4841575" y="4619788"/>
            <a:ext cx="1040638" cy="901375"/>
            <a:chOff x="8457538" y="810363"/>
            <a:chExt cx="1040638" cy="901375"/>
          </a:xfrm>
        </p:grpSpPr>
        <p:grpSp>
          <p:nvGrpSpPr>
            <p:cNvPr id="881" name="Google Shape;881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82" name="Google Shape;882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" name="Google Shape;884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85" name="Google Shape;885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8" name="Google Shape;888;p24"/>
          <p:cNvGrpSpPr/>
          <p:nvPr/>
        </p:nvGrpSpPr>
        <p:grpSpPr>
          <a:xfrm>
            <a:off x="8352591" y="196800"/>
            <a:ext cx="713803" cy="706547"/>
            <a:chOff x="-4017975" y="616650"/>
            <a:chExt cx="814100" cy="805825"/>
          </a:xfrm>
        </p:grpSpPr>
        <p:sp>
          <p:nvSpPr>
            <p:cNvPr id="889" name="Google Shape;889;p24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24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24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24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3" name="Google Shape;893;p24"/>
          <p:cNvGrpSpPr/>
          <p:nvPr/>
        </p:nvGrpSpPr>
        <p:grpSpPr>
          <a:xfrm rot="10800000">
            <a:off x="-728606" y="92693"/>
            <a:ext cx="1803578" cy="1592367"/>
            <a:chOff x="-4912150" y="-393637"/>
            <a:chExt cx="2057000" cy="1816112"/>
          </a:xfrm>
        </p:grpSpPr>
        <p:sp>
          <p:nvSpPr>
            <p:cNvPr id="894" name="Google Shape;894;p24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24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24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4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4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4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4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4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4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4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4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4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4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4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24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24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24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24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24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59" r:id="rId4"/>
    <p:sldLayoutId id="2147483662" r:id="rId5"/>
    <p:sldLayoutId id="2147483663" r:id="rId6"/>
    <p:sldLayoutId id="2147483664" r:id="rId7"/>
    <p:sldLayoutId id="2147483669" r:id="rId8"/>
    <p:sldLayoutId id="214748367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!!4"/>
          <p:cNvSpPr txBox="1">
            <a:spLocks noGrp="1"/>
          </p:cNvSpPr>
          <p:nvPr>
            <p:ph type="ctrTitle"/>
          </p:nvPr>
        </p:nvSpPr>
        <p:spPr>
          <a:xfrm flipH="1">
            <a:off x="743324" y="1312330"/>
            <a:ext cx="6952800" cy="1302088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solidFill>
                  <a:srgbClr val="0070C0"/>
                </a:solidFill>
                <a:latin typeface="Montserrat Medium"/>
                <a:sym typeface="Montserrat Medium"/>
              </a:rPr>
              <a:t>DIGITAL SIGNAL PROCESSING</a:t>
            </a:r>
            <a:br>
              <a:rPr lang="en" sz="2800" b="0" dirty="0">
                <a:latin typeface="Montserrat Medium"/>
                <a:sym typeface="Montserrat Medium"/>
              </a:rPr>
            </a:br>
            <a:r>
              <a:rPr lang="en" sz="2800" dirty="0"/>
              <a:t>SPEECH AND SILENCE SEGMENTATION</a:t>
            </a:r>
            <a:endParaRPr sz="2800" dirty="0"/>
          </a:p>
        </p:txBody>
      </p:sp>
      <p:sp>
        <p:nvSpPr>
          <p:cNvPr id="924" name="Google Shape;924;p28"/>
          <p:cNvSpPr txBox="1">
            <a:spLocks noGrp="1"/>
          </p:cNvSpPr>
          <p:nvPr>
            <p:ph type="subTitle" idx="1"/>
          </p:nvPr>
        </p:nvSpPr>
        <p:spPr>
          <a:xfrm flipH="1">
            <a:off x="743324" y="2911203"/>
            <a:ext cx="6952800" cy="1640685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Instructor: </a:t>
            </a:r>
            <a:r>
              <a:rPr lang="en" sz="1400" b="1" dirty="0"/>
              <a:t>Dr. Ninh Khánh Duy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Class: </a:t>
            </a:r>
            <a:r>
              <a:rPr lang="en" sz="1400" b="1" dirty="0"/>
              <a:t>24.Nh12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Group: </a:t>
            </a:r>
            <a:r>
              <a:rPr lang="en" sz="1400" b="1" dirty="0"/>
              <a:t>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Students: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Phan Thanh Duy</a:t>
            </a:r>
            <a:r>
              <a:rPr lang="en-US" sz="1400" dirty="0"/>
              <a:t> – 102240130 – 24T_DT3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Nguyễn Hoàng Hiếu </a:t>
            </a:r>
            <a:r>
              <a:rPr lang="en-US" sz="1400" dirty="0"/>
              <a:t>– 102240135 – 24T_DT3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Huỳnh Hiếu Nghĩa </a:t>
            </a:r>
            <a:r>
              <a:rPr lang="en-US" sz="1400" dirty="0"/>
              <a:t>– 102240152 – 24T_DT3</a:t>
            </a:r>
            <a:endParaRPr sz="1400" dirty="0"/>
          </a:p>
        </p:txBody>
      </p:sp>
      <p:sp>
        <p:nvSpPr>
          <p:cNvPr id="925" name="Google Shape;925;p28"/>
          <p:cNvSpPr/>
          <p:nvPr/>
        </p:nvSpPr>
        <p:spPr>
          <a:xfrm flipH="1">
            <a:off x="-186582" y="5584563"/>
            <a:ext cx="29" cy="29"/>
          </a:xfrm>
          <a:custGeom>
            <a:avLst/>
            <a:gdLst/>
            <a:ahLst/>
            <a:cxnLst/>
            <a:rect l="l" t="t" r="r" b="b"/>
            <a:pathLst>
              <a:path w="1" h="1" fill="none" extrusionOk="0">
                <a:moveTo>
                  <a:pt x="1" y="1"/>
                </a:moveTo>
                <a:lnTo>
                  <a:pt x="1" y="1"/>
                </a:lnTo>
                <a:close/>
              </a:path>
            </a:pathLst>
          </a:custGeom>
          <a:solidFill>
            <a:schemeClr val="lt1"/>
          </a:solidFill>
          <a:ln w="5650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26" name="Google Shape;926;p28"/>
          <p:cNvGrpSpPr/>
          <p:nvPr/>
        </p:nvGrpSpPr>
        <p:grpSpPr>
          <a:xfrm flipH="1">
            <a:off x="6613712" y="3446838"/>
            <a:ext cx="1929500" cy="2210100"/>
            <a:chOff x="295725" y="-3462825"/>
            <a:chExt cx="1929500" cy="2210100"/>
          </a:xfrm>
        </p:grpSpPr>
        <p:sp>
          <p:nvSpPr>
            <p:cNvPr id="927" name="Google Shape;927;p28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28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28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28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28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28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28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28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28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28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28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8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8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28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28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8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28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28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8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8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8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8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8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8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8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28"/>
          <p:cNvGrpSpPr/>
          <p:nvPr/>
        </p:nvGrpSpPr>
        <p:grpSpPr>
          <a:xfrm>
            <a:off x="948060" y="3973813"/>
            <a:ext cx="1040638" cy="901375"/>
            <a:chOff x="948060" y="3972813"/>
            <a:chExt cx="1040638" cy="901375"/>
          </a:xfrm>
        </p:grpSpPr>
        <p:grpSp>
          <p:nvGrpSpPr>
            <p:cNvPr id="953" name="Google Shape;953;p28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954" name="Google Shape;954;p28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28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" name="Google Shape;956;p2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957" name="Google Shape;957;p2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60" name="!!3"/>
          <p:cNvGrpSpPr/>
          <p:nvPr/>
        </p:nvGrpSpPr>
        <p:grpSpPr>
          <a:xfrm>
            <a:off x="844385" y="2575157"/>
            <a:ext cx="4208350" cy="192185"/>
            <a:chOff x="948060" y="2996029"/>
            <a:chExt cx="4208350" cy="192185"/>
          </a:xfrm>
        </p:grpSpPr>
        <p:sp>
          <p:nvSpPr>
            <p:cNvPr id="961" name="Google Shape;961;p28"/>
            <p:cNvSpPr/>
            <p:nvPr/>
          </p:nvSpPr>
          <p:spPr>
            <a:xfrm rot="-2700000" flipH="1">
              <a:off x="1692865" y="3024234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62" name="Google Shape;962;p28"/>
            <p:cNvCxnSpPr>
              <a:stCxn id="963" idx="6"/>
              <a:endCxn id="964" idx="2"/>
            </p:cNvCxnSpPr>
            <p:nvPr/>
          </p:nvCxnSpPr>
          <p:spPr>
            <a:xfrm rot="10800000">
              <a:off x="1005010" y="3091118"/>
              <a:ext cx="40944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63" name="Google Shape;963;p28"/>
            <p:cNvSpPr/>
            <p:nvPr/>
          </p:nvSpPr>
          <p:spPr>
            <a:xfrm flipH="1">
              <a:off x="5099410" y="306261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8"/>
            <p:cNvSpPr/>
            <p:nvPr/>
          </p:nvSpPr>
          <p:spPr>
            <a:xfrm flipH="1">
              <a:off x="948060" y="306264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reeform 8">
            <a:extLst>
              <a:ext uri="{FF2B5EF4-FFF2-40B4-BE49-F238E27FC236}">
                <a16:creationId xmlns:a16="http://schemas.microsoft.com/office/drawing/2014/main" id="{88E7451B-84AC-51FD-201A-3F7DED00C5C9}"/>
              </a:ext>
            </a:extLst>
          </p:cNvPr>
          <p:cNvSpPr/>
          <p:nvPr/>
        </p:nvSpPr>
        <p:spPr>
          <a:xfrm>
            <a:off x="325024" y="129906"/>
            <a:ext cx="757350" cy="790619"/>
          </a:xfrm>
          <a:custGeom>
            <a:avLst/>
            <a:gdLst/>
            <a:ahLst/>
            <a:cxnLst/>
            <a:rect l="l" t="t" r="r" b="b"/>
            <a:pathLst>
              <a:path w="1344936" h="1404015">
                <a:moveTo>
                  <a:pt x="0" y="0"/>
                </a:moveTo>
                <a:lnTo>
                  <a:pt x="1344936" y="0"/>
                </a:lnTo>
                <a:lnTo>
                  <a:pt x="1344936" y="1404015"/>
                </a:lnTo>
                <a:lnTo>
                  <a:pt x="0" y="1404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502" t="-2761" r="-5925" b="-397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3F496BDD-1524-F04C-C6CE-C173D16EDAD0}"/>
              </a:ext>
            </a:extLst>
          </p:cNvPr>
          <p:cNvSpPr txBox="1"/>
          <p:nvPr/>
        </p:nvSpPr>
        <p:spPr>
          <a:xfrm>
            <a:off x="2627296" y="129906"/>
            <a:ext cx="3889408" cy="707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THE UNIVERSITY OF DA NANG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UNIVERSITY OF SCIENCE AND TECHNOLOGY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b="1" dirty="0">
                <a:solidFill>
                  <a:srgbClr val="004AA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IT FACULTY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!!4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985" name="Google Shape;1039;p31"/>
          <p:cNvSpPr txBox="1">
            <a:spLocks noGrp="1"/>
          </p:cNvSpPr>
          <p:nvPr>
            <p:ph type="title" idx="2"/>
          </p:nvPr>
        </p:nvSpPr>
        <p:spPr>
          <a:xfrm flipH="1">
            <a:off x="573274" y="2140454"/>
            <a:ext cx="755189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6" name="!!1"/>
          <p:cNvSpPr txBox="1">
            <a:spLocks noGrp="1"/>
          </p:cNvSpPr>
          <p:nvPr>
            <p:ph type="subTitle" idx="1"/>
          </p:nvPr>
        </p:nvSpPr>
        <p:spPr>
          <a:xfrm>
            <a:off x="319347" y="2976424"/>
            <a:ext cx="11958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Histogram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Algorithm</a:t>
            </a:r>
            <a:endParaRPr dirty="0"/>
          </a:p>
        </p:txBody>
      </p:sp>
      <p:grpSp>
        <p:nvGrpSpPr>
          <p:cNvPr id="991" name="Google Shape;991;p30"/>
          <p:cNvGrpSpPr/>
          <p:nvPr/>
        </p:nvGrpSpPr>
        <p:grpSpPr>
          <a:xfrm rot="10800000">
            <a:off x="7379194" y="-538557"/>
            <a:ext cx="1803578" cy="1592367"/>
            <a:chOff x="-4912150" y="-393637"/>
            <a:chExt cx="2057000" cy="1816112"/>
          </a:xfrm>
        </p:grpSpPr>
        <p:sp>
          <p:nvSpPr>
            <p:cNvPr id="992" name="Google Shape;992;p30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0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0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0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0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0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0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0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0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0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0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0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0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0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0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0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0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0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0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1" name="Google Shape;1011;p30"/>
          <p:cNvSpPr txBox="1">
            <a:spLocks noGrp="1"/>
          </p:cNvSpPr>
          <p:nvPr>
            <p:ph type="title" idx="7"/>
          </p:nvPr>
        </p:nvSpPr>
        <p:spPr>
          <a:xfrm flipH="1">
            <a:off x="5382559" y="2153119"/>
            <a:ext cx="832085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017" name="!!3"/>
          <p:cNvGrpSpPr/>
          <p:nvPr/>
        </p:nvGrpSpPr>
        <p:grpSpPr>
          <a:xfrm>
            <a:off x="2868450" y="1078488"/>
            <a:ext cx="3407100" cy="135774"/>
            <a:chOff x="1512197" y="1097509"/>
            <a:chExt cx="3407100" cy="135774"/>
          </a:xfrm>
        </p:grpSpPr>
        <p:grpSp>
          <p:nvGrpSpPr>
            <p:cNvPr id="1018" name="Google Shape;1018;p30"/>
            <p:cNvGrpSpPr/>
            <p:nvPr/>
          </p:nvGrpSpPr>
          <p:grpSpPr>
            <a:xfrm>
              <a:off x="1512197" y="1097509"/>
              <a:ext cx="3350100" cy="135774"/>
              <a:chOff x="2944697" y="1097509"/>
              <a:chExt cx="3350100" cy="135774"/>
            </a:xfrm>
          </p:grpSpPr>
          <p:sp>
            <p:nvSpPr>
              <p:cNvPr id="1019" name="Google Shape;1019;p30"/>
              <p:cNvSpPr/>
              <p:nvPr/>
            </p:nvSpPr>
            <p:spPr>
              <a:xfrm rot="-2700000" flipH="1">
                <a:off x="45080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20" name="Google Shape;1020;p30"/>
              <p:cNvCxnSpPr>
                <a:cxnSpLocks/>
                <a:stCxn id="1021" idx="6"/>
                <a:endCxn id="1022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22" name="Google Shape;1022;p30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1021" name="Google Shape;1021;p30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3" name="!!2"/>
          <p:cNvGrpSpPr/>
          <p:nvPr/>
        </p:nvGrpSpPr>
        <p:grpSpPr>
          <a:xfrm>
            <a:off x="917247" y="2781658"/>
            <a:ext cx="7148250" cy="80583"/>
            <a:chOff x="1148150" y="2414921"/>
            <a:chExt cx="6059195" cy="57000"/>
          </a:xfrm>
        </p:grpSpPr>
        <p:cxnSp>
          <p:nvCxnSpPr>
            <p:cNvPr id="1024" name="Google Shape;1024;p30"/>
            <p:cNvCxnSpPr>
              <a:cxnSpLocks/>
              <a:stCxn id="1025" idx="2"/>
              <a:endCxn id="1051" idx="2"/>
            </p:cNvCxnSpPr>
            <p:nvPr/>
          </p:nvCxnSpPr>
          <p:spPr>
            <a:xfrm>
              <a:off x="1205150" y="2443421"/>
              <a:ext cx="6002195" cy="2757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5" name="Google Shape;1025;p30"/>
            <p:cNvSpPr/>
            <p:nvPr/>
          </p:nvSpPr>
          <p:spPr>
            <a:xfrm flipH="1">
              <a:off x="1148150" y="2414921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043" name="Google Shape;1025;p30">
            <a:extLst>
              <a:ext uri="{FF2B5EF4-FFF2-40B4-BE49-F238E27FC236}">
                <a16:creationId xmlns:a16="http://schemas.microsoft.com/office/drawing/2014/main" id="{0B415B78-EAAC-C929-1148-A0476AD3DC05}"/>
              </a:ext>
            </a:extLst>
          </p:cNvPr>
          <p:cNvSpPr/>
          <p:nvPr/>
        </p:nvSpPr>
        <p:spPr>
          <a:xfrm flipH="1">
            <a:off x="3469099" y="2788550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4" name="Google Shape;985;p30">
            <a:extLst>
              <a:ext uri="{FF2B5EF4-FFF2-40B4-BE49-F238E27FC236}">
                <a16:creationId xmlns:a16="http://schemas.microsoft.com/office/drawing/2014/main" id="{274496B1-4277-8C10-E45A-7F3A3835AA3A}"/>
              </a:ext>
            </a:extLst>
          </p:cNvPr>
          <p:cNvSpPr txBox="1">
            <a:spLocks/>
          </p:cNvSpPr>
          <p:nvPr/>
        </p:nvSpPr>
        <p:spPr>
          <a:xfrm flipH="1">
            <a:off x="3086678" y="2140237"/>
            <a:ext cx="832085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" dirty="0"/>
              <a:t>02</a:t>
            </a:r>
          </a:p>
        </p:txBody>
      </p:sp>
      <p:sp>
        <p:nvSpPr>
          <p:cNvPr id="1045" name="Google Shape;986;p30">
            <a:extLst>
              <a:ext uri="{FF2B5EF4-FFF2-40B4-BE49-F238E27FC236}">
                <a16:creationId xmlns:a16="http://schemas.microsoft.com/office/drawing/2014/main" id="{DF6971A0-A1E9-0F55-917D-337AD4A7F7DF}"/>
              </a:ext>
            </a:extLst>
          </p:cNvPr>
          <p:cNvSpPr txBox="1">
            <a:spLocks/>
          </p:cNvSpPr>
          <p:nvPr/>
        </p:nvSpPr>
        <p:spPr>
          <a:xfrm>
            <a:off x="2576573" y="2976207"/>
            <a:ext cx="182713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Simple Statistics Algorithm</a:t>
            </a:r>
          </a:p>
        </p:txBody>
      </p:sp>
      <p:sp>
        <p:nvSpPr>
          <p:cNvPr id="1046" name="Google Shape;1025;p30">
            <a:extLst>
              <a:ext uri="{FF2B5EF4-FFF2-40B4-BE49-F238E27FC236}">
                <a16:creationId xmlns:a16="http://schemas.microsoft.com/office/drawing/2014/main" id="{094EDEBF-1B32-6DA5-7A5C-3FF31FD78297}"/>
              </a:ext>
            </a:extLst>
          </p:cNvPr>
          <p:cNvSpPr/>
          <p:nvPr/>
        </p:nvSpPr>
        <p:spPr>
          <a:xfrm flipH="1">
            <a:off x="5798602" y="2788766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9" name="Google Shape;986;p30">
            <a:extLst>
              <a:ext uri="{FF2B5EF4-FFF2-40B4-BE49-F238E27FC236}">
                <a16:creationId xmlns:a16="http://schemas.microsoft.com/office/drawing/2014/main" id="{4F9E34A8-C194-FA37-3FFE-EC13AE16E3DD}"/>
              </a:ext>
            </a:extLst>
          </p:cNvPr>
          <p:cNvSpPr txBox="1">
            <a:spLocks/>
          </p:cNvSpPr>
          <p:nvPr/>
        </p:nvSpPr>
        <p:spPr>
          <a:xfrm>
            <a:off x="4703919" y="2976424"/>
            <a:ext cx="218936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Dual-Threshold Endpoint Detection</a:t>
            </a:r>
          </a:p>
        </p:txBody>
      </p:sp>
      <p:sp>
        <p:nvSpPr>
          <p:cNvPr id="1050" name="Google Shape;1011;p30">
            <a:extLst>
              <a:ext uri="{FF2B5EF4-FFF2-40B4-BE49-F238E27FC236}">
                <a16:creationId xmlns:a16="http://schemas.microsoft.com/office/drawing/2014/main" id="{27D34426-108B-5332-08FB-A5351AE5D73E}"/>
              </a:ext>
            </a:extLst>
          </p:cNvPr>
          <p:cNvSpPr txBox="1">
            <a:spLocks/>
          </p:cNvSpPr>
          <p:nvPr/>
        </p:nvSpPr>
        <p:spPr>
          <a:xfrm flipH="1">
            <a:off x="7513564" y="2149909"/>
            <a:ext cx="90073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051" name="Google Shape;1025;p30">
            <a:extLst>
              <a:ext uri="{FF2B5EF4-FFF2-40B4-BE49-F238E27FC236}">
                <a16:creationId xmlns:a16="http://schemas.microsoft.com/office/drawing/2014/main" id="{8CD73502-F18E-DC4F-88B9-90FA9D0045D5}"/>
              </a:ext>
            </a:extLst>
          </p:cNvPr>
          <p:cNvSpPr/>
          <p:nvPr/>
        </p:nvSpPr>
        <p:spPr>
          <a:xfrm flipH="1">
            <a:off x="7998252" y="2785556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52" name="Google Shape;986;p30">
            <a:extLst>
              <a:ext uri="{FF2B5EF4-FFF2-40B4-BE49-F238E27FC236}">
                <a16:creationId xmlns:a16="http://schemas.microsoft.com/office/drawing/2014/main" id="{A8773934-9794-FF72-90DE-C76D6351978B}"/>
              </a:ext>
            </a:extLst>
          </p:cNvPr>
          <p:cNvSpPr txBox="1">
            <a:spLocks/>
          </p:cNvSpPr>
          <p:nvPr/>
        </p:nvSpPr>
        <p:spPr>
          <a:xfrm>
            <a:off x="6974996" y="2974935"/>
            <a:ext cx="182713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Comparison Table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/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113" name="!!1"/>
          <p:cNvSpPr txBox="1">
            <a:spLocks noGrp="1"/>
          </p:cNvSpPr>
          <p:nvPr>
            <p:ph type="title" idx="2"/>
          </p:nvPr>
        </p:nvSpPr>
        <p:spPr>
          <a:xfrm>
            <a:off x="2512410" y="2275964"/>
            <a:ext cx="394650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HISTOGRAM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/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/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/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C145CFC-A352-4897-61C0-3C71D82F494E}"/>
              </a:ext>
            </a:extLst>
          </p:cNvPr>
          <p:cNvSpPr/>
          <p:nvPr/>
        </p:nvSpPr>
        <p:spPr>
          <a:xfrm>
            <a:off x="3243050" y="3849326"/>
            <a:ext cx="315263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Phan Thanh Duy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52BF10C-2099-D266-6EBD-AA5CC609A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B3B2126-8876-58BD-7BC5-FBA72783A962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5C9284D6-3587-0531-7B11-C8B13FECE9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3B113246-55C0-0EC3-9B4C-CA8398F73D66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3C4CAE0-3E74-A42D-8294-655714772C0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AEDCBE1-936F-B593-FA92-D592F5FBE33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3CDC18F-DD60-8EB9-C247-E07D9FE7C72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2990419-5205-7915-47C3-64D69C92C8D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23C076C-4BA3-1B31-4F49-92B4A3C944E0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2C3164D-738F-8022-AEF0-86180930A0FA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8C51B7-ED1A-1739-2E43-457CC1B35ABE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982F730-CC45-9E85-FF89-7A517FB4AC8C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D9570FC5-0856-9A40-40FB-BCB76CF17153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0F72A10-50D7-B48B-2DE6-0DC2FDDA6DB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421233A9-BF91-D0E9-C69F-51058B180CC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C34AAADA-5A8D-7745-FC2B-0D1D9562BE8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C90042B-EC70-1AAC-424F-5DAEF1490095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B80AB2F-E134-486B-6DA2-C2846BD6AEB8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F3233D0-972A-7F71-4CC0-39E1AA3F94D4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38AC76E7-ED6B-D22C-86BD-97E26D1B494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6B67F15-8034-FA40-7AE4-5DB40B22A60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FE408B85-367F-1094-DA80-8A0209605FA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CF892AB-ACE4-3D14-B7FB-85300A6FD18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82811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2D0E6CB8-A109-3FFA-0B06-402858B6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A3E6D3D-8C0B-FC37-7BCD-2929D229F249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9425BFF-AD2E-3F63-A29D-CAF94A7DA5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F14889BF-4F38-978F-1C02-4B50915D105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15267AEC-E8E6-8962-DD15-FB2A75E5562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1E5643A8-ED6C-94F6-53DB-E8F3085C384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53350C3-BB22-73C7-5D26-5B2A9488975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757A2BA-2EE3-0B1E-B327-048EF525761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09B2666-8F62-9976-40AB-EE6C4EE2881C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068F1F6-AE9C-05C3-BC9E-B0D7E434D1F2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32672F-27CC-BD67-CA63-943769766401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3C96CEB-A9E1-BB1C-4949-D67D9EF5B8D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16855F4-45DB-5B5A-6C67-12CD1225BAF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7D01DD0-4DF5-2FB2-4F4E-67D51C68035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D87ABC2-356B-B533-5CBF-9D443BB8A412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4B2AAC21-C579-959D-18B5-0AE167381F1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3C47CF73-8635-B961-4991-38897AB90DB1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4C6EF28-A127-02C1-713A-E9C02732DE78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61B854C-D2B7-77CD-9012-0CF34FC143D8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50A389DE-00E8-91A0-6B51-8FED04CE6677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DEC2CAAE-1F1C-011E-6903-D67FC252A16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E556DD0C-1161-BB55-F9BD-ED559B5C7686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4849AEFB-022D-D959-24F0-9EE8D33D0CA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F1A9FAD3-D3A6-6924-FAA4-786CD3A31D19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B22EF019-E3E5-BE43-55CC-F7A6F49CAEC0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212E7686-FB91-8335-2128-722C5F284037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2B753BF-C31F-35D0-BA9B-3CDD4B217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02" y="2217174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0791BE73-4301-8BAF-695B-9DFA2BD3C54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40692" y="2883948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CCFC9-2F07-ECF8-9E76-5596E56F6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512" y="1729381"/>
            <a:ext cx="2512134" cy="3112549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A8A28D-7CAA-0DD5-D4F4-F7A130309709}"/>
              </a:ext>
            </a:extLst>
          </p:cNvPr>
          <p:cNvCxnSpPr>
            <a:cxnSpLocks/>
          </p:cNvCxnSpPr>
          <p:nvPr/>
        </p:nvCxnSpPr>
        <p:spPr>
          <a:xfrm>
            <a:off x="2455523" y="2786542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A5CB7226-20EA-FE53-3822-302DB86CFD3A}"/>
              </a:ext>
            </a:extLst>
          </p:cNvPr>
          <p:cNvCxnSpPr>
            <a:cxnSpLocks/>
          </p:cNvCxnSpPr>
          <p:nvPr/>
        </p:nvCxnSpPr>
        <p:spPr>
          <a:xfrm flipV="1">
            <a:off x="5460150" y="276601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107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BA94978-C6EA-D202-3EB9-D92CD03DF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213C951-AB40-8102-60DA-3B52F61E8E20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CA1960C-9471-F1EF-358B-688971390D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51FADE43-C112-EC0E-C8A8-37F89C52873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D96B5D3-A6D2-704A-21B7-89DBE8F9987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2B5EEFA-BE74-A7CA-AFD0-BB7726AFDF3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420C2F8E-AC52-69BC-B33D-2548EB248013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E33427A-82BF-36BF-8FAD-8CF1B4EB316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5372436-00A6-B57C-DB7B-D9DF12E9318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3F839D3-C61E-5B42-B790-EF3E10870C35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06690C4-E5FF-59C5-1808-A8138F78F4F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309DFAF4-1783-904F-84D5-44953F376A13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D69D19A-0940-169F-B225-08377F9CA25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7B2FD73D-9AE6-62A9-9720-ED060413884A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0074B9A3-0AF9-4DE1-FB12-5A8EFAB81C5C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252C92F6-45B9-48C8-AFC9-4AD191ABFE75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EC1E13B0-3D85-55C4-1448-906E86027C22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384368C-E3B5-C7E0-758A-D67D67A34AB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C04E41C6-8034-246C-2BC4-73BA6DB6DDED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173270E-2FA3-40C6-17A3-9824B03EA31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6DC78F6-84EE-64B6-A007-C72E93C8962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676D244D-B704-CBA4-AD51-34A81A0137E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7321151-B95E-2C81-8942-B754160F43A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CD8234D-4F4A-BBD4-DD88-EAC4CB8800C9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B7753E-EBE7-516E-06C1-345620BC13D0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43EBB679-3353-B34F-AD72-18EE3155D145}"/>
              </a:ext>
            </a:extLst>
          </p:cNvPr>
          <p:cNvSpPr/>
          <p:nvPr/>
        </p:nvSpPr>
        <p:spPr>
          <a:xfrm>
            <a:off x="3127261" y="861724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E197D24C-3EB3-037F-6489-5F4EB3151AC0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24004966-944B-DB1E-AEF0-48F96F7F4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58" y="2741898"/>
            <a:ext cx="5302028" cy="217460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48F1F6-CD1B-2FD0-F9ED-B3B8F31B6673}"/>
              </a:ext>
            </a:extLst>
          </p:cNvPr>
          <p:cNvSpPr/>
          <p:nvPr/>
        </p:nvSpPr>
        <p:spPr>
          <a:xfrm>
            <a:off x="5669253" y="3498589"/>
            <a:ext cx="490310" cy="412784"/>
          </a:xfrm>
          <a:prstGeom prst="rightArrow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1DBF2D-05B8-DC33-5F0D-42CE7CF08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651" y="3356279"/>
            <a:ext cx="2727855" cy="676201"/>
          </a:xfrm>
          <a:prstGeom prst="rect">
            <a:avLst/>
          </a:prstGeom>
        </p:spPr>
      </p:pic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5B9427C6-9064-BBA6-4AD5-B00FDE2E0F5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110248" y="2184675"/>
            <a:ext cx="2830600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bg1"/>
                </a:solidFill>
              </a:rPr>
              <a:t>FRAME_MS = 25 (</a:t>
            </a:r>
            <a:r>
              <a:rPr lang="en-US" sz="1800" b="1" dirty="0" err="1">
                <a:solidFill>
                  <a:schemeClr val="bg1"/>
                </a:solidFill>
              </a:rPr>
              <a:t>ms</a:t>
            </a:r>
            <a:r>
              <a:rPr lang="en-US" sz="1800" b="1" dirty="0">
                <a:solidFill>
                  <a:schemeClr val="bg1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bg1"/>
                </a:solidFill>
              </a:rPr>
              <a:t>SHIFT_MS = 10 (</a:t>
            </a:r>
            <a:r>
              <a:rPr lang="en-US" sz="1800" b="1" dirty="0" err="1">
                <a:solidFill>
                  <a:schemeClr val="bg1"/>
                </a:solidFill>
              </a:rPr>
              <a:t>ms</a:t>
            </a:r>
            <a:r>
              <a:rPr lang="en-US" sz="1800" b="1" dirty="0">
                <a:solidFill>
                  <a:schemeClr val="bg1"/>
                </a:solidFill>
              </a:rPr>
              <a:t>)</a:t>
            </a:r>
            <a:endParaRPr sz="1800" b="1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88FE5C-DC1A-682B-5D96-9B334D0FB10A}"/>
              </a:ext>
            </a:extLst>
          </p:cNvPr>
          <p:cNvSpPr/>
          <p:nvPr/>
        </p:nvSpPr>
        <p:spPr>
          <a:xfrm>
            <a:off x="6110248" y="2188965"/>
            <a:ext cx="2845203" cy="95151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BE9414B-0903-B00B-C192-9E777720F061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62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6C71D855-A718-3AE1-178E-C168049F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B86586F-E5F5-92C7-CAFC-99D1A67B3E9F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BE5BA653-B4F1-F2E1-BFCD-EFCDC2597F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E87D67C-C842-C54C-8A65-F2E677C6FF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FA2DB70-CD4D-3821-4533-1953AA910F3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4EA9B33D-F69B-2EC2-4E5E-E0D4E16D127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4D4D747-88B1-60EA-48E3-CFF5528354FF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CB5FD44-C856-DBC0-1609-E9621AA501B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58A54DF-DC23-0FB6-3436-F3DBBED83EC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625944F9-0A4A-0CF5-AEB4-18E0C953F7E0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6B4B4F2-4191-EDDF-200D-D57BA4B71891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C8DC6A8-B7C3-8C77-6B5F-C241C0DC6C3A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CA076F8-5AB2-B219-368D-0B4A5FF7F0A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CE653BB-3BA1-E572-32DE-9383D5280068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C548AABB-FD5F-7D1E-9289-24ECDC1D0DE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28F5F45-1E5E-94D2-9D8D-D7073FFFC6D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9CC55CED-3AF1-25D4-C115-45C84EBD814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9596FC6-0F17-13F0-F18A-3DDBCB5F81BA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401BAF81-AABC-2AAE-D7CF-7E30C259D5E6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613A564-4AB4-A354-73C6-E2566BBF3FB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CF29A12-59B7-F578-7BD2-4A7FBC4935E1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500CB619-45F4-E457-494B-B3E68778E9E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26E6173-9F8F-78E3-851C-11C1EDF6B80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2B74860-3FDE-897B-38F4-3A451ECFF638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17A59C-9990-42EC-AEB2-D76AE617ED90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F4FF1992-D42A-F6DB-9111-4DE6B0C0AA23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1FEF39-780E-05F8-045E-C4092045D3CD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127E8D95-BA85-858C-B884-84924D66E802}"/>
              </a:ext>
            </a:extLst>
          </p:cNvPr>
          <p:cNvSpPr/>
          <p:nvPr/>
        </p:nvSpPr>
        <p:spPr>
          <a:xfrm>
            <a:off x="3035536" y="820396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C903402A-10BA-FB6D-054F-C2262D3C3160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7E3078-6D73-F6ED-3BA2-C6A67C97C60C}"/>
              </a:ext>
            </a:extLst>
          </p:cNvPr>
          <p:cNvSpPr/>
          <p:nvPr/>
        </p:nvSpPr>
        <p:spPr>
          <a:xfrm>
            <a:off x="2278617" y="1660410"/>
            <a:ext cx="2788435" cy="3201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A534D41-C79A-D9D4-E8DF-FFC9692C3D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  <m:sup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A534D41-C79A-D9D4-E8DF-FFC9692C3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  <a:blipFill>
                <a:blip r:embed="rId3"/>
                <a:stretch>
                  <a:fillRect l="-1990" t="-15447" b="-84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1DA53A22-E522-222F-0242-B269022E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5031" y="1813487"/>
            <a:ext cx="2526797" cy="1181843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14" name="Rectangle">
            <a:extLst>
              <a:ext uri="{FF2B5EF4-FFF2-40B4-BE49-F238E27FC236}">
                <a16:creationId xmlns:a16="http://schemas.microsoft.com/office/drawing/2014/main" id="{8FEB0EF2-E3F3-27DD-7A58-9DC24C657FBD}"/>
              </a:ext>
            </a:extLst>
          </p:cNvPr>
          <p:cNvSpPr/>
          <p:nvPr/>
        </p:nvSpPr>
        <p:spPr>
          <a:xfrm>
            <a:off x="5539556" y="1660411"/>
            <a:ext cx="2788435" cy="3200386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033E73B2-0401-5A06-CB52-232184A0FD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3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brk m:alnAt="23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  <m:e>
                            <m:d>
                              <m:dPr>
                                <m:ctrl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  <m: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3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m:rPr>
                                <m:brk m:alnAt="23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  <m:e>
                            <m: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  <m: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033E73B2-0401-5A06-CB52-232184A0F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  <a:blipFill>
                <a:blip r:embed="rId5"/>
                <a:stretch>
                  <a:fillRect l="-2190" t="-9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14FADED8-D5BB-2987-BC5B-53054F813AD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80254" y="1806837"/>
            <a:ext cx="2507038" cy="168752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3715379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9CACD86-84C0-B75C-0D0F-4355233A9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D4BDCF0C-750D-B434-D5CF-77526E04AB80}"/>
              </a:ext>
            </a:extLst>
          </p:cNvPr>
          <p:cNvSpPr/>
          <p:nvPr/>
        </p:nvSpPr>
        <p:spPr>
          <a:xfrm>
            <a:off x="1836013" y="2972252"/>
            <a:ext cx="6829466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EF1595-044C-EB48-58E7-9B3723590E3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FBAD4EEC-FD83-2AC3-056A-96ABCF3AA3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9C7EC4B7-6165-F195-D04D-4050FDAB86A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483B8DE3-0E53-C4F0-2F8F-A421E8FB0C8B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2957779-4135-4379-F695-B8A0B5A00D6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A1B4954-A701-9E2B-811E-5CC0C1F2548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73209CE-658C-2F06-6932-7FB89F85A7B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B8EDAD1-949F-ADAB-12C1-7CC0E059706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437A863-0154-3979-1463-872FD8FB1A2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9599720-CDAD-1107-CAE3-5E15B3B3D974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2A0D1D-9452-A835-B64A-40ED6FBCA767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156D6326-D4B1-8BEE-A350-65BA07EABD79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2E2854-BFDA-D670-A8B7-A82A732CD38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2AB62795-2936-6D01-A91D-90F47453708B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D928B00-EC7A-DC85-A1CA-91F1AB8C56A4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BF1135-C201-0BB9-5639-8FF721AC599A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CB155BD-E8ED-612F-236B-4A980AF802A5}"/>
              </a:ext>
            </a:extLst>
          </p:cNvPr>
          <p:cNvSpPr/>
          <p:nvPr/>
        </p:nvSpPr>
        <p:spPr>
          <a:xfrm>
            <a:off x="2347815" y="871910"/>
            <a:ext cx="2749228" cy="85318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678B7F-E625-DE2F-D89C-E40E244A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02074" y="2030651"/>
            <a:ext cx="6251392" cy="2500557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FDDE10F-B2A7-1E87-B5D5-0A4A07C0C3D6}"/>
              </a:ext>
            </a:extLst>
          </p:cNvPr>
          <p:cNvSpPr/>
          <p:nvPr/>
        </p:nvSpPr>
        <p:spPr>
          <a:xfrm>
            <a:off x="5421572" y="871910"/>
            <a:ext cx="2749227" cy="85318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03CEB09B-C7D4-C731-6D1A-0E069E568DCD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97043" y="1298502"/>
            <a:ext cx="324529" cy="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C966B800-3B70-1C6D-072D-A2821A7C8B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72768" y="2664657"/>
            <a:ext cx="691376" cy="439866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7C7F881-B4AE-1F19-BFB5-CEFCEA9E1DC7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52246" y="3147660"/>
            <a:ext cx="425155" cy="74340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6864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995E6A3F-447F-8DA9-73C6-7461E8BE5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AA1B9BD-BFA4-ECDA-8E72-6085C05AD64F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276AA00E-73B5-11D3-85A8-C3C8F4EE7B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31B18954-3E19-5082-BECC-CEBEFDF308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0B7A544-47BB-FDB2-23A1-A01E52DB23B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A1E64CF-F209-3B6B-A295-366C60CCADF7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7AFC4A20-51E8-726C-FDFE-36703FE7BC2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6349101-BAC0-B5F9-C965-A3079E44BAB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B007001-AE53-1C43-2699-CB8E596B6D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734BAF78-594E-E424-5359-8120079B19B6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AAAC33A-1A3A-97EB-E08E-35DD77F5B66A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E1A831-90B2-D660-2C3A-69C395E96BED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22FD9885-D590-873F-6059-7D14EFC5CABB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260778-862F-8F54-4949-B8CB72CF344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9387DBA0-A3A0-91D6-4CE7-8ECC0809AD81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A62DDE9-AE3D-FD49-6299-57ED714C609E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3CC69B-8130-3928-713D-47BC6434DB49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6DEF1A-5F50-578D-AFD0-6826753391AC}"/>
              </a:ext>
            </a:extLst>
          </p:cNvPr>
          <p:cNvSpPr/>
          <p:nvPr/>
        </p:nvSpPr>
        <p:spPr>
          <a:xfrm>
            <a:off x="18988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5EDB1-1BA5-495D-8EAE-A6E7606F799D}"/>
              </a:ext>
            </a:extLst>
          </p:cNvPr>
          <p:cNvSpPr/>
          <p:nvPr/>
        </p:nvSpPr>
        <p:spPr>
          <a:xfrm>
            <a:off x="206106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7DA8B5F-573F-5E6E-6BF8-ECAECDA959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750683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168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F59A2AD-6B4B-226C-FC54-D056B5625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2C3C9BFC-E239-0BFE-F44C-DE900A9FFDF2}"/>
              </a:ext>
            </a:extLst>
          </p:cNvPr>
          <p:cNvSpPr/>
          <p:nvPr/>
        </p:nvSpPr>
        <p:spPr>
          <a:xfrm>
            <a:off x="1524000" y="2967835"/>
            <a:ext cx="6829466" cy="2095398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8F145AF-4031-4AEE-60D9-735C60D9A547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A125CEEC-D17E-479E-C933-1BE3F727CF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0B7245F3-4653-6315-62F2-48C14ADAA99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6DE7B0B-32B9-8B64-BE82-6B04FCF8B66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28A64BA3-81DE-7820-A2A5-52F2F1DAF9D5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67DED6A-442E-C883-F543-7A4F072BFD8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194D378-CBAE-88F4-CAA9-E4F6F5A5DB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87662AE-949F-DC21-2F3B-A85AC5F7434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0185773-C0F6-EC76-DAFA-409BB16D455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FA0759E-EDB3-2D08-7D3C-446157F12A59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66838D1-9592-9E8B-3A4B-119ADA16D25A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4D157BEA-18BF-3CFC-69DE-07F4EDBBC54D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9B8162B-3576-75A5-95A5-1AA860741F2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60897FDA-3572-564B-D677-3D0DDE5C9D16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E8AB7D2-B6AC-583F-D695-6E297C5C2405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4AACAB-2E21-C4F4-0F15-15068D91B68B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78FA93D2-854F-8475-5720-9891B277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20CC4BF-5B77-3B42-A61A-3BC1437CCCA2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20873" y="2406351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CB3E866-207D-4DD1-F951-495AB342C045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8092EB-43CE-5265-74F5-CF9ABEC56E20}"/>
              </a:ext>
            </a:extLst>
          </p:cNvPr>
          <p:cNvSpPr/>
          <p:nvPr/>
        </p:nvSpPr>
        <p:spPr>
          <a:xfrm>
            <a:off x="21254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Straight Arrow Connector 7">
            <a:extLst>
              <a:ext uri="{FF2B5EF4-FFF2-40B4-BE49-F238E27FC236}">
                <a16:creationId xmlns:a16="http://schemas.microsoft.com/office/drawing/2014/main" id="{F7C817CB-BD85-418D-5332-988B4C35E4F9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97837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B3CBC7-451D-237E-528B-47F808998BE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903401" y="4000229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3AA3A210-D3D0-A45C-1E98-0A9EB22E418E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7EA4A336-B849-8556-8C33-2B3E961926CA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49018" y="2689859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: Curved 1030">
            <a:extLst>
              <a:ext uri="{FF2B5EF4-FFF2-40B4-BE49-F238E27FC236}">
                <a16:creationId xmlns:a16="http://schemas.microsoft.com/office/drawing/2014/main" id="{2BFEAD1F-F2D0-1017-FD2E-1AC060339A4B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30873" y="2477052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1EA8E95F-58F7-9306-9ABF-E5DA1B078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25198" y="2448142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343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CE6910F-909D-B159-5EE7-35418D0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E2A07D6D-62F8-2E01-9F2D-C312263126E0}"/>
              </a:ext>
            </a:extLst>
          </p:cNvPr>
          <p:cNvSpPr/>
          <p:nvPr/>
        </p:nvSpPr>
        <p:spPr>
          <a:xfrm>
            <a:off x="6030955" y="981857"/>
            <a:ext cx="2514696" cy="933417"/>
          </a:xfrm>
          <a:prstGeom prst="roundRect">
            <a:avLst>
              <a:gd name="adj" fmla="val 20933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33A77A-A362-B186-3CBC-A482023D2AD3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87FFD263-0DF4-FB6A-E39B-855748BF1F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E799AC68-626B-0256-4407-C60ED3A6080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B67C83C-319B-5291-6193-1808E889A43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13011E0-DE36-A128-1285-E3724D96A26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4EB9AFF-03F8-CA42-1CFD-C0607C41871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41C43A2-F101-E3FE-62EB-93400AF8246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4FD0F32-AFB3-6942-47DE-E34B92B22776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C0C76BC-279E-2D83-1254-F21F31BE8DE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AD47421-4BE8-248A-6832-EC61196907EC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56D3E6-BFA3-291B-EC10-9353D6080AC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FD4ED33E-DDD4-2492-03E6-2F3577113A1F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3D7295-AED0-FE98-A08C-3D872EB895CA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DF64C152-3D2A-F452-6AD0-CF83DA13C5D3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29449D1-973B-A4D5-70FE-55DAD128604E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E68F4B88-88A1-CE16-9A75-4116239CA1F5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0DB7D1C9-D06B-8861-81E8-C3489E8DED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8B426C2B-A673-E0CA-CAEC-99304FC4296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0A03C60-3380-9ADC-6C9C-BFC5132552FE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D227AD-0276-03B1-A4BA-024840CF2676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84B6D5D4-0048-415D-AC76-76402F1D571C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DD7EF70-58FA-AFB8-C06E-B2F5C839350C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9E5DB5EB-C5DC-BB63-1FD8-C07006D4626C}"/>
              </a:ext>
            </a:extLst>
          </p:cNvPr>
          <p:cNvCxnSpPr>
            <a:cxnSpLocks/>
          </p:cNvCxnSpPr>
          <p:nvPr/>
        </p:nvCxnSpPr>
        <p:spPr>
          <a:xfrm rot="10800000">
            <a:off x="6141378" y="2566398"/>
            <a:ext cx="267042" cy="192043"/>
          </a:xfrm>
          <a:prstGeom prst="curvedConnector3">
            <a:avLst>
              <a:gd name="adj1" fmla="val -707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02B88ED-5095-5475-AD75-CC9BE08836E8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0EB65A74-27FE-6A28-8A10-DFC7572A4B7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903401" y="3154333"/>
            <a:ext cx="2843" cy="3499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AD9DB4-273C-265E-6D3F-E564647AA013}"/>
              </a:ext>
            </a:extLst>
          </p:cNvPr>
          <p:cNvSpPr/>
          <p:nvPr/>
        </p:nvSpPr>
        <p:spPr>
          <a:xfrm>
            <a:off x="3297378" y="856163"/>
            <a:ext cx="2533876" cy="87095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753BF58-633F-677C-0762-D4D89E4D85D6}"/>
                  </a:ext>
                </a:extLst>
              </p:cNvPr>
              <p:cNvSpPr txBox="1"/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sSub>
                          <m:sSubPr>
                            <m:ctrl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0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</a:t>
                </a:r>
              </a:p>
              <a:p>
                <a:pPr algn="ctr">
                  <a:spcAft>
                    <a:spcPts val="600"/>
                  </a:spcAft>
                </a:pPr>
                <a:r>
                  <a:rPr lang="en-US" sz="1800" i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(W is user-defined)</a:t>
                </a:r>
                <a:endParaRPr lang="vi-VN" sz="1800" i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753BF58-633F-677C-0762-D4D89E4D8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blipFill>
                <a:blip r:embed="rId4"/>
                <a:stretch>
                  <a:fillRect b="-1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6853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4218210-DECC-07F8-5BB9-3F20E51FA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F38084D-D78C-8B32-E788-91E26620C724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439ADF4-715E-4635-D415-2CD58AA13E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D9DBA809-260B-0BA7-3350-E8342806A4D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CCC397E-99AE-F100-91EA-A740DF838F1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9E624D7-B6E0-A2C6-C29D-B5448ACF0F6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F995688-B801-A9E4-C943-B85782CC112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D3274E7-2F44-1ED2-78F2-71E8447F82A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CF1723E-88D0-F81C-2D5E-CE50BC0E40E0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5ABA5F9-979C-5F56-9A78-198628EBF0B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CB99FDA-0C17-F7D6-925F-E8E0818DE487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267336-5D9F-3A22-247C-6129153D91E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1CF7F1B-615D-83CD-2AC8-04A23B8B3F49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BCEB0FA-7A5C-2778-2340-FB58377C3814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2BF966AF-DD17-BF8D-191D-DC315CBA3FC1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BAAC674-7985-07BB-8120-D40D92AE03A8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CF5A9E42-9AA5-63A6-BA7D-AA85B2AAADB7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2607232D-7D54-F46F-CBE6-EAB2E8472EC3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FE167E-412B-438D-0ED5-476B3994AED0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AAA2A8-6EF9-3DBE-5CBC-2065688173B9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769A83A7-5E30-62DD-D9B0-5C6033A14AD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A3C4818-D09F-9DC5-678F-0A2687D1C550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D58941A4-3D7D-55BE-D3E2-BDC9FD5F8F75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9623D83E-E102-DB53-2F38-28EAC8CA6A62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906244" y="3151757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ED2C872-E2A2-0AD0-B2F2-77B48CE3CB78}"/>
              </a:ext>
            </a:extLst>
          </p:cNvPr>
          <p:cNvSpPr/>
          <p:nvPr/>
        </p:nvSpPr>
        <p:spPr>
          <a:xfrm>
            <a:off x="212539" y="2633380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FDA71ACE-50D9-D7A0-F084-09496F56493F}"/>
              </a:ext>
            </a:extLst>
          </p:cNvPr>
          <p:cNvSpPr/>
          <p:nvPr/>
        </p:nvSpPr>
        <p:spPr>
          <a:xfrm>
            <a:off x="212539" y="1862078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165CEA1-BDB1-4BBF-334F-9E143A51B8E4}"/>
              </a:ext>
            </a:extLst>
          </p:cNvPr>
          <p:cNvCxnSpPr>
            <a:cxnSpLocks/>
            <a:stCxn id="3" idx="0"/>
            <a:endCxn id="19" idx="4"/>
          </p:cNvCxnSpPr>
          <p:nvPr/>
        </p:nvCxnSpPr>
        <p:spPr>
          <a:xfrm flipV="1">
            <a:off x="906244" y="2250149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Oval 1025">
            <a:extLst>
              <a:ext uri="{FF2B5EF4-FFF2-40B4-BE49-F238E27FC236}">
                <a16:creationId xmlns:a16="http://schemas.microsoft.com/office/drawing/2014/main" id="{B2754B4E-C1EF-A262-EADB-D311C2E0045E}"/>
              </a:ext>
            </a:extLst>
          </p:cNvPr>
          <p:cNvSpPr/>
          <p:nvPr/>
        </p:nvSpPr>
        <p:spPr>
          <a:xfrm>
            <a:off x="544589" y="1098639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9ADCA3AD-F7C5-E768-AD9D-3D2A13A51B0D}"/>
              </a:ext>
            </a:extLst>
          </p:cNvPr>
          <p:cNvCxnSpPr>
            <a:cxnSpLocks/>
            <a:stCxn id="19" idx="0"/>
            <a:endCxn id="1026" idx="4"/>
          </p:cNvCxnSpPr>
          <p:nvPr/>
        </p:nvCxnSpPr>
        <p:spPr>
          <a:xfrm flipH="1" flipV="1">
            <a:off x="906243" y="1499345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946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B9A655CD-9ABB-28BF-5F01-D44A2A362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9B565E59-812C-4135-261F-FBD76E37DF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909914BE-3186-CD77-CF0C-B7D5E046809E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EC3B3CD9-E090-1930-6B50-F96F48B6AE64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2C04EAC-4D68-AD29-6B01-7203688DD094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10BF3C0-7707-6B37-A78F-8DC13DF25D7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250644A-4DFC-B349-0A8C-399A4F25FE0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06408E5-E488-A2A8-720B-4CDAB3E0C75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5398211-EA52-F5A2-C70E-957A7EF69BA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A1B06E0A-B5CB-CAB4-2D19-22AF98AA3F1C}"/>
              </a:ext>
            </a:extLst>
          </p:cNvPr>
          <p:cNvSpPr/>
          <p:nvPr/>
        </p:nvSpPr>
        <p:spPr>
          <a:xfrm>
            <a:off x="3067974" y="98993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4DA2E47A-AC8D-314F-8073-1C6FE8CE9148}"/>
              </a:ext>
            </a:extLst>
          </p:cNvPr>
          <p:cNvSpPr/>
          <p:nvPr/>
        </p:nvSpPr>
        <p:spPr>
          <a:xfrm>
            <a:off x="2650943" y="176046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72EBCE34-E932-1F82-6606-D544C88C2D03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 flipH="1">
            <a:off x="3428426" y="139010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0717CB98-EE17-DA5A-9A1A-2169B7588C52}"/>
              </a:ext>
            </a:extLst>
          </p:cNvPr>
          <p:cNvSpPr/>
          <p:nvPr/>
        </p:nvSpPr>
        <p:spPr>
          <a:xfrm>
            <a:off x="2662932" y="2531761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81B57E12-FBE9-D583-4B30-2BFC5816B099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>
            <a:off x="3428426" y="2161288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FD9C33A1-FB1A-A771-97A5-6987D5F694BA}"/>
              </a:ext>
            </a:extLst>
          </p:cNvPr>
          <p:cNvCxnSpPr>
            <a:cxnSpLocks/>
          </p:cNvCxnSpPr>
          <p:nvPr/>
        </p:nvCxnSpPr>
        <p:spPr>
          <a:xfrm flipH="1">
            <a:off x="3429027" y="3034182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4CDCD42F-8975-CEC9-2D1B-212953D956FC}"/>
              </a:ext>
            </a:extLst>
          </p:cNvPr>
          <p:cNvSpPr/>
          <p:nvPr/>
        </p:nvSpPr>
        <p:spPr>
          <a:xfrm>
            <a:off x="2657539" y="3402713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A65AAAC9-BC5F-2A99-DFFB-9D0F73585A2E}"/>
              </a:ext>
            </a:extLst>
          </p:cNvPr>
          <p:cNvCxnSpPr>
            <a:cxnSpLocks/>
          </p:cNvCxnSpPr>
          <p:nvPr/>
        </p:nvCxnSpPr>
        <p:spPr>
          <a:xfrm flipH="1">
            <a:off x="3425509" y="3913915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B2EA0261-DDD3-3E1B-3C85-E92294924E8E}"/>
              </a:ext>
            </a:extLst>
          </p:cNvPr>
          <p:cNvSpPr/>
          <p:nvPr/>
        </p:nvSpPr>
        <p:spPr>
          <a:xfrm>
            <a:off x="2645110" y="4283454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ADECCD05-C958-548A-3FF9-B36693C9359A}"/>
              </a:ext>
            </a:extLst>
          </p:cNvPr>
          <p:cNvSpPr/>
          <p:nvPr/>
        </p:nvSpPr>
        <p:spPr>
          <a:xfrm>
            <a:off x="4507374" y="4275607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07A00788-EA05-F616-18EE-8002223A6995}"/>
              </a:ext>
            </a:extLst>
          </p:cNvPr>
          <p:cNvCxnSpPr>
            <a:cxnSpLocks/>
            <a:endCxn id="1371" idx="1"/>
          </p:cNvCxnSpPr>
          <p:nvPr/>
        </p:nvCxnSpPr>
        <p:spPr>
          <a:xfrm>
            <a:off x="4196997" y="4530866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E54863F7-AF95-1BAB-33C6-C150104C2F06}"/>
              </a:ext>
            </a:extLst>
          </p:cNvPr>
          <p:cNvCxnSpPr>
            <a:cxnSpLocks/>
            <a:stCxn id="1371" idx="0"/>
          </p:cNvCxnSpPr>
          <p:nvPr/>
        </p:nvCxnSpPr>
        <p:spPr>
          <a:xfrm flipH="1" flipV="1">
            <a:off x="5198235" y="3890763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4512187B-E62F-D5D9-8C8B-8DCFFFBBA2CB}"/>
              </a:ext>
            </a:extLst>
          </p:cNvPr>
          <p:cNvSpPr/>
          <p:nvPr/>
        </p:nvSpPr>
        <p:spPr>
          <a:xfrm>
            <a:off x="4516284" y="3402713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07BD3018-733D-996A-9957-38294109F6C8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5209989" y="3050138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DC06A4B-7578-6749-9A80-50C9EF0456D9}"/>
              </a:ext>
            </a:extLst>
          </p:cNvPr>
          <p:cNvSpPr/>
          <p:nvPr/>
        </p:nvSpPr>
        <p:spPr>
          <a:xfrm>
            <a:off x="4516284" y="2531761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BF849ECB-B9A7-932B-7B6C-FCC99292D834}"/>
              </a:ext>
            </a:extLst>
          </p:cNvPr>
          <p:cNvSpPr/>
          <p:nvPr/>
        </p:nvSpPr>
        <p:spPr>
          <a:xfrm>
            <a:off x="4516284" y="1760459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0A36DB30-8896-A015-232F-BBF6A4224FB4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5209989" y="2148530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6F883EC5-7ED1-2EBF-BAB8-F68385730236}"/>
              </a:ext>
            </a:extLst>
          </p:cNvPr>
          <p:cNvSpPr/>
          <p:nvPr/>
        </p:nvSpPr>
        <p:spPr>
          <a:xfrm>
            <a:off x="4848334" y="997020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2FF44E7-6018-580A-437A-05C2DA397AE8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H="1" flipV="1">
            <a:off x="5209988" y="1397726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492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0D1439A-F8D5-FF88-D073-1C8AE95BA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60A6E3E1-9F28-D47A-FB53-E3C5E9C04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52BBEFB-7A60-81EC-3982-CB308E4F373A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10A3640-6C4D-35B1-C212-84C577EC84F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A4EC09B-17B9-136A-7805-AA8729824B5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F363BBC-95C0-5F03-DAA6-59DCA9265309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6D29597-4911-7B07-2BAF-C9A5C0344F77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642DF48-662B-B7C3-29E8-FAF6DF51DD6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90385C4-B462-2368-419A-670474B52FE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27B3E3DC-A636-37EE-1812-96838C08730F}"/>
              </a:ext>
            </a:extLst>
          </p:cNvPr>
          <p:cNvSpPr/>
          <p:nvPr/>
        </p:nvSpPr>
        <p:spPr>
          <a:xfrm>
            <a:off x="1488238" y="855845"/>
            <a:ext cx="1775303" cy="585409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8580FF8D-0CAD-1777-063D-8F76F6EF06DF}"/>
              </a:ext>
            </a:extLst>
          </p:cNvPr>
          <p:cNvSpPr/>
          <p:nvPr/>
        </p:nvSpPr>
        <p:spPr>
          <a:xfrm>
            <a:off x="492193" y="1601552"/>
            <a:ext cx="3767942" cy="58636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1D780935-4306-7473-0F4E-181A866E34EB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>
            <a:off x="2375890" y="1441254"/>
            <a:ext cx="274" cy="16029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A64DB122-0222-A6D1-DB26-FFAD2A8D87E6}"/>
              </a:ext>
            </a:extLst>
          </p:cNvPr>
          <p:cNvSpPr/>
          <p:nvPr/>
        </p:nvSpPr>
        <p:spPr>
          <a:xfrm>
            <a:off x="483002" y="2368886"/>
            <a:ext cx="3781727" cy="73498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6A644823-E5C1-4506-9E08-DFC20516A482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 flipH="1">
            <a:off x="2373866" y="2187916"/>
            <a:ext cx="2298" cy="18097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536CEEEC-94F6-8C3F-EB18-D628909264EA}"/>
              </a:ext>
            </a:extLst>
          </p:cNvPr>
          <p:cNvCxnSpPr>
            <a:cxnSpLocks/>
            <a:stCxn id="1365" idx="2"/>
            <a:endCxn id="1368" idx="0"/>
          </p:cNvCxnSpPr>
          <p:nvPr/>
        </p:nvCxnSpPr>
        <p:spPr>
          <a:xfrm>
            <a:off x="2373866" y="3103868"/>
            <a:ext cx="4594" cy="1784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94C7B1B3-EE87-C7E9-E334-93172B12E419}"/>
              </a:ext>
            </a:extLst>
          </p:cNvPr>
          <p:cNvSpPr/>
          <p:nvPr/>
        </p:nvSpPr>
        <p:spPr>
          <a:xfrm>
            <a:off x="492191" y="3282314"/>
            <a:ext cx="3772537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D5E3FE73-5F51-4B16-5478-687B1BDA9ECD}"/>
              </a:ext>
            </a:extLst>
          </p:cNvPr>
          <p:cNvCxnSpPr>
            <a:cxnSpLocks/>
            <a:stCxn id="1368" idx="2"/>
            <a:endCxn id="1370" idx="0"/>
          </p:cNvCxnSpPr>
          <p:nvPr/>
        </p:nvCxnSpPr>
        <p:spPr>
          <a:xfrm>
            <a:off x="2378460" y="4030142"/>
            <a:ext cx="0" cy="16862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6503DD52-3AA3-214E-5091-E2AF839DC5B5}"/>
              </a:ext>
            </a:extLst>
          </p:cNvPr>
          <p:cNvSpPr/>
          <p:nvPr/>
        </p:nvSpPr>
        <p:spPr>
          <a:xfrm>
            <a:off x="492191" y="4198767"/>
            <a:ext cx="3772537" cy="7468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45B37B2E-F22E-FF55-DD67-638F734B4B49}"/>
              </a:ext>
            </a:extLst>
          </p:cNvPr>
          <p:cNvSpPr/>
          <p:nvPr/>
        </p:nvSpPr>
        <p:spPr>
          <a:xfrm>
            <a:off x="4739869" y="4198767"/>
            <a:ext cx="3413924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B89B46AC-4136-02FF-5E2C-EB9E081B0346}"/>
              </a:ext>
            </a:extLst>
          </p:cNvPr>
          <p:cNvCxnSpPr>
            <a:cxnSpLocks/>
            <a:stCxn id="1370" idx="3"/>
            <a:endCxn id="1371" idx="1"/>
          </p:cNvCxnSpPr>
          <p:nvPr/>
        </p:nvCxnSpPr>
        <p:spPr>
          <a:xfrm>
            <a:off x="4264728" y="4572180"/>
            <a:ext cx="475141" cy="50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669AE882-4D9A-971D-15C1-EE8389F4D670}"/>
              </a:ext>
            </a:extLst>
          </p:cNvPr>
          <p:cNvCxnSpPr>
            <a:cxnSpLocks/>
            <a:stCxn id="1371" idx="0"/>
            <a:endCxn id="1374" idx="2"/>
          </p:cNvCxnSpPr>
          <p:nvPr/>
        </p:nvCxnSpPr>
        <p:spPr>
          <a:xfrm flipH="1" flipV="1">
            <a:off x="6442515" y="4032503"/>
            <a:ext cx="4316" cy="16626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E0D0003E-D054-DE9A-2E3D-6E5D9B701C63}"/>
              </a:ext>
            </a:extLst>
          </p:cNvPr>
          <p:cNvSpPr/>
          <p:nvPr/>
        </p:nvSpPr>
        <p:spPr>
          <a:xfrm>
            <a:off x="4739869" y="3279953"/>
            <a:ext cx="3405292" cy="75255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41B0AACC-ACD7-752F-CC48-4E753DB00A7D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6442515" y="3105187"/>
            <a:ext cx="0" cy="17476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8BADA2A0-7A0B-DC9D-85EE-47F44C053F1C}"/>
              </a:ext>
            </a:extLst>
          </p:cNvPr>
          <p:cNvSpPr/>
          <p:nvPr/>
        </p:nvSpPr>
        <p:spPr>
          <a:xfrm>
            <a:off x="4739869" y="2346863"/>
            <a:ext cx="3405292" cy="75832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7EEDCE09-478B-41BF-E429-A27934A95BA3}"/>
              </a:ext>
            </a:extLst>
          </p:cNvPr>
          <p:cNvSpPr/>
          <p:nvPr/>
        </p:nvSpPr>
        <p:spPr>
          <a:xfrm>
            <a:off x="4739869" y="1576465"/>
            <a:ext cx="3405292" cy="567702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B65C42B6-1A9C-AB5B-D7FA-0C0702573720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6442515" y="2144167"/>
            <a:ext cx="0" cy="20269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50788305-10F6-B10A-9835-8D1CE9AAB879}"/>
              </a:ext>
            </a:extLst>
          </p:cNvPr>
          <p:cNvSpPr/>
          <p:nvPr/>
        </p:nvSpPr>
        <p:spPr>
          <a:xfrm>
            <a:off x="5563495" y="849331"/>
            <a:ext cx="1775303" cy="58618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5860942-AB0B-6CC0-796C-1D0A99B9626E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V="1">
            <a:off x="6442515" y="1435516"/>
            <a:ext cx="8632" cy="14094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440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E2E823-755E-D63C-AEE5-AE130D20D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20068EBC-0427-BAA7-46FE-40550B682C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9255CF08-D0D4-46AE-F0A6-8915B6C7053E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E60E4FD-5698-8265-491B-377EC34A74A7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603F61F-67D3-357D-472C-ED65E7E37FA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3D209BC-1693-B8CF-EADD-2DEFD7333C7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9C68FC2-47DD-5074-5043-63A9004F4D91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8096F73-087B-143B-6D13-CE8F3057B69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0DF89E07-4393-6BE1-03ED-38A3504487C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EE1591-7284-96D2-8771-E71A8BC23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641" y="821950"/>
            <a:ext cx="4858718" cy="264380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D5841A-19F3-D2F6-C2B8-224E68C80A85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94578FE3-DF60-7AC3-0C2E-65C8F0CB4964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sz="1800" dirty="0" err="1">
                <a:solidFill>
                  <a:schemeClr val="accent6"/>
                </a:solidFill>
              </a:rPr>
              <a:t>Repeat</a:t>
            </a:r>
            <a:r>
              <a:rPr lang="fr-FR" sz="1800" dirty="0">
                <a:solidFill>
                  <a:schemeClr val="accent6"/>
                </a:solidFill>
              </a:rPr>
              <a:t> the </a:t>
            </a:r>
            <a:r>
              <a:rPr lang="fr-FR" sz="1800" dirty="0" err="1">
                <a:solidFill>
                  <a:schemeClr val="accent6"/>
                </a:solidFill>
              </a:rPr>
              <a:t>algorithm</a:t>
            </a:r>
            <a:r>
              <a:rPr lang="fr-FR" sz="1800" dirty="0">
                <a:solidFill>
                  <a:schemeClr val="accent6"/>
                </a:solidFill>
              </a:rPr>
              <a:t>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Testing signal. After </a:t>
            </a:r>
            <a:r>
              <a:rPr lang="fr-FR" sz="1800" dirty="0" err="1">
                <a:solidFill>
                  <a:schemeClr val="accent6"/>
                </a:solidFill>
              </a:rPr>
              <a:t>computing</a:t>
            </a:r>
            <a:r>
              <a:rPr lang="fr-FR" sz="1800" dirty="0">
                <a:solidFill>
                  <a:schemeClr val="accent6"/>
                </a:solidFill>
              </a:rPr>
              <a:t> the </a:t>
            </a:r>
            <a:r>
              <a:rPr lang="fr-FR" sz="1800" dirty="0" err="1">
                <a:solidFill>
                  <a:schemeClr val="accent6"/>
                </a:solidFill>
              </a:rPr>
              <a:t>histograms</a:t>
            </a:r>
            <a:r>
              <a:rPr lang="fr-FR" sz="1800" dirty="0">
                <a:solidFill>
                  <a:schemeClr val="accent6"/>
                </a:solidFill>
              </a:rPr>
              <a:t> and </a:t>
            </a:r>
            <a:r>
              <a:rPr lang="fr-FR" sz="1800" dirty="0" err="1">
                <a:solidFill>
                  <a:schemeClr val="accent6"/>
                </a:solidFill>
              </a:rPr>
              <a:t>filtering</a:t>
            </a:r>
            <a:r>
              <a:rPr lang="fr-FR" sz="1800" dirty="0">
                <a:solidFill>
                  <a:schemeClr val="accent6"/>
                </a:solidFill>
              </a:rPr>
              <a:t>,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>
                <a:solidFill>
                  <a:schemeClr val="accent6"/>
                </a:solidFill>
              </a:rPr>
              <a:t>(If STE &gt; T1 &amp; SC &gt; T2) OR (STE &gt; T1_high)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 err="1">
                <a:solidFill>
                  <a:schemeClr val="accent6"/>
                </a:solidFill>
              </a:rPr>
              <a:t>Otherwise</a:t>
            </a:r>
            <a:r>
              <a:rPr lang="fr-FR" sz="1800" b="1" dirty="0">
                <a:solidFill>
                  <a:schemeClr val="accent6"/>
                </a:solidFill>
              </a:rPr>
              <a:t> =&gt; Silence.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1B8614-91EB-55A4-889A-AAA306608F21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15889" y="1385181"/>
            <a:ext cx="412902" cy="17956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B2C8502-9208-59AE-2460-67417335AFF2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55264" y="2151763"/>
            <a:ext cx="412902" cy="17956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262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7CC535-9490-4CE9-9A2C-88489922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71776D9E-9DD6-1691-E6B0-7B1DF8AA8B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781AF829-8B26-C8CD-BAAF-6310F7FB9CCF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5AAE36ED-5A22-7AE7-AA64-4C96BC818F4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32C5B3B-CE7F-2CEE-A13A-EA21E060980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56729A0-00A4-D150-9FD0-F48AE9D022C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694324C-8618-05BD-84B7-9A73610FDE1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435035E8-C881-987E-A26D-325D4F616CFE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2115F11A-675B-69B9-6143-4D238BE741F1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9F2DA87C-EDB8-D35F-F120-6D75A44A368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ACE86499-4A83-B900-3CDE-5105C34A3A4B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904A1CC-3782-5BA4-928A-9868542BB110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0BE5F5F7-4DB9-8D5E-8303-76C37201C918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711806E7-8CF0-D52D-C0A4-28D80F9552E9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AC357489-AFDC-9854-0E6C-46E87D17EAF3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65F6B3B-7D02-DDBB-EA7F-FDD6F4E40636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8002A58B-B349-C6A7-DD20-7823A3BC21D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CF84887E-5EAB-3731-9C8A-4E3951DC2B65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DD40CC5-5441-372D-A6AE-83BE241FE42A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5B83AEA-6A1A-C16B-5333-FCB22CE19B6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E54B3D21-31B2-D659-C2EB-B7EE5A136091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847F15-C740-2014-7EFF-DB851A9BC533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E16B97-9C98-14BA-1EC6-34E3303DD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0" y="811081"/>
            <a:ext cx="4194462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5B7695-FAB7-0CD8-60A6-4A50CF4E39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6" y="830849"/>
            <a:ext cx="4194463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5E3DD8B-31E3-A77D-430B-C88D7A0D9B8A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119E2EF-EFDD-C465-9DCA-8AC4A4399505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387ECB-B4FA-8197-FA21-BAA0E13A1047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22.36ms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  <p:sp>
        <p:nvSpPr>
          <p:cNvPr id="3" name="Google Shape;1039;p31">
            <a:extLst>
              <a:ext uri="{FF2B5EF4-FFF2-40B4-BE49-F238E27FC236}">
                <a16:creationId xmlns:a16="http://schemas.microsoft.com/office/drawing/2014/main" id="{26B7D857-48D2-3558-0A4F-CA7C7BBB26DF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610422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C1D1F1BF-D50E-4D03-71FA-26B612A33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DF3E9CE1-AE4F-5302-3CAA-1AEF09D41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E41FE977-92E5-3F86-FF23-509171518AB2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C3ADEC37-22D6-FD3B-DAC9-177B69E1896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59FBDD4-BA1B-7044-C9EC-C4235BC7B44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C5CE542A-9B8A-0AF3-CF85-C4FCB7F8BB8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C420431-6648-53A2-0200-B95BF743994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1805CCD-D015-744C-3D6E-C5D69D31EF7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725F4F3-7673-1473-CF14-C80FC9394C8A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74392FD3-C774-70B0-C151-FF27461C12F3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1F5A07F-7D37-EC11-312D-1BB2B002C77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DEAA9906-A4DF-C511-7020-9B03E79013FB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3FA6C8B-8AE3-12F2-33AA-7F0B8F04CED7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067601C-5761-9502-3306-2EFB080453C7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39C80D9-2FEA-47B3-9F64-D96948100456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2EE5C3E-9EE0-D87E-58A3-F819A27E2DF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92E935D5-9447-65AC-53D4-6EF920D526B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ED15E345-5CD7-F4F7-C1B9-29A1B41C7B9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10C01DE-33B4-7D68-D345-E37349A62BF9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5A5BF3D5-7326-80A2-100E-24C701C8B42E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497258D5-2201-6A05-21BA-6BD438ED53BE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FF66CDA0-5654-1398-C5A1-558FCEE858E8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D4F568B-1BA3-EBA0-F5A8-4E3FF0833AA4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DA59AE-A0F0-4141-BE55-44395270D3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1081"/>
            <a:ext cx="4187830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75C2594-4774-7E68-19FA-EEA2D4C734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30849"/>
            <a:ext cx="4104499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02FBD4-3FFC-59A2-F4DB-F7DD3F78E717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F30471-B620-323C-5868-BCDC95D64934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C6EAA-B154-C53C-800C-202DF0A7D3F6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15.81ms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161885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610B1449-1186-E6CC-86BD-B29D6C80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>
            <a:extLst>
              <a:ext uri="{FF2B5EF4-FFF2-40B4-BE49-F238E27FC236}">
                <a16:creationId xmlns:a16="http://schemas.microsoft.com/office/drawing/2014/main" id="{650D0341-60E6-7281-4F9D-5C5E9FAC26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D247B236-22BE-DA9E-127D-B29599528AC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005972" y="2275964"/>
            <a:ext cx="5452938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SIMPLE STATISTICS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66589574-5122-E31D-C3F3-E8D09260F7DB}"/>
              </a:ext>
            </a:extLst>
          </p:cNvPr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4ABA5C90-BB1E-B58E-FA52-28E8DF0414E1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6BE1C53D-6FB4-6B17-33D7-19F9131536E8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5F6E1AE2-8CDA-1D9B-4AFE-488BC42A3FA3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73580F31-08EE-1876-0272-778758474A7A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61DA6151-1E06-E0B5-DD84-0821FEA135CC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2114EA9A-C4A5-5B9E-C2A2-E43830C23C58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7C55626A-6C15-C853-8498-DAA5F9985059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79FC5BDE-2180-DEEE-03BA-1F7BC5EA2AA2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6EE57C1F-E693-766B-3368-E810770BA420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EC013BEA-22DE-32BF-4EEF-2BB584CDB2D6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1DE27718-A723-88A5-AFC4-213984A904F1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4299AB61-D8F6-2860-30FA-543D626F554F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96243CA9-F4FC-090A-FBED-DD223E7C8358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B9036AFA-ACA8-04C3-8F1A-F209EEC20B3A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9545F489-EAB3-77CF-AD42-3E1F77B53028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29ADD9C0-F629-1ECA-EB5A-A346DD0E22DD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10356633-78E5-BED7-C0AE-8688E8F1ED0A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C2167F5E-3003-330D-94C9-8C747422E986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88AC2C18-B8F4-EE38-8762-78CDA298494B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A8E80116-D799-EA7D-D8AD-D003416AF7C0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A6FF3166-0BA8-2AB0-35D8-6F17780BCEDD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FFD21F50-3131-C368-4E5C-7AEC6D424A58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44F8DEE5-5C1B-70BB-DCB5-248E977B5886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1522A39B-76BB-70A9-5E0E-2593CCA7B0D2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082526F0-E566-1E15-5D68-E667E1AEE037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FEE24DA9-6E2F-BAE0-82A0-9E0E97ADF248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BE56179A-D96F-D169-4F0B-0713D7EDB2EB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165AF028-9ED3-7DC5-9149-29B7D7C6EEE3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6C194A76-C1E9-F4E3-6C7A-1E304283A2A1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B8177C70-B58C-5B5F-D363-60A56FD231E4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F7D84ACC-1205-8CCB-2A40-637C5FC79CB8}"/>
              </a:ext>
            </a:extLst>
          </p:cNvPr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609F773A-1090-8D4C-E42E-5D15DE59D38C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42F2B923-1ED2-D4E4-6DA7-5A2F3C06594D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A0AA0286-0001-4EF7-0BFC-52066EC8A60F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A860ED9A-6B17-CDEE-5718-D049E85AAAEB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29B17CD3-FB8A-8644-16B8-08446858BF39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873239-A9B7-5D19-54C1-EAFFC9D541EC}"/>
              </a:ext>
            </a:extLst>
          </p:cNvPr>
          <p:cNvSpPr/>
          <p:nvPr/>
        </p:nvSpPr>
        <p:spPr>
          <a:xfrm>
            <a:off x="2943682" y="3849326"/>
            <a:ext cx="3452001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Nguyễn Hoàng Hiếu</a:t>
            </a:r>
          </a:p>
        </p:txBody>
      </p:sp>
    </p:spTree>
    <p:extLst>
      <p:ext uri="{BB962C8B-B14F-4D97-AF65-F5344CB8AC3E}">
        <p14:creationId xmlns:p14="http://schemas.microsoft.com/office/powerpoint/2010/main" val="72869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C4AF61C-B5C9-3F0F-AD25-7B9BFEFA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D06D6D2-C236-F7CA-241D-C4B2C58488BE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728EB3FC-B427-89A6-FDBC-53AA2D1B9CC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4C6EB75-A971-0003-9BCB-4E6DCA16CEE3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CDC228E-97F4-B2C3-CCDF-C41CCC4CF66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C4F81F02-DA00-5442-7251-1B2304688BC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611BCDC-2F08-A69C-3D6D-CC22B746BA4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CDA36E4-DF64-61C0-B899-2EE6DD77368C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F03F2FE-600C-47F4-E3A9-2CCDEB6F806C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8F1AC56-A974-A283-1033-A4427BAD25E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CFD3D0FD-F754-9692-C307-C642EEA35A7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DEAEF38-9ADC-D265-C5EC-C6A95EEF0EF5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34D3AF7-6F77-5034-8D2D-BBAA475225A5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AE78A7AB-D9E2-B994-9D04-21F54FD40DC5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635AC40F-96DE-5D1B-2940-B621C6508D7D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0C7FE5CE-2F66-20C5-4754-F2DEC3B14967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3C5624CE-BDB3-AA56-683B-3F7B894B30FB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067441EE-FC9E-AE51-E950-B3036D921604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B14453B5-7E4A-048B-269E-1C00A0C9CD10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FB5EEEE2-DFD8-F85B-2337-3327D5FFBB18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30AD03A9-E55E-63F5-2781-550D748DFE38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0DC96369-C71C-D16F-0E0B-8C1C12AC3ED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5" name="!!1">
            <a:extLst>
              <a:ext uri="{FF2B5EF4-FFF2-40B4-BE49-F238E27FC236}">
                <a16:creationId xmlns:a16="http://schemas.microsoft.com/office/drawing/2014/main" id="{0BC03AA3-3794-B6DB-D1BD-740C8FEB4B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052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90C37B3-EDBF-AA82-5E79-939FAEF3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974D731-AA8E-8FB2-70B3-CB10B2F3617B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FFCD7CA-5046-9EEA-1D53-08F02FCF3C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5BDB2DFD-77EB-313D-0AEE-DC06E95E415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C56B804-9649-A0AC-0CD0-625A72B940B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2909182-B733-6C8E-E63B-CEDA8653B2C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439B4131-340B-13A6-36F8-8A3AB860792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51DCC10-ACDC-C7EC-6A8B-8C02DBE2BEA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FB1F167-5C28-849D-8D87-C2AB4E134CC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33AE7EA5-1888-E602-EF37-1245DDD9F289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A7F2A3-8E86-1AD4-C5FC-6707D80BA577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DF97F51A-596B-A01B-4F8E-D14E748A1F6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0A7B4D8-8D2F-D9E1-2861-D3C65F91B0C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BF8C29B4-781F-8839-E412-1201DBA6C44C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0A5D0BBF-E448-C06A-153A-C199FD1431A9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FC83095-A55A-EFB3-56E2-4D7FB47ED429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3A9A50B6-6D41-3061-20DF-537ADC8D300D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41F8CA30-861E-6152-BA1E-C1836EF44E6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7916BC3-D3CF-4893-31DC-494DC152C66E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29291E77-0511-6C70-6F92-5AFDBF6F36C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BA4004B-2A9E-BCDC-34BA-F357FA48E05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7B978026-C7D3-94ED-6020-9F80ADCD212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4CA8B72-99B9-1A46-6B31-3C8E1A9B84F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86A8A28-D869-A0BD-12C3-F1EC6EF92480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AB053862-C37E-1E50-3153-D99B33F046FA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8DE0AFFB-77A1-C2ED-AA33-8C8E4B42DF08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6E6E11EB-0549-1C92-E8E9-F2C8E2832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86" y="2010772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DDD0B817-E60C-F55C-C863-C5FEEE19D2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1060" y="2481302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FD81A76-60AC-34A4-1CBD-352B576F6867}"/>
              </a:ext>
            </a:extLst>
          </p:cNvPr>
          <p:cNvCxnSpPr>
            <a:cxnSpLocks/>
          </p:cNvCxnSpPr>
          <p:nvPr/>
        </p:nvCxnSpPr>
        <p:spPr>
          <a:xfrm>
            <a:off x="2221534" y="2481255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5A0EB635-C989-645F-090C-6E400090E7F4}"/>
              </a:ext>
            </a:extLst>
          </p:cNvPr>
          <p:cNvCxnSpPr>
            <a:cxnSpLocks/>
          </p:cNvCxnSpPr>
          <p:nvPr/>
        </p:nvCxnSpPr>
        <p:spPr>
          <a:xfrm flipV="1">
            <a:off x="4984628" y="247199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ED29E8E-8C15-3893-17F5-BD4B4E0095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498" y="2010772"/>
            <a:ext cx="3297304" cy="2784664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63921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367FF81-BB8B-3385-DD64-ED24E9B05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2D944CD-6347-E55E-BD77-EBBFDE890582}"/>
              </a:ext>
            </a:extLst>
          </p:cNvPr>
          <p:cNvSpPr/>
          <p:nvPr/>
        </p:nvSpPr>
        <p:spPr>
          <a:xfrm>
            <a:off x="5825461" y="3187181"/>
            <a:ext cx="2934337" cy="95151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EC3CAF-8573-72CF-B65C-544EA5F35587}"/>
              </a:ext>
            </a:extLst>
          </p:cNvPr>
          <p:cNvSpPr/>
          <p:nvPr/>
        </p:nvSpPr>
        <p:spPr>
          <a:xfrm>
            <a:off x="1660466" y="2740576"/>
            <a:ext cx="7375957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473A013-29C8-C081-40A2-B7445BA4E760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0CF40F7D-DC7C-BCD4-940E-7FAC94A41D7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0624BDA-217F-AEE3-90F0-599DE61613F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97DDF76-4EF5-8558-3B28-024506FCDF4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568CAEE-5497-DF6B-5798-7942F11E013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F196C96-F8F2-6342-7E75-95192D44A6C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4F04912-6EBB-34A8-FEF3-507C3B0169A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CA591108-A3A2-8615-8E1B-164160CCB1EA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31015E9E-18F7-B6AF-0C06-E2B7F118BEE3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0F0CC880-0DF0-29D4-57CD-FB65E9D860B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30F41E81-D158-E424-19E8-4A1B84463FE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E1B6C96F-E03B-253A-0BBA-7617D2DBEF0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7E95664-D753-3D19-044A-13D6C6C67E65}"/>
              </a:ext>
            </a:extLst>
          </p:cNvPr>
          <p:cNvGrpSpPr/>
          <p:nvPr/>
        </p:nvGrpSpPr>
        <p:grpSpPr>
          <a:xfrm>
            <a:off x="7454803" y="3283448"/>
            <a:ext cx="1073239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EA373BE-79C6-6317-78D4-B745C6E1C46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0A7F23A-2895-9B4D-8D7D-772535461149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22E44D8-8C68-6CF4-1ED8-EA8B6C89E49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62D118E-6D59-2CBA-509B-007A6F7F369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1DDF2C7-1E38-A66B-7BBC-C5694D46516A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4DF8B5CB-A968-8871-2982-84E996699802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0EF6AB4A-10CA-D801-81A7-8F8EAEF8AB8B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2A834E6-FE6B-AE64-CF09-4F4793DAD738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485AA93-3A16-6BCA-5270-493AAFB6C810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D5EC19C-33BD-A532-D87D-0EC6D8B9E1D1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2E3324CE-9B7F-FC86-D19C-F5DBC3D8EA36}"/>
              </a:ext>
            </a:extLst>
          </p:cNvPr>
          <p:cNvSpPr/>
          <p:nvPr/>
        </p:nvSpPr>
        <p:spPr>
          <a:xfrm>
            <a:off x="1961677" y="853125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549F5E4-D351-ACEA-57B6-33C026BB2FDA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B44D3846-735A-ED6A-A021-AE226EADA42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25461" y="3184147"/>
            <a:ext cx="2934337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FRAME_SIZE = 25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FRAME_STEP = 10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  <a:endParaRPr sz="1800" b="1" dirty="0">
              <a:solidFill>
                <a:schemeClr val="accent6"/>
              </a:solidFill>
            </a:endParaRPr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921C96B-618B-4B03-DA2B-8AF82B30AB50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!!5">
            <a:extLst>
              <a:ext uri="{FF2B5EF4-FFF2-40B4-BE49-F238E27FC236}">
                <a16:creationId xmlns:a16="http://schemas.microsoft.com/office/drawing/2014/main" id="{D5FB5FD1-E578-60C1-3304-391765BB7D7C}"/>
              </a:ext>
            </a:extLst>
          </p:cNvPr>
          <p:cNvSpPr/>
          <p:nvPr/>
        </p:nvSpPr>
        <p:spPr>
          <a:xfrm>
            <a:off x="5111046" y="852596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AB2BC2CB-3C90-BA78-2062-FF29D24D5C93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 flipV="1">
            <a:off x="4851155" y="1337667"/>
            <a:ext cx="259891" cy="52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1">
            <a:extLst>
              <a:ext uri="{FF2B5EF4-FFF2-40B4-BE49-F238E27FC236}">
                <a16:creationId xmlns:a16="http://schemas.microsoft.com/office/drawing/2014/main" id="{BE3EFB6D-C3AF-BEF9-2EE8-AC382EA655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A001F9-6853-C88D-587B-CFDB96D86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618" y="2464614"/>
            <a:ext cx="3705537" cy="241643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4813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8517E94-82A3-5446-CB2F-D417838CA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3C5BA9-950B-E0E5-DCF0-88AEBFF62706}"/>
              </a:ext>
            </a:extLst>
          </p:cNvPr>
          <p:cNvSpPr/>
          <p:nvPr/>
        </p:nvSpPr>
        <p:spPr>
          <a:xfrm>
            <a:off x="3772603" y="3471965"/>
            <a:ext cx="2553277" cy="1014448"/>
          </a:xfrm>
          <a:prstGeom prst="roundRect">
            <a:avLst>
              <a:gd name="adj" fmla="val 5150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>
                    <a:lumMod val="50000"/>
                  </a:schemeClr>
                </a:solidFill>
              </a:ln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DC57079-394E-E4A3-0BF4-EE693F3C8F3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7E4B2BF7-0540-035F-819B-9DCAC991929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7DAC29B-4D76-9E06-302E-C7FF9034313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E468D2B-DE30-C00C-84D2-475AF58EFC8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74830AD-7C60-5479-CBE5-D93310BE0C9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0333AAAC-B685-159F-303A-F9803A983E30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F34306A2-2401-C9C0-A162-8FAF979993BF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7C72305-A305-C7A0-C9BB-63DCE0E41574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48A1DC01-EBAF-2E82-0895-F3A80FBE150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123FEF4-0514-AE4E-B551-2EC980042206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97E0C2B-32CD-FB89-529A-03153725551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0293464-6D64-F3A9-BD65-881B19892DA9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1E200003-EF25-58D9-93BD-8683DECDBA2D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85CB014-348E-FE7B-04D5-08022976CC8B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DFE9FA4A-4EF5-D03B-9DAD-616D48F13CC8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09BA3347-E569-E05F-F028-BDB6006FED0A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9BB4D06A-7DB6-24E6-B701-4251AC6DCE83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F8D9EE73-8D71-AF26-F78A-139AD62D26B4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961ECF4-A067-9059-EF98-56234AEF6127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D62DFA8-690E-6A5B-1A99-A3F9E44FA61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28712F9-66D8-A724-8069-8AD0FC6344C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0C1480A-E933-C169-F8DD-93F0103ADD5C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48961B8-5BE2-8637-A85A-0B4B0202E479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0EEF9454-D162-AAA2-8889-BD3413A10D75}"/>
              </a:ext>
            </a:extLst>
          </p:cNvPr>
          <p:cNvSpPr/>
          <p:nvPr/>
        </p:nvSpPr>
        <p:spPr>
          <a:xfrm>
            <a:off x="205302" y="2629383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E6F656-C3C4-6EDC-FB36-7756C5FE4E14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73200" y="2262907"/>
            <a:ext cx="1" cy="36647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E59FAE8F-71D6-5D69-AE56-3A95C9319E2A}"/>
              </a:ext>
            </a:extLst>
          </p:cNvPr>
          <p:cNvSpPr/>
          <p:nvPr/>
        </p:nvSpPr>
        <p:spPr>
          <a:xfrm>
            <a:off x="3545618" y="793609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8963A443-BE10-D902-16E8-CB6FC11BA6AF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 flipH="1">
            <a:off x="969310" y="3131804"/>
            <a:ext cx="3890" cy="362557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B84D43-DEFB-2D35-9C67-7A1106FE0FBB}"/>
              </a:ext>
            </a:extLst>
          </p:cNvPr>
          <p:cNvSpPr/>
          <p:nvPr/>
        </p:nvSpPr>
        <p:spPr>
          <a:xfrm>
            <a:off x="3169920" y="1706179"/>
            <a:ext cx="3758644" cy="3184056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965FD071-2C18-8E2A-2AD9-3B97FE3DA0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1966" y="3392236"/>
                <a:ext cx="2068656" cy="1199299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For w-</a:t>
                </a:r>
                <a:r>
                  <a:rPr lang="en-US" sz="1800" b="1" dirty="0" err="1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th</a:t>
                </a:r>
                <a:r>
                  <a:rPr lang="en-US" sz="1800" b="1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  <m:sup>
                            <m:r>
                              <a:rPr lang="en-US" sz="1800" b="0" i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accent6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965FD071-2C18-8E2A-2AD9-3B97FE3DA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966" y="3392236"/>
                <a:ext cx="2068656" cy="1199299"/>
              </a:xfrm>
              <a:prstGeom prst="rect">
                <a:avLst/>
              </a:prstGeom>
              <a:blipFill>
                <a:blip r:embed="rId3"/>
                <a:stretch>
                  <a:fillRect l="-2655" r="-1475" b="-35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!!5">
            <a:extLst>
              <a:ext uri="{FF2B5EF4-FFF2-40B4-BE49-F238E27FC236}">
                <a16:creationId xmlns:a16="http://schemas.microsoft.com/office/drawing/2014/main" id="{A76A2637-14CF-5066-C0C9-DB887863A569}"/>
              </a:ext>
            </a:extLst>
          </p:cNvPr>
          <p:cNvSpPr/>
          <p:nvPr/>
        </p:nvSpPr>
        <p:spPr>
          <a:xfrm>
            <a:off x="197521" y="3494361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813EA7D-3B8D-74E8-BE44-AC15AAC35DA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!!1">
            <a:extLst>
              <a:ext uri="{FF2B5EF4-FFF2-40B4-BE49-F238E27FC236}">
                <a16:creationId xmlns:a16="http://schemas.microsoft.com/office/drawing/2014/main" id="{9EC655E1-5838-EE3E-AC17-217F6CB5B6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FC9CFF-80AB-B17C-F56E-B78BBC4EF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432" y="1867215"/>
            <a:ext cx="5148346" cy="136008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30603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8F3DE781-7BB8-8E9D-D671-790C6977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F6607217-CFA6-5239-D22C-3A86F81992D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8A28AF29-738D-6080-C77C-31F1345CE02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DA6E48C-2CE9-98F5-15DD-363E8E2B52C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8B6C5B5-BA8E-3134-7F60-6E67C8ACBD92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D8F377E-7C28-782B-2026-BC2F141AE19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16E1A32-3B3D-5AAC-4A73-5F4B2A80BAB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ABE2EC4-F461-EB40-FFFD-CC4BC6A35C0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B4B73F-1DB4-7499-2D3F-EB1B97465F86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24" name="Google Shape;1040;p31">
                <a:extLst>
                  <a:ext uri="{FF2B5EF4-FFF2-40B4-BE49-F238E27FC236}">
                    <a16:creationId xmlns:a16="http://schemas.microsoft.com/office/drawing/2014/main" id="{ECF47169-4CFA-5C1C-8016-0F55A9C071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5166" y="1651689"/>
                <a:ext cx="6213021" cy="3648132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Let x be the STE threshold. Intersection of probabilities: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sil</m:t>
                        </m:r>
                      </m:sub>
                    </m:sSub>
                    <m:d>
                      <m:d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  <m:d>
                      <m:d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.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Assume STE follows a Gaussian distribution. We got : 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sil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vi-VN" sz="18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  <m: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  <m:r>
                        <a:rPr lang="vi-VN" sz="18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sp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m:rPr>
                                  <m:sty m:val="p"/>
                                </m:rP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lang="vi-VN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vi-VN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vi-VN" sz="18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  <m:r>
                                        <a:rPr lang="vi-VN" sz="180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vi-VN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sp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vi-VN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vi-VN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024" name="Google Shape;1040;p31">
                <a:extLst>
                  <a:ext uri="{FF2B5EF4-FFF2-40B4-BE49-F238E27FC236}">
                    <a16:creationId xmlns:a16="http://schemas.microsoft.com/office/drawing/2014/main" id="{ECF47169-4CFA-5C1C-8016-0F55A9C07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166" y="1651689"/>
                <a:ext cx="6213021" cy="3648132"/>
              </a:xfrm>
              <a:prstGeom prst="rect">
                <a:avLst/>
              </a:prstGeom>
              <a:blipFill>
                <a:blip r:embed="rId3"/>
                <a:stretch>
                  <a:fillRect l="-883" r="-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D33D78E5-3C7B-A848-2ED3-F41E549ED31B}"/>
              </a:ext>
            </a:extLst>
          </p:cNvPr>
          <p:cNvSpPr/>
          <p:nvPr/>
        </p:nvSpPr>
        <p:spPr>
          <a:xfrm>
            <a:off x="2140445" y="1991222"/>
            <a:ext cx="6213021" cy="2472397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!!1">
            <a:extLst>
              <a:ext uri="{FF2B5EF4-FFF2-40B4-BE49-F238E27FC236}">
                <a16:creationId xmlns:a16="http://schemas.microsoft.com/office/drawing/2014/main" id="{D0DFAFB4-9E3A-3952-E732-3BA3A19E6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372A178-8CF9-F126-1077-F5FF1C7B1996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E38B54D7-A36B-EAA8-5B89-1D9D5047920F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8D1EFC-66D8-CF85-DE23-A76383FE87A8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6">
            <a:extLst>
              <a:ext uri="{FF2B5EF4-FFF2-40B4-BE49-F238E27FC236}">
                <a16:creationId xmlns:a16="http://schemas.microsoft.com/office/drawing/2014/main" id="{4345714C-763F-7A9F-E88D-C2B44485047D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D22799-B0C1-3753-B45C-212BA903A2B0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27">
            <a:extLst>
              <a:ext uri="{FF2B5EF4-FFF2-40B4-BE49-F238E27FC236}">
                <a16:creationId xmlns:a16="http://schemas.microsoft.com/office/drawing/2014/main" id="{4E131CB6-8815-7BE4-64EE-E99FC36925E5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967506" y="3147846"/>
            <a:ext cx="0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!!5">
            <a:extLst>
              <a:ext uri="{FF2B5EF4-FFF2-40B4-BE49-F238E27FC236}">
                <a16:creationId xmlns:a16="http://schemas.microsoft.com/office/drawing/2014/main" id="{B3B26640-06B5-6998-4B61-D8A5959015E6}"/>
              </a:ext>
            </a:extLst>
          </p:cNvPr>
          <p:cNvSpPr/>
          <p:nvPr/>
        </p:nvSpPr>
        <p:spPr>
          <a:xfrm>
            <a:off x="195717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358945-AABA-7D02-469F-F73CE09AF457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0" name="Straight Arrow Connector 7">
            <a:extLst>
              <a:ext uri="{FF2B5EF4-FFF2-40B4-BE49-F238E27FC236}">
                <a16:creationId xmlns:a16="http://schemas.microsoft.com/office/drawing/2014/main" id="{07930F74-0B1F-6709-2CB9-BC77F3174884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">
            <a:extLst>
              <a:ext uri="{FF2B5EF4-FFF2-40B4-BE49-F238E27FC236}">
                <a16:creationId xmlns:a16="http://schemas.microsoft.com/office/drawing/2014/main" id="{B1914FA5-861D-ED8A-3263-9F47FF16459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3477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3CB53D1-BD94-64D2-39D6-74C965879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854706B-5E7C-8732-787C-9FDA0D40780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CF1C88DD-9306-AA75-165F-24C4530D6E4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65513B5-D571-5059-84B5-B9246A07924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6BBBAD2-E4B4-3090-097F-8A9C3A64B976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3B99E87-40A1-711D-C62C-BFA688AAE50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35266B4-9092-9101-87BE-FB15B4BB1F1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817B500-9978-53B1-1FD7-55ABB32208F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5E3FAC7-6569-53F0-D8A6-715A03B241E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C548C7A4-FD1A-F7A3-9B53-59B0275E63C1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2049F2-ED76-68D7-1305-02468890639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C907683A-F4FD-DA21-BEC5-68EC6DD44752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91A1493-39BB-94F7-8725-4E2365FAA479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853A2034-6994-2E01-F03D-241882F581FF}"/>
              </a:ext>
            </a:extLst>
          </p:cNvPr>
          <p:cNvCxnSpPr>
            <a:cxnSpLocks/>
            <a:stCxn id="26" idx="2"/>
            <a:endCxn id="16" idx="0"/>
          </p:cNvCxnSpPr>
          <p:nvPr/>
        </p:nvCxnSpPr>
        <p:spPr>
          <a:xfrm>
            <a:off x="967506" y="3147846"/>
            <a:ext cx="0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5">
            <a:extLst>
              <a:ext uri="{FF2B5EF4-FFF2-40B4-BE49-F238E27FC236}">
                <a16:creationId xmlns:a16="http://schemas.microsoft.com/office/drawing/2014/main" id="{7AC6C268-7293-B801-F275-8C3E93BAAFED}"/>
              </a:ext>
            </a:extLst>
          </p:cNvPr>
          <p:cNvSpPr/>
          <p:nvPr/>
        </p:nvSpPr>
        <p:spPr>
          <a:xfrm>
            <a:off x="195717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7E7E50-35E5-D291-EFD0-9D73574DB678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738CD656-B6B6-47A5-F604-A0AF0057BD03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5">
            <a:extLst>
              <a:ext uri="{FF2B5EF4-FFF2-40B4-BE49-F238E27FC236}">
                <a16:creationId xmlns:a16="http://schemas.microsoft.com/office/drawing/2014/main" id="{8D35C779-EAF9-7A84-7839-C6A160EECA3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Google Shape;1040;p31">
                <a:extLst>
                  <a:ext uri="{FF2B5EF4-FFF2-40B4-BE49-F238E27FC236}">
                    <a16:creationId xmlns:a16="http://schemas.microsoft.com/office/drawing/2014/main" id="{5E611A32-1A01-26B8-DCAD-C7571F6D58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9017" y="954460"/>
                <a:ext cx="5982234" cy="3927129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Taking the natural logarithm of both sides, we get the quadratic equations: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a</m:t>
                    </m:r>
                    <m:sSup>
                      <m:sSup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bx</m:t>
                    </m:r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, where: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>
                      <m:eqArr>
                        <m:eqArrPr>
                          <m:ctrlPr>
                            <a:rPr lang="en-US" sz="180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m:rPr>
                              <m:sty m:val="p"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m:rPr>
                              <m:aln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  <m:e>
                          <m:r>
                            <m:rPr>
                              <m:sty m:val="p"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m:rPr>
                              <m:aln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  <m:e>
                          <m:r>
                            <m:rPr>
                              <m:sty m:val="p"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m:rPr>
                              <m:aln/>
                            </m:rP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sil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sub>
                                <m:sup>
                                  <m:r>
                                    <a:rPr lang="en-US" sz="180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80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sp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800" i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sil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eqAr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is the speech mean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meanSp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sil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is the silence mean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meanSl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is the speech standard deviation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stdSp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sil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is the silence standard deviation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stdSl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6" name="Google Shape;1040;p31">
                <a:extLst>
                  <a:ext uri="{FF2B5EF4-FFF2-40B4-BE49-F238E27FC236}">
                    <a16:creationId xmlns:a16="http://schemas.microsoft.com/office/drawing/2014/main" id="{5E611A32-1A01-26B8-DCAD-C7571F6D5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9017" y="954460"/>
                <a:ext cx="5982234" cy="3927129"/>
              </a:xfrm>
              <a:prstGeom prst="rect">
                <a:avLst/>
              </a:prstGeom>
              <a:blipFill>
                <a:blip r:embed="rId3"/>
                <a:stretch>
                  <a:fillRect l="-815" t="-3571" r="-917" b="-34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A0052D-42ED-2272-CD31-537DE3AC0225}"/>
              </a:ext>
            </a:extLst>
          </p:cNvPr>
          <p:cNvSpPr/>
          <p:nvPr/>
        </p:nvSpPr>
        <p:spPr>
          <a:xfrm>
            <a:off x="2437856" y="820998"/>
            <a:ext cx="6151676" cy="4127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!!1">
            <a:extLst>
              <a:ext uri="{FF2B5EF4-FFF2-40B4-BE49-F238E27FC236}">
                <a16:creationId xmlns:a16="http://schemas.microsoft.com/office/drawing/2014/main" id="{9DA5D140-BADF-C35D-17C3-C242B4D480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918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19DD2E1-46AF-F78C-20D5-304AAF06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3A8BFCF-93DF-5B42-D76A-E4D212B131D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7C85D254-3161-D017-7D74-3D44407E360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0499710-7773-6831-0563-8C9783D6546E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E2BB133B-8765-A8C3-FB14-858BB8FAF20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47EF0EE-DC5D-ACBA-FD94-F2BA3CAEFE0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D847AE2C-0E71-7068-7537-C85828EF127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6A71DE4-03C6-C5F7-4515-6307AAC8B6B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B9D95F4-BD36-C446-CA68-962C89AD470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14F81A4-830E-4DFB-A9F5-86CB89F81D2D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847A2E-FD51-39B1-1728-312BC1994D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70638834-F5A9-2BB6-5DA5-7F448091F14C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5D47E52-2897-6F1E-0726-FEE546807D69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C7CDCF64-77E2-A308-1682-1F9FABACF4E1}"/>
              </a:ext>
            </a:extLst>
          </p:cNvPr>
          <p:cNvCxnSpPr>
            <a:cxnSpLocks/>
            <a:stCxn id="26" idx="2"/>
            <a:endCxn id="16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5">
            <a:extLst>
              <a:ext uri="{FF2B5EF4-FFF2-40B4-BE49-F238E27FC236}">
                <a16:creationId xmlns:a16="http://schemas.microsoft.com/office/drawing/2014/main" id="{F0ED7D4B-5511-75C2-A9BD-3413B8EE006A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693947-22EB-2315-2171-C3E91EF93DD1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55F676EC-8E74-C112-2996-44847918AE1E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5">
            <a:extLst>
              <a:ext uri="{FF2B5EF4-FFF2-40B4-BE49-F238E27FC236}">
                <a16:creationId xmlns:a16="http://schemas.microsoft.com/office/drawing/2014/main" id="{A8B353EB-C7B3-71FC-7DFB-4AF4C167094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1" name="Google Shape;1040;p31">
                <a:extLst>
                  <a:ext uri="{FF2B5EF4-FFF2-40B4-BE49-F238E27FC236}">
                    <a16:creationId xmlns:a16="http://schemas.microsoft.com/office/drawing/2014/main" id="{0B51ACBA-368A-4109-72F6-1E96AE3C3B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53528" y="2027155"/>
                <a:ext cx="6161260" cy="2269880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8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=&gt; 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sp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=0.1697</m:t>
                      </m:r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sil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=0.0014</m:t>
                      </m:r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sp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=0.2071</m:t>
                      </m:r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sil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=0.0235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Substituting these values into the formula above, we calculate the optimal STE threshold to be: </a:t>
                </a:r>
                <a:b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</a:b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x = 0.0522</a:t>
                </a:r>
                <a14:m>
                  <m:oMath xmlns:m="http://schemas.openxmlformats.org/officeDocument/2006/math">
                    <m:r>
                      <a:rPr lang="en-US" sz="18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031" name="Google Shape;1040;p31">
                <a:extLst>
                  <a:ext uri="{FF2B5EF4-FFF2-40B4-BE49-F238E27FC236}">
                    <a16:creationId xmlns:a16="http://schemas.microsoft.com/office/drawing/2014/main" id="{0B51ACBA-368A-4109-72F6-1E96AE3C3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528" y="2027155"/>
                <a:ext cx="6161260" cy="2269880"/>
              </a:xfrm>
              <a:prstGeom prst="rect">
                <a:avLst/>
              </a:prstGeom>
              <a:blipFill>
                <a:blip r:embed="rId3"/>
                <a:stretch>
                  <a:fillRect l="-891" r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3" name="Rectangle: Rounded Corners 1032">
            <a:extLst>
              <a:ext uri="{FF2B5EF4-FFF2-40B4-BE49-F238E27FC236}">
                <a16:creationId xmlns:a16="http://schemas.microsoft.com/office/drawing/2014/main" id="{D227C8CF-060C-53C9-86B1-CA3805A8F2C9}"/>
              </a:ext>
            </a:extLst>
          </p:cNvPr>
          <p:cNvSpPr/>
          <p:nvPr/>
        </p:nvSpPr>
        <p:spPr>
          <a:xfrm>
            <a:off x="2268807" y="1998656"/>
            <a:ext cx="6151676" cy="2298379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!!1">
            <a:extLst>
              <a:ext uri="{FF2B5EF4-FFF2-40B4-BE49-F238E27FC236}">
                <a16:creationId xmlns:a16="http://schemas.microsoft.com/office/drawing/2014/main" id="{4B1DF166-3421-EDF6-0DCC-E4A86A6645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C01115-17BC-B4D1-45E6-356F13035F56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</p:spTree>
    <p:extLst>
      <p:ext uri="{BB962C8B-B14F-4D97-AF65-F5344CB8AC3E}">
        <p14:creationId xmlns:p14="http://schemas.microsoft.com/office/powerpoint/2010/main" val="16393131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8666BF7C-B410-A02B-34F1-E07E4B7F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9FEEEFC-AD00-C538-C7D6-0E2FCBC044F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7C55CA8E-E461-189B-637D-76CF7308D33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59BFE75-73EB-F730-EC16-ECB57C0ED06A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C50B2C6-0C05-F7A6-01A9-BAE3BF93112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AD47287-C813-1936-A3AB-4859E06BE81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0B1C170-41CD-F539-4E18-F431C74B281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CEE5C8C-D1C6-75F3-7CAF-67A1693EB7B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6C08B68-494E-81A6-61D2-396325263652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611C2465-41CE-8827-0A23-AF5CD172FEFD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7D82C2-00AA-F6FF-C4A5-E0EF8DCC82B6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!!6">
            <a:extLst>
              <a:ext uri="{FF2B5EF4-FFF2-40B4-BE49-F238E27FC236}">
                <a16:creationId xmlns:a16="http://schemas.microsoft.com/office/drawing/2014/main" id="{81F4082D-052A-EC39-AE11-2FA268A1BE9D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F28CE7-5265-E9A6-E9A0-DE5E65C0F342}"/>
              </a:ext>
            </a:extLst>
          </p:cNvPr>
          <p:cNvCxnSpPr>
            <a:cxnSpLocks/>
            <a:stCxn id="5" idx="4"/>
            <a:endCxn id="1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5791AEAA-87D8-B60D-FE55-7B995511475F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C1AECC0A-54E3-7829-68F6-DDA3642F7926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C76265-68FF-BACF-C214-6FE78AD41254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0F6B5333-1D18-1DED-1BA5-EB97B37DDA83}"/>
              </a:ext>
            </a:extLst>
          </p:cNvPr>
          <p:cNvCxnSpPr>
            <a:cxnSpLocks/>
            <a:stCxn id="25" idx="3"/>
            <a:endCxn id="31" idx="1"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5">
            <a:extLst>
              <a:ext uri="{FF2B5EF4-FFF2-40B4-BE49-F238E27FC236}">
                <a16:creationId xmlns:a16="http://schemas.microsoft.com/office/drawing/2014/main" id="{0FDD318F-4E1B-1690-2829-EF06873F6B44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96A903B-EDF1-A5D8-9DBF-F8D5EFCCF39C}"/>
              </a:ext>
            </a:extLst>
          </p:cNvPr>
          <p:cNvSpPr/>
          <p:nvPr/>
        </p:nvSpPr>
        <p:spPr>
          <a:xfrm>
            <a:off x="2039486" y="4380071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031" name="Parallelogram 1030">
            <a:extLst>
              <a:ext uri="{FF2B5EF4-FFF2-40B4-BE49-F238E27FC236}">
                <a16:creationId xmlns:a16="http://schemas.microsoft.com/office/drawing/2014/main" id="{6711519F-8066-E3D7-7A70-BF6629C152AC}"/>
              </a:ext>
            </a:extLst>
          </p:cNvPr>
          <p:cNvSpPr/>
          <p:nvPr/>
        </p:nvSpPr>
        <p:spPr>
          <a:xfrm>
            <a:off x="2188021" y="3608711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02E30293-F052-BFBA-DAF8-2B1458C90C77}"/>
              </a:ext>
            </a:extLst>
          </p:cNvPr>
          <p:cNvCxnSpPr>
            <a:cxnSpLocks/>
            <a:stCxn id="31" idx="0"/>
            <a:endCxn id="1031" idx="4"/>
          </p:cNvCxnSpPr>
          <p:nvPr/>
        </p:nvCxnSpPr>
        <p:spPr>
          <a:xfrm flipH="1" flipV="1">
            <a:off x="2881726" y="3996782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Oval 1032">
            <a:extLst>
              <a:ext uri="{FF2B5EF4-FFF2-40B4-BE49-F238E27FC236}">
                <a16:creationId xmlns:a16="http://schemas.microsoft.com/office/drawing/2014/main" id="{DAB9F8C1-F22E-EB66-ADD5-424EB3A13056}"/>
              </a:ext>
            </a:extLst>
          </p:cNvPr>
          <p:cNvSpPr/>
          <p:nvPr/>
        </p:nvSpPr>
        <p:spPr>
          <a:xfrm>
            <a:off x="2520071" y="2845272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BFD9C9A7-53BB-5A7D-A3FB-3A56FC76A221}"/>
              </a:ext>
            </a:extLst>
          </p:cNvPr>
          <p:cNvCxnSpPr>
            <a:cxnSpLocks/>
            <a:stCxn id="1031" idx="0"/>
            <a:endCxn id="1033" idx="4"/>
          </p:cNvCxnSpPr>
          <p:nvPr/>
        </p:nvCxnSpPr>
        <p:spPr>
          <a:xfrm flipH="1" flipV="1">
            <a:off x="2881725" y="3245978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" name="!!1">
            <a:extLst>
              <a:ext uri="{FF2B5EF4-FFF2-40B4-BE49-F238E27FC236}">
                <a16:creationId xmlns:a16="http://schemas.microsoft.com/office/drawing/2014/main" id="{5C6CDB13-C01B-D120-6441-203AA1B67A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722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F2D9E79-9D29-4739-A370-0800BBFF2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FAF722EF-0244-803A-F643-95A7AF85493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E54C7A3-AFDB-13B6-B614-CAA92DF8562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B4A0000-657A-2710-636C-B5BCC802653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3DC27EC-2DB5-7840-6895-7C46D766DBF7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7CBD8FD1-42CE-DC9D-5912-429D80FCD53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991BCA7-435F-2164-F20F-0ED399AC3DF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0FD728A-6CE2-4EC3-AE51-DB1B20C1074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2226A-B1D8-53CB-A357-5AD9CE009B98}"/>
              </a:ext>
            </a:extLst>
          </p:cNvPr>
          <p:cNvSpPr/>
          <p:nvPr/>
        </p:nvSpPr>
        <p:spPr>
          <a:xfrm>
            <a:off x="3348265" y="89719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78C2640F-9CE9-6BF8-F441-092D181223F8}"/>
              </a:ext>
            </a:extLst>
          </p:cNvPr>
          <p:cNvSpPr/>
          <p:nvPr/>
        </p:nvSpPr>
        <p:spPr>
          <a:xfrm>
            <a:off x="2931234" y="166772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E88466C-2FB7-9BFA-8079-6A3EB7AD3468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 flipH="1">
            <a:off x="3708717" y="129736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!!6">
            <a:extLst>
              <a:ext uri="{FF2B5EF4-FFF2-40B4-BE49-F238E27FC236}">
                <a16:creationId xmlns:a16="http://schemas.microsoft.com/office/drawing/2014/main" id="{4123A41F-F55A-FC65-3D2E-CE9413746BFB}"/>
              </a:ext>
            </a:extLst>
          </p:cNvPr>
          <p:cNvSpPr/>
          <p:nvPr/>
        </p:nvSpPr>
        <p:spPr>
          <a:xfrm>
            <a:off x="2935124" y="2451066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1AFEBB-F59D-A216-8304-879E1297C344}"/>
              </a:ext>
            </a:extLst>
          </p:cNvPr>
          <p:cNvCxnSpPr>
            <a:cxnSpLocks/>
            <a:stCxn id="3" idx="4"/>
            <a:endCxn id="5" idx="0"/>
          </p:cNvCxnSpPr>
          <p:nvPr/>
        </p:nvCxnSpPr>
        <p:spPr>
          <a:xfrm flipH="1">
            <a:off x="3703022" y="2068548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6BFC2204-A732-E3A6-55B2-E72D7B214CFA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703022" y="2953487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5">
            <a:extLst>
              <a:ext uri="{FF2B5EF4-FFF2-40B4-BE49-F238E27FC236}">
                <a16:creationId xmlns:a16="http://schemas.microsoft.com/office/drawing/2014/main" id="{93BBA45B-46D6-B315-4A37-2AFA354BCD4D}"/>
              </a:ext>
            </a:extLst>
          </p:cNvPr>
          <p:cNvSpPr/>
          <p:nvPr/>
        </p:nvSpPr>
        <p:spPr>
          <a:xfrm>
            <a:off x="2935442" y="3311915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D9B8F-42E9-0E6A-DDAD-75FE817432D4}"/>
              </a:ext>
            </a:extLst>
          </p:cNvPr>
          <p:cNvSpPr/>
          <p:nvPr/>
        </p:nvSpPr>
        <p:spPr>
          <a:xfrm>
            <a:off x="2931234" y="4184809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10" name="Straight Arrow Connector 7">
            <a:extLst>
              <a:ext uri="{FF2B5EF4-FFF2-40B4-BE49-F238E27FC236}">
                <a16:creationId xmlns:a16="http://schemas.microsoft.com/office/drawing/2014/main" id="{ADF7AA1E-523D-0361-5A5A-C583C3BEC8FA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4474811" y="4436020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5">
            <a:extLst>
              <a:ext uri="{FF2B5EF4-FFF2-40B4-BE49-F238E27FC236}">
                <a16:creationId xmlns:a16="http://schemas.microsoft.com/office/drawing/2014/main" id="{5BC50775-6E5E-653B-BCCD-7E316CBCF0E2}"/>
              </a:ext>
            </a:extLst>
          </p:cNvPr>
          <p:cNvCxnSpPr>
            <a:cxnSpLocks/>
          </p:cNvCxnSpPr>
          <p:nvPr/>
        </p:nvCxnSpPr>
        <p:spPr>
          <a:xfrm flipH="1">
            <a:off x="3703023" y="3802423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0FA8591-A87F-E8C7-E515-01253A754C32}"/>
              </a:ext>
            </a:extLst>
          </p:cNvPr>
          <p:cNvSpPr/>
          <p:nvPr/>
        </p:nvSpPr>
        <p:spPr>
          <a:xfrm>
            <a:off x="4775002" y="4185712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8FCCB0F2-D09C-C5CA-0126-458363899F2C}"/>
              </a:ext>
            </a:extLst>
          </p:cNvPr>
          <p:cNvSpPr/>
          <p:nvPr/>
        </p:nvSpPr>
        <p:spPr>
          <a:xfrm>
            <a:off x="4923537" y="3414352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9218C9-5CBF-602E-8899-477A76CAFE18}"/>
              </a:ext>
            </a:extLst>
          </p:cNvPr>
          <p:cNvCxnSpPr>
            <a:cxnSpLocks/>
            <a:stCxn id="12" idx="0"/>
            <a:endCxn id="13" idx="4"/>
          </p:cNvCxnSpPr>
          <p:nvPr/>
        </p:nvCxnSpPr>
        <p:spPr>
          <a:xfrm flipH="1" flipV="1">
            <a:off x="5617242" y="3802423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23521BA-8A58-2E91-C7E7-A5D8CD5FE292}"/>
              </a:ext>
            </a:extLst>
          </p:cNvPr>
          <p:cNvSpPr/>
          <p:nvPr/>
        </p:nvSpPr>
        <p:spPr>
          <a:xfrm>
            <a:off x="5255587" y="2650913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E061B10-B456-C9C7-3657-B384FF9E6BE1}"/>
              </a:ext>
            </a:extLst>
          </p:cNvPr>
          <p:cNvCxnSpPr>
            <a:cxnSpLocks/>
            <a:stCxn id="13" idx="0"/>
            <a:endCxn id="15" idx="4"/>
          </p:cNvCxnSpPr>
          <p:nvPr/>
        </p:nvCxnSpPr>
        <p:spPr>
          <a:xfrm flipH="1" flipV="1">
            <a:off x="5617241" y="3051619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!!1">
            <a:extLst>
              <a:ext uri="{FF2B5EF4-FFF2-40B4-BE49-F238E27FC236}">
                <a16:creationId xmlns:a16="http://schemas.microsoft.com/office/drawing/2014/main" id="{F6046043-6449-2F7D-8F84-7482EE0D14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9250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B0E26CC-CECF-00BE-6D75-913EABB36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1EB0FD6F-3D7F-9B83-246C-21F0BF44661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57F551B-AA48-D9C0-8FFA-60E2190CE43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5F629F7-AA65-AFC9-D699-2EF6ED6B3E85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1294531-A8FD-EF28-6C50-7455BBBFD04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081A5BC-4F67-9D9C-4AD2-77B4DDBF395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C5529FF-127B-CC36-9290-AF6E8DFCBE6B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ED35DD4-3BE1-A0D7-96EC-BA97AE4C0790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974287B-8BA3-9E16-D2FD-EBF9C6C29EF6}"/>
              </a:ext>
            </a:extLst>
          </p:cNvPr>
          <p:cNvSpPr/>
          <p:nvPr/>
        </p:nvSpPr>
        <p:spPr>
          <a:xfrm>
            <a:off x="1833044" y="762823"/>
            <a:ext cx="1581647" cy="640060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97A51C4E-A2DE-B367-5CDA-25D23DB23C69}"/>
              </a:ext>
            </a:extLst>
          </p:cNvPr>
          <p:cNvSpPr/>
          <p:nvPr/>
        </p:nvSpPr>
        <p:spPr>
          <a:xfrm>
            <a:off x="703047" y="1573682"/>
            <a:ext cx="3841641" cy="57390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D918BB-15B6-5C88-7642-5E312EFD25E2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>
          <a:xfrm>
            <a:off x="2623868" y="1402883"/>
            <a:ext cx="0" cy="1707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!!6">
            <a:extLst>
              <a:ext uri="{FF2B5EF4-FFF2-40B4-BE49-F238E27FC236}">
                <a16:creationId xmlns:a16="http://schemas.microsoft.com/office/drawing/2014/main" id="{68861F7A-DF5D-E562-5649-247154A2FB27}"/>
              </a:ext>
            </a:extLst>
          </p:cNvPr>
          <p:cNvSpPr/>
          <p:nvPr/>
        </p:nvSpPr>
        <p:spPr>
          <a:xfrm>
            <a:off x="726725" y="2357757"/>
            <a:ext cx="3794283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2B9181-2ECE-1BBA-2EFC-278310B312E8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 flipH="1">
            <a:off x="2623867" y="2147586"/>
            <a:ext cx="1" cy="21017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767FF11C-C76C-842C-BDAE-0A456586CEAB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 flipH="1">
            <a:off x="2623866" y="3077121"/>
            <a:ext cx="1" cy="21017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3A6B7DD6-049B-8C05-C299-17CAE4AC4A7D}"/>
              </a:ext>
            </a:extLst>
          </p:cNvPr>
          <p:cNvSpPr/>
          <p:nvPr/>
        </p:nvSpPr>
        <p:spPr>
          <a:xfrm>
            <a:off x="717113" y="3287293"/>
            <a:ext cx="3813506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6B7335-BB72-5905-05B7-005CBE7FC283}"/>
              </a:ext>
            </a:extLst>
          </p:cNvPr>
          <p:cNvSpPr/>
          <p:nvPr/>
        </p:nvSpPr>
        <p:spPr>
          <a:xfrm>
            <a:off x="717113" y="4220879"/>
            <a:ext cx="3813506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STE value of each frame.</a:t>
            </a:r>
          </a:p>
        </p:txBody>
      </p:sp>
      <p:cxnSp>
        <p:nvCxnSpPr>
          <p:cNvPr id="26" name="Straight Arrow Connector 7">
            <a:extLst>
              <a:ext uri="{FF2B5EF4-FFF2-40B4-BE49-F238E27FC236}">
                <a16:creationId xmlns:a16="http://schemas.microsoft.com/office/drawing/2014/main" id="{DD9D555D-6EBA-C3E0-517F-124344016E1F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 flipV="1">
            <a:off x="4530619" y="4579915"/>
            <a:ext cx="244383" cy="6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5">
            <a:extLst>
              <a:ext uri="{FF2B5EF4-FFF2-40B4-BE49-F238E27FC236}">
                <a16:creationId xmlns:a16="http://schemas.microsoft.com/office/drawing/2014/main" id="{822D521F-94E8-13E6-B492-AAB152E9D2F0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2623866" y="4006657"/>
            <a:ext cx="0" cy="21422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E826E6FB-3087-AB9C-1540-D5DE763CE95B}"/>
              </a:ext>
            </a:extLst>
          </p:cNvPr>
          <p:cNvSpPr/>
          <p:nvPr/>
        </p:nvSpPr>
        <p:spPr>
          <a:xfrm>
            <a:off x="4775002" y="4220879"/>
            <a:ext cx="4169213" cy="71807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DBB667BC-C967-1998-674C-B2CB202ED4A6}"/>
              </a:ext>
            </a:extLst>
          </p:cNvPr>
          <p:cNvSpPr/>
          <p:nvPr/>
        </p:nvSpPr>
        <p:spPr>
          <a:xfrm>
            <a:off x="4759944" y="3414353"/>
            <a:ext cx="4184271" cy="55563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Speech threshold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8EA8AB7-4C65-1983-F04A-6D4709F0B04E}"/>
              </a:ext>
            </a:extLst>
          </p:cNvPr>
          <p:cNvCxnSpPr>
            <a:cxnSpLocks/>
            <a:stCxn id="28" idx="0"/>
            <a:endCxn id="29" idx="4"/>
          </p:cNvCxnSpPr>
          <p:nvPr/>
        </p:nvCxnSpPr>
        <p:spPr>
          <a:xfrm flipH="1" flipV="1">
            <a:off x="6852080" y="3969991"/>
            <a:ext cx="7529" cy="25088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D6FC227B-538A-179A-79D4-85EE43ECC8EF}"/>
              </a:ext>
            </a:extLst>
          </p:cNvPr>
          <p:cNvSpPr/>
          <p:nvPr/>
        </p:nvSpPr>
        <p:spPr>
          <a:xfrm>
            <a:off x="6087565" y="2571750"/>
            <a:ext cx="1529028" cy="592732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344" name="Straight Arrow Connector 1343">
            <a:extLst>
              <a:ext uri="{FF2B5EF4-FFF2-40B4-BE49-F238E27FC236}">
                <a16:creationId xmlns:a16="http://schemas.microsoft.com/office/drawing/2014/main" id="{D11DA457-2966-A047-E012-6AAD7039B18E}"/>
              </a:ext>
            </a:extLst>
          </p:cNvPr>
          <p:cNvCxnSpPr>
            <a:cxnSpLocks/>
            <a:stCxn id="29" idx="0"/>
            <a:endCxn id="31" idx="4"/>
          </p:cNvCxnSpPr>
          <p:nvPr/>
        </p:nvCxnSpPr>
        <p:spPr>
          <a:xfrm flipH="1" flipV="1">
            <a:off x="6852079" y="3164482"/>
            <a:ext cx="1" cy="24987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!!1">
            <a:extLst>
              <a:ext uri="{FF2B5EF4-FFF2-40B4-BE49-F238E27FC236}">
                <a16:creationId xmlns:a16="http://schemas.microsoft.com/office/drawing/2014/main" id="{78FB2BBF-8DAF-7ACB-A81E-5391AD9A72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163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2160FAB9-306C-F79A-3320-9FC2DFD00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BB70BF9B-1A3D-4957-A083-C38139CFB43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A47C6C5-6D49-5711-4F28-24FD4696248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06C408AA-1DB3-5A3E-713D-FC2A06D61BB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E1C05D7-E3A4-005B-1241-2002C8184CD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9420990-0843-424A-5016-A37EDBD311F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3D8EE94-9CC0-E93B-31F9-0313276CF41E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D7BFEED8-6359-F466-17E7-36412FD8456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8726717-2356-F347-65F3-D82CB867D7BA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BA73E170-0E1E-810D-4713-CB828AF178A4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sz="1800" dirty="0" err="1">
                <a:solidFill>
                  <a:schemeClr val="accent6"/>
                </a:solidFill>
              </a:rPr>
              <a:t>Repeat</a:t>
            </a:r>
            <a:r>
              <a:rPr lang="fr-FR" sz="1800" dirty="0">
                <a:solidFill>
                  <a:schemeClr val="accent6"/>
                </a:solidFill>
              </a:rPr>
              <a:t> the </a:t>
            </a:r>
            <a:r>
              <a:rPr lang="fr-FR" sz="1800" dirty="0" err="1">
                <a:solidFill>
                  <a:schemeClr val="accent6"/>
                </a:solidFill>
              </a:rPr>
              <a:t>algorithm</a:t>
            </a:r>
            <a:r>
              <a:rPr lang="fr-FR" sz="1800" dirty="0">
                <a:solidFill>
                  <a:schemeClr val="accent6"/>
                </a:solidFill>
              </a:rPr>
              <a:t>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Testing signal. After </a:t>
            </a:r>
            <a:r>
              <a:rPr lang="fr-FR" sz="1800" dirty="0" err="1">
                <a:solidFill>
                  <a:schemeClr val="accent6"/>
                </a:solidFill>
              </a:rPr>
              <a:t>computing</a:t>
            </a:r>
            <a:r>
              <a:rPr lang="fr-FR" sz="1800" dirty="0">
                <a:solidFill>
                  <a:schemeClr val="accent6"/>
                </a:solidFill>
              </a:rPr>
              <a:t> the value STE, for </a:t>
            </a:r>
            <a:r>
              <a:rPr lang="fr-FR" sz="1800" dirty="0" err="1">
                <a:solidFill>
                  <a:schemeClr val="accent6"/>
                </a:solidFill>
              </a:rPr>
              <a:t>each</a:t>
            </a:r>
            <a:r>
              <a:rPr lang="fr-FR" sz="1800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>
                <a:solidFill>
                  <a:schemeClr val="accent6"/>
                </a:solidFill>
              </a:rPr>
              <a:t>If STE &gt; </a:t>
            </a:r>
            <a:r>
              <a:rPr lang="fr-FR" sz="1800" b="1" dirty="0" err="1">
                <a:solidFill>
                  <a:schemeClr val="accent6"/>
                </a:solidFill>
              </a:rPr>
              <a:t>Threshold</a:t>
            </a:r>
            <a:r>
              <a:rPr lang="fr-FR" sz="1800" b="1" dirty="0">
                <a:solidFill>
                  <a:schemeClr val="accent6"/>
                </a:solidFill>
              </a:rPr>
              <a:t>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1800" b="1" dirty="0" err="1">
                <a:solidFill>
                  <a:schemeClr val="accent6"/>
                </a:solidFill>
              </a:rPr>
              <a:t>Otherwise</a:t>
            </a:r>
            <a:r>
              <a:rPr lang="fr-FR" sz="1800" b="1" dirty="0">
                <a:solidFill>
                  <a:schemeClr val="accent6"/>
                </a:solidFill>
              </a:rPr>
              <a:t> =&gt; Silence.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F393CB-B2F3-F576-8257-8A919DE756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67473" y="785746"/>
            <a:ext cx="5009054" cy="2727612"/>
          </a:xfrm>
          <a:prstGeom prst="rect">
            <a:avLst/>
          </a:prstGeom>
        </p:spPr>
      </p:pic>
      <p:sp>
        <p:nvSpPr>
          <p:cNvPr id="9" name="!!1">
            <a:extLst>
              <a:ext uri="{FF2B5EF4-FFF2-40B4-BE49-F238E27FC236}">
                <a16:creationId xmlns:a16="http://schemas.microsoft.com/office/drawing/2014/main" id="{3E590720-7FC0-C238-D1E1-F6DBE93F2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718C1AD9-5598-53BE-E6A2-0E661FE6C771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27971" y="1341119"/>
            <a:ext cx="412902" cy="17956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170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0CE0C70-DA73-8100-17B3-92D0AFF91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1">
            <a:extLst>
              <a:ext uri="{FF2B5EF4-FFF2-40B4-BE49-F238E27FC236}">
                <a16:creationId xmlns:a16="http://schemas.microsoft.com/office/drawing/2014/main" id="{3E59D9E5-9E4C-1913-2331-E9CB1A8A491A}"/>
              </a:ext>
            </a:extLst>
          </p:cNvPr>
          <p:cNvSpPr txBox="1">
            <a:spLocks/>
          </p:cNvSpPr>
          <p:nvPr/>
        </p:nvSpPr>
        <p:spPr>
          <a:xfrm>
            <a:off x="1732834" y="110819"/>
            <a:ext cx="6818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dirty="0"/>
              <a:t>SIMPLE STATISTICS: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RESULTS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6391D4C-3CBE-920C-51D6-5CA7335390C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9ABFDDC-478C-9F22-B6BE-F0846409F1A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0CDA713-5BC7-D664-79B7-90B1277FB73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63F9434-F149-C5AA-D4AB-AA186DDEF49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D4DEBBF-3CFD-1228-B991-F67B7A1A0A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3DB2841-F27A-D801-8CC4-BB730A5647D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AD894E0-092F-0A2E-1025-63AD6C4EA5A2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BF49CB5-5184-E040-26D1-67BCC4FF0894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4CFA07B-A07E-0AC1-393E-A416681F401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2C7CB247-3C84-2974-2E1E-4DE7B8D3E4C5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ADB8D99F-2292-B73F-D369-8B6C7AE53BF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94DE0658-6E09-5741-B22D-A44BFC1BE94D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E5B0205B-FE71-2B3A-1663-C46030DC619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FE2F6E5-F5C7-4DFD-9977-F0F006E0DE1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944905E6-0691-3573-8347-457ECEC198F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448F9704-8A20-096F-3C90-88246922F7E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19D4FEA4-F983-C3C5-44B6-EA7753C56F8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19DAF56D-EB20-7336-DED8-D311E16D6531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DA0D4D15-FB6F-59A3-2810-AC79384E59BE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C3EE613-572A-DE38-A53C-D4DD9ABD1C6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BF398E-26B9-29BF-6DE8-B359D2D514EF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6DA426-6D59-21A7-2182-21909C8B5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7260" y="811291"/>
            <a:ext cx="4194461" cy="22819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464D44-7B3A-F623-989D-5ACC817AA1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7" y="831059"/>
            <a:ext cx="4194461" cy="22819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ADD254-2E6A-AC78-C706-895DC65FCBDA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21.21ms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Error is due to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89E748-77C0-B351-6C17-829379214165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4C5D67-D7EF-73F1-13E9-D5E54A96A756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60ms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60.83ms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Boundary deviation and shifting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3121669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B544DD2-FCA5-C372-07CE-D9E42C6B2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170A7235-FDD5-AC99-05E7-7B89FC4DDEA3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2143936-E682-CFA3-BE3D-B5E923F5921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35117098-20CB-1A6F-8730-4CB751DB63BD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2005690A-BD8B-CE42-346D-3D3AF2D3A702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E3AF9BE-3CC4-18D7-7D3D-9A834F2B30BD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1B46C6E0-0EC9-AAA5-D109-4AE90FDA41BF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A76D4F3-B79B-1C4D-9906-D7A5A8BFF0BC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B4197FD-360B-D6D8-7AD8-6DC5E733126F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388764A0-0A66-E069-9B8E-E962914775D1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F5BC5EE-B8F9-C902-316C-2F7F6C54480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47592B6B-B844-C391-38FB-D79A6777A2D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6665D44A-F700-7A8D-B8E8-E34E64D3B667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B1783C13-4AB5-4A18-1F3E-C0612A5920D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12BEDE-3C64-BA91-7A83-D4D49C399004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8EE48C-B893-D2E6-DECA-2C7A544E2D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2049"/>
            <a:ext cx="4187829" cy="22804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9D85FE-A69B-E96B-EF56-6C46F42AB5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55531"/>
            <a:ext cx="4104498" cy="22329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83CCC1D-4E42-D25B-D2E5-5B839FFCD60E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35ms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38.08ms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Fairly accurate; slight delay compared to ground truth.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works well for male voices in studio; error from smoothing/post-processing. 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6AF0156-37D1-26A5-C469-CB0C30D98B20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FFBB48-4356-B60E-CF26-F9E169493CC8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40ms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56.57ms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Relatively shifted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Weak unvoiced sounds make STE less sensitive, causing phase delay from smoothing. </a:t>
            </a:r>
          </a:p>
        </p:txBody>
      </p:sp>
      <p:sp>
        <p:nvSpPr>
          <p:cNvPr id="4" name="!!1">
            <a:extLst>
              <a:ext uri="{FF2B5EF4-FFF2-40B4-BE49-F238E27FC236}">
                <a16:creationId xmlns:a16="http://schemas.microsoft.com/office/drawing/2014/main" id="{37B00F07-C69D-97A3-AB8F-70DDF0BB8458}"/>
              </a:ext>
            </a:extLst>
          </p:cNvPr>
          <p:cNvSpPr txBox="1">
            <a:spLocks/>
          </p:cNvSpPr>
          <p:nvPr/>
        </p:nvSpPr>
        <p:spPr>
          <a:xfrm>
            <a:off x="1732834" y="110819"/>
            <a:ext cx="6818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dirty="0"/>
              <a:t>SIMPLE STATISTICS: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RESULTS</a:t>
            </a:r>
          </a:p>
        </p:txBody>
      </p:sp>
      <p:grpSp>
        <p:nvGrpSpPr>
          <p:cNvPr id="6" name="!!2">
            <a:extLst>
              <a:ext uri="{FF2B5EF4-FFF2-40B4-BE49-F238E27FC236}">
                <a16:creationId xmlns:a16="http://schemas.microsoft.com/office/drawing/2014/main" id="{40CA7EBC-6B92-7E97-9609-4DA37C945A63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66B33264-D512-8182-0BF7-2181ECC868C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C211072E-EE94-78FC-C490-BBB05A908BE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CDFDC4FA-E40F-9269-B8F7-C21782F0CF7B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51B2CC01-06F8-8935-C050-CD80246CE2C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FED7F23F-DBD7-0130-2F6E-14B18B17400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8AF3BE2C-07D7-F680-EA35-FAF62713B2F2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9737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060B5713-BE00-A361-FC4A-8B11B297B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>
            <a:extLst>
              <a:ext uri="{FF2B5EF4-FFF2-40B4-BE49-F238E27FC236}">
                <a16:creationId xmlns:a16="http://schemas.microsoft.com/office/drawing/2014/main" id="{80684CCA-BE9E-D357-A30B-52FB3D9BB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64222" y="4488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237EA76C-FAB4-2EFC-D12F-9F5D78B5E54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806782" y="2009264"/>
            <a:ext cx="660369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DUAL-THRESHOLD ENDPOINT DETECTION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9115712C-9E48-3966-FDF7-7DC41FC5111E}"/>
              </a:ext>
            </a:extLst>
          </p:cNvPr>
          <p:cNvGrpSpPr/>
          <p:nvPr/>
        </p:nvGrpSpPr>
        <p:grpSpPr>
          <a:xfrm>
            <a:off x="3838244" y="17507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D5041506-7F67-35B4-41B7-FF820CCA9FC3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2EE0D355-5F18-D754-8A6B-D7AC72AB2534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FE19CA53-A517-5B45-B27F-DDA49B3EB437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1B9201EF-EE60-69B8-3935-F380F7DE822D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FEA7E9E9-3524-5FE4-AD41-A3B813C7B839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982057BF-966E-A629-7D17-1FBA16EF8531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2B93046F-5D94-AB4D-2B62-0DC7E4213BD6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E1531CF7-C8F4-027A-044D-F48BDAB84D36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1217F138-CCDA-F8A2-4D28-332B51CAC7D8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60E82CCD-F3CB-AD80-9EC2-B5832132FC32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EBD5C189-053F-03D6-6448-83FA568657BA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1BB78F79-145F-F1CB-58FE-A0FFD78A5CD1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2DE95582-F90A-46D1-0DE8-31AC0DA2C4A0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BA8C086A-76F1-99CE-8F95-7EB8F34E8B32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11267887-E9F6-D925-AA2B-C40FB78D7911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F913BF70-69A6-30A5-203A-2E824B7894E1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90153A4B-B7E9-1E3B-E11A-AAB67E9175D2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C951B11B-2740-E7F0-B437-BE96FE074E2C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FCCCC592-3F8E-693F-9188-254903926E7E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37E17F34-966B-DF91-F9FD-3B635B730D90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23D53B47-2696-7E6A-F3BC-73CE9A591719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D64C704E-BD1F-675D-9E1E-AAEC67518E0F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3A6ABD6C-8B3D-A4EB-58DA-E767451E3CB9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7FDBD34C-5FF2-8FCE-F45C-786C73657040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6D78D713-2E87-EA75-F92F-026AD9C481FA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B8802FE5-471E-BE90-0056-E48261F262D7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44EA9B56-DF72-F185-E424-241A7C5E19C9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52450DA2-6E03-3687-10E3-ABEACC7DBA95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D49139DF-DD72-8F91-3300-4177DE0BBE1E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9D434482-A902-6344-75A4-20A1D9453E07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7DFF4AE0-4DE7-75DB-CE9B-7DA74A38210A}"/>
              </a:ext>
            </a:extLst>
          </p:cNvPr>
          <p:cNvGrpSpPr/>
          <p:nvPr/>
        </p:nvGrpSpPr>
        <p:grpSpPr>
          <a:xfrm>
            <a:off x="1957534" y="20811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1EDCA48B-681C-23F7-F689-81155CAE0BB3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F0BE899D-4FB0-C104-3E92-CD14B1FB9E8A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12BDD812-B336-7A31-9C10-05ABC841C16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B7BB9FBE-445C-AE71-5DDA-D98F0E9D30F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33879273-C4F0-9589-C640-88B28915D69F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FA97A6-0ABF-AF32-4650-772663227807}"/>
              </a:ext>
            </a:extLst>
          </p:cNvPr>
          <p:cNvSpPr/>
          <p:nvPr/>
        </p:nvSpPr>
        <p:spPr>
          <a:xfrm>
            <a:off x="4063331" y="3937925"/>
            <a:ext cx="325291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Huỳnh Hiếu Nghĩa</a:t>
            </a:r>
          </a:p>
        </p:txBody>
      </p:sp>
    </p:spTree>
    <p:extLst>
      <p:ext uri="{BB962C8B-B14F-4D97-AF65-F5344CB8AC3E}">
        <p14:creationId xmlns:p14="http://schemas.microsoft.com/office/powerpoint/2010/main" val="26110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4D173E16-9897-E93D-17E7-D8272F60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CD92C8E-2636-0112-47D6-DC01006B302D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3BB3FCB4-FAC5-A6ED-1A97-36D8B783A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97168BE-B2DF-E1A9-02F1-74FB0DEA1E3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1A2501C-F5CC-A935-0533-5CF584063D6C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376FC2F-F20B-92C3-2C99-A7704BB4390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090B611-CB8E-177B-F4E6-73A5FEF3ED0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984B337-38F5-CDAD-93DC-8537F3EB545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D07DECA-3CBD-DA92-448B-9A4694EDC133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7F9D6772-C3B7-EB27-DEA8-6FFB0D8053F0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AC5E03D9-23DA-0B2F-C198-198DF6F7ACC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99CF1917-2FF1-39FE-F05F-E0A548B03B84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0C88ECB-620B-C350-2567-8974BA1D4A6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8437D908-EC56-2FDE-EEFB-EBD2F1F15F8C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FF337AC1-1606-3AE0-DFE8-416A5C4C3E03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3A5F0757-C69B-D9B0-DC45-F14191608E39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94BBC81C-D28A-C086-8A20-4791BD95BE5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5C874975-93B1-4C56-794F-03140AF44FEB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1E2327D-CB60-6054-945C-4370A401CC9F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0AD1DA3-18A9-948C-420D-C518B9404FF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62F2DDE0-354C-E7F2-A674-93AD9DFACA2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2A46F1E-8152-33FD-6ECC-680B144FB64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213825F-654D-7F98-5883-BAFD8E73C5F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46340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F3B2F99-5D48-167B-B4D8-04E3B7AC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F31E644-8E8E-5919-0094-4C14DCE13F7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2E6FFA50-D992-961F-B5FC-45445280AA2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D3C611C-643C-F971-AACC-D6657A01B8D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2DF51BC-D5D1-FA5E-87DF-C1DE1B3B869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734B795-7759-D941-C8EF-B30DE897C797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78C64D9-50E7-A19C-5FE4-EEDA92AFAA3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0F5EEA74-EDBD-A999-92BE-9795DA0AA225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6EBAFA6-B4C6-4353-41CE-4CE8ABE8FADB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30562FC-736D-40D0-16A3-C22CA5E88BFC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90A34C27-37E5-B173-12AA-114D9A7AEC9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FD30EC23-774D-9437-9DBD-E263E08EA24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D0616D9F-5B8A-76BF-9DB9-A0DA705FDA84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6F560F7F-6ADA-53EF-3FCE-F697F6CE1F92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18443DE4-AF0D-1C85-D973-60DB10AD221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4EF8C8B-664E-C566-D731-90FBA49A6E3E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02E4555-C902-710D-F4F6-DD0D2228DA84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F536D382-023A-2318-15EB-D7D2FB99B27E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BF7190E8-5D18-6F14-4F4D-4DD2AF3B940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03A9FD6-73F6-6B49-7CDC-2E9CAD667EDD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0BDE5236-2CA4-F790-F3B4-48B39F1A845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55B3659-F211-5DA8-3FA4-46BC932EA66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9C7C030D-621B-3743-B44D-7B3C13C4DE3C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D683E1E-79BC-8769-2449-F9E1F020A075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B5DAAEB9-E83B-4F81-66DE-B2DE33560A41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3D6DA17-E598-88EA-C978-BA7DA161D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86" y="2010772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E9DDA520-4F56-C187-5488-FC9141C371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1060" y="2481302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8309687-3D39-67B4-8AE2-C1B2B5A884F8}"/>
              </a:ext>
            </a:extLst>
          </p:cNvPr>
          <p:cNvCxnSpPr>
            <a:cxnSpLocks/>
          </p:cNvCxnSpPr>
          <p:nvPr/>
        </p:nvCxnSpPr>
        <p:spPr>
          <a:xfrm>
            <a:off x="2221534" y="2481255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1F7AB45D-4C8D-F5FB-26AC-74CC68406BCC}"/>
              </a:ext>
            </a:extLst>
          </p:cNvPr>
          <p:cNvCxnSpPr>
            <a:cxnSpLocks/>
          </p:cNvCxnSpPr>
          <p:nvPr/>
        </p:nvCxnSpPr>
        <p:spPr>
          <a:xfrm flipV="1">
            <a:off x="4984628" y="247199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604748D-B7B7-A73F-BDE0-4F80B03E4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219" y="2000853"/>
            <a:ext cx="3364342" cy="2555004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0" name="!!1">
            <a:extLst>
              <a:ext uri="{FF2B5EF4-FFF2-40B4-BE49-F238E27FC236}">
                <a16:creationId xmlns:a16="http://schemas.microsoft.com/office/drawing/2014/main" id="{14F05AC7-059C-248B-F82D-D965413BA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2166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9B04B6C-5EF9-9E3F-4259-8684CBAB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761847B-F78F-BD74-35A5-C123A7C8B04F}"/>
              </a:ext>
            </a:extLst>
          </p:cNvPr>
          <p:cNvSpPr/>
          <p:nvPr/>
        </p:nvSpPr>
        <p:spPr>
          <a:xfrm>
            <a:off x="5825461" y="3187181"/>
            <a:ext cx="2934337" cy="95151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99E84D0-5138-28A5-58F2-E806CA42BEE4}"/>
              </a:ext>
            </a:extLst>
          </p:cNvPr>
          <p:cNvSpPr/>
          <p:nvPr/>
        </p:nvSpPr>
        <p:spPr>
          <a:xfrm>
            <a:off x="1660466" y="2740576"/>
            <a:ext cx="7375957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E076F0-5876-05BD-DF39-C3C3446A07CA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CF9F8BE7-CC91-1284-32A6-17DBF595F08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E86414B-D9DF-F4DA-0D2B-21C5D2D8797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1F78AE5-417F-4722-429F-402175BBBD38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B58BB50-4B58-485D-7994-813B10C937C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7A7AD31-6A33-2591-A420-97CDD7A87A2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FF5F8496-C756-157B-69C2-89A4858F80D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91935902-4DBA-5382-B27B-8547B47E5B09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2B05EA3-FB37-077B-BD5D-BEAB95B4707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3CD8BDF-5CA9-AB2B-A5C4-250BDA49F2D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1D481FE-EB81-E2F2-15AA-2A603931C51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8F7D2C8-48B3-E3EE-2B94-D1A13C77C90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CC20C9C-ABAE-B32D-6C7C-D7FF6A37AAC1}"/>
              </a:ext>
            </a:extLst>
          </p:cNvPr>
          <p:cNvGrpSpPr/>
          <p:nvPr/>
        </p:nvGrpSpPr>
        <p:grpSpPr>
          <a:xfrm>
            <a:off x="7454803" y="3283448"/>
            <a:ext cx="1073239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73A7A3DA-5132-7B7D-AD8D-4AD977EE78CD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E6965C0A-6311-D3F6-CEAF-8D67E7DDE04B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91238D8-D4F7-6236-B488-C3756FF232B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B0282062-4F70-B968-B7C8-42E2E43A3ED2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50703A6-414C-DA0E-B9F0-500464B59B33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5FBAD3CF-F234-626F-5207-B88A2D84A27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2E34957C-86FF-AE9C-FD20-65F7050D7EBD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7D70DF4-4420-B202-AA91-DF2E72CFF24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7CCA3DE9-275F-FF14-E7B9-7BB09FDD7B12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8E50DDA-00BD-C3E9-AAE2-58C772C3F51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F6E2AE9-D899-DE63-7277-8885E18A4AEE}"/>
              </a:ext>
            </a:extLst>
          </p:cNvPr>
          <p:cNvSpPr/>
          <p:nvPr/>
        </p:nvSpPr>
        <p:spPr>
          <a:xfrm>
            <a:off x="1961677" y="853125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044B369B-5CC7-90CD-D8C7-F220F09BA46F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FDCD9A6C-AF2F-3527-1F78-DD6BBBACC0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25461" y="3184147"/>
            <a:ext cx="2934337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FRAME_SIZE = 25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FRAME_STEP = 10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  <a:endParaRPr sz="1800" b="1" dirty="0">
              <a:solidFill>
                <a:schemeClr val="accent6"/>
              </a:solidFill>
            </a:endParaRPr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CE0E337-7AA4-6367-95A2-E0C8701BFFFB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B252C7D-666E-5D49-B3C0-D573A0549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2249" y="2020229"/>
            <a:ext cx="3248896" cy="3005011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6" name="!!6">
            <a:extLst>
              <a:ext uri="{FF2B5EF4-FFF2-40B4-BE49-F238E27FC236}">
                <a16:creationId xmlns:a16="http://schemas.microsoft.com/office/drawing/2014/main" id="{5A9FE4CD-0331-E7FD-E447-C609F4658E57}"/>
              </a:ext>
            </a:extLst>
          </p:cNvPr>
          <p:cNvSpPr/>
          <p:nvPr/>
        </p:nvSpPr>
        <p:spPr>
          <a:xfrm>
            <a:off x="5111046" y="852596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C0F0A309-A5F1-A665-C631-B19772040874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 flipV="1">
            <a:off x="4851155" y="1337667"/>
            <a:ext cx="259891" cy="52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1">
            <a:extLst>
              <a:ext uri="{FF2B5EF4-FFF2-40B4-BE49-F238E27FC236}">
                <a16:creationId xmlns:a16="http://schemas.microsoft.com/office/drawing/2014/main" id="{086DBD57-128E-261E-2F8C-86636EFE0B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099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7D6794A5-AE3E-C1C9-2F06-4EC3AAC3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E583C4D-5FCB-7C43-4F84-D2088E14634C}"/>
              </a:ext>
            </a:extLst>
          </p:cNvPr>
          <p:cNvSpPr/>
          <p:nvPr/>
        </p:nvSpPr>
        <p:spPr>
          <a:xfrm>
            <a:off x="2452924" y="2605123"/>
            <a:ext cx="5488303" cy="2513848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E46F762-55BB-2BF8-3BEC-D6266B963B2E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A872EADA-EAFF-36B6-4650-D07F722EF7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CA76528-F37E-B32A-B903-422B6E65C5E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4A5ED52-E838-DAC8-9B34-323220B5E64A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6C3B5B8-C5CB-9930-BD6E-D82B56116D42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D47DD25-84FF-8D80-393F-80167DF7106B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CD6FE04-8770-2865-A831-446283172CA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2F5CF44-CE64-62CD-B642-C5565BD29F9B}"/>
              </a:ext>
            </a:extLst>
          </p:cNvPr>
          <p:cNvGrpSpPr/>
          <p:nvPr/>
        </p:nvGrpSpPr>
        <p:grpSpPr>
          <a:xfrm>
            <a:off x="7126561" y="383807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62FFB692-D4E2-3448-5F5E-022B5A9C5A1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F1E40A51-E97E-DEA6-5C9F-7CD4632EFE20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995A88C9-D7B3-B810-A94B-72B47208167B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5D62908C-FABF-0164-42E4-143E8212C9D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3499D69C-6B53-9DF1-C1F7-3DAE33CCA41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AA94B086-C354-6C99-C75E-FEBB357CB95B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F249E1AF-8974-4FAF-8168-170655DDC25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11D582BE-C2FC-1D93-8EB8-174B6F728C3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A0CE02F8-28FF-AA84-CCFE-5B610C46E76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70B82D1-6711-F211-D583-9A2C0D47EF1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3598830B-8FA3-E52D-6069-3099BB3151AE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FFCD3430-55C4-3A04-A334-D2CFB3F59C6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F47DBDB8-6E09-C9D3-A997-E5052903F91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9EA1DB9-1F5E-5AA8-FAB8-21A6EA0C81D4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FE0441-7FAC-D8A3-4E04-67FD616A3F05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8B46E71-D86A-C5E8-65D1-0CF2F7DB4212}"/>
              </a:ext>
            </a:extLst>
          </p:cNvPr>
          <p:cNvSpPr/>
          <p:nvPr/>
        </p:nvSpPr>
        <p:spPr>
          <a:xfrm>
            <a:off x="205302" y="2629383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E832BBF-2B4D-AE47-F787-5F3F7D1F6FD5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73200" y="2262907"/>
            <a:ext cx="1" cy="36647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8123BB16-40FE-A2C5-E3D1-B895C266E028}"/>
              </a:ext>
            </a:extLst>
          </p:cNvPr>
          <p:cNvSpPr/>
          <p:nvPr/>
        </p:nvSpPr>
        <p:spPr>
          <a:xfrm>
            <a:off x="3545618" y="793609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22C4BF6B-32A1-9CD8-E34B-360140EBB700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 flipH="1">
            <a:off x="969310" y="3131804"/>
            <a:ext cx="3890" cy="362557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44EEDB26-E1B6-A7E1-0158-7A942CB9286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23324" y="4296858"/>
                <a:ext cx="5544425" cy="413523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w-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  <m:sup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sSub>
                          <m:sSubPr>
                            <m:ctrl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m:rPr>
                                <m:sty m:val="p"/>
                              </m:rPr>
                              <a:rPr lang="en-US" sz="180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r>
                  <a:rPr lang="en-US" sz="1800" b="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ZCR =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sign</m:t>
                        </m:r>
                        <m:d>
                          <m:dPr>
                            <m:ctrlPr>
                              <a:rPr lang="en-US" sz="1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</m:d>
                          </m:e>
                        </m:d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sign</m:t>
                        </m:r>
                        <m:d>
                          <m:dPr>
                            <m:ctrlPr>
                              <a:rPr lang="en-US" sz="1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180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d>
                        <m:r>
                          <a:rPr lang="en-US" sz="180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44EEDB26-E1B6-A7E1-0158-7A942CB92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3324" y="4296858"/>
                <a:ext cx="5544425" cy="413523"/>
              </a:xfrm>
              <a:prstGeom prst="rect">
                <a:avLst/>
              </a:prstGeom>
              <a:blipFill>
                <a:blip r:embed="rId3"/>
                <a:stretch>
                  <a:fillRect l="-990" t="-207353" b="-238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!!6">
            <a:extLst>
              <a:ext uri="{FF2B5EF4-FFF2-40B4-BE49-F238E27FC236}">
                <a16:creationId xmlns:a16="http://schemas.microsoft.com/office/drawing/2014/main" id="{A1FC69F9-4D93-BAD6-38AF-B1104DDEC03B}"/>
              </a:ext>
            </a:extLst>
          </p:cNvPr>
          <p:cNvSpPr/>
          <p:nvPr/>
        </p:nvSpPr>
        <p:spPr>
          <a:xfrm>
            <a:off x="197521" y="3494361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A630AA-9EE6-0BF9-E0CF-082CDE673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143" y="1656958"/>
            <a:ext cx="3708287" cy="1786526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7" name="!!1">
            <a:extLst>
              <a:ext uri="{FF2B5EF4-FFF2-40B4-BE49-F238E27FC236}">
                <a16:creationId xmlns:a16="http://schemas.microsoft.com/office/drawing/2014/main" id="{0B5FB511-5AB3-9F56-C68F-B612830C7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8" name="Straight Arrow Connector 9">
            <a:extLst>
              <a:ext uri="{FF2B5EF4-FFF2-40B4-BE49-F238E27FC236}">
                <a16:creationId xmlns:a16="http://schemas.microsoft.com/office/drawing/2014/main" id="{63874C4A-6233-3AE9-BA44-528F0FA31B7C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093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27E66FC-571C-9A0E-BEB1-5C1D5DEC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1D8FC97A-EA16-38AF-32FD-37965FB38F98}"/>
              </a:ext>
            </a:extLst>
          </p:cNvPr>
          <p:cNvSpPr/>
          <p:nvPr/>
        </p:nvSpPr>
        <p:spPr>
          <a:xfrm>
            <a:off x="1836013" y="1792240"/>
            <a:ext cx="6829466" cy="3044525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228F4D4-8AB1-9B4F-1097-3EDBED18CC9B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2B6933E2-B21D-D72D-731F-900D8767A18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6C8352E-2AB6-4653-096C-710D483A9CB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74D3D0E-DC7D-D95C-EB13-D0CA4B0B342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0F33A18-6265-489B-1332-8FF14203A4C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0FDFD6DC-52A4-E821-9C2E-AA4F358A925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ED22C89-AEA9-1809-E777-2C699FBF5C3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F1E84F7-DEAF-6FC6-2297-AFA2C6359B0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8D9AFC0E-C3A6-E383-BD4C-E5D05B1FAC3A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A26215-72EF-6489-D04D-6877C7CD332E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26EA73FF-9128-C3EE-97EC-F1D590A9AFDC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A104F3-763B-ED6E-FC60-FE9E7311F6A5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!!6">
            <a:extLst>
              <a:ext uri="{FF2B5EF4-FFF2-40B4-BE49-F238E27FC236}">
                <a16:creationId xmlns:a16="http://schemas.microsoft.com/office/drawing/2014/main" id="{4F1E80F3-7EB1-B608-79DC-D137195330B8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C74A9-2F25-DEF0-0D39-E21BA325E99E}"/>
              </a:ext>
            </a:extLst>
          </p:cNvPr>
          <p:cNvSpPr/>
          <p:nvPr/>
        </p:nvSpPr>
        <p:spPr>
          <a:xfrm>
            <a:off x="3197386" y="823719"/>
            <a:ext cx="2749228" cy="85318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E04AAB-80C9-6F1A-8841-5EAAEEB23C4B}"/>
              </a:ext>
            </a:extLst>
          </p:cNvPr>
          <p:cNvSpPr/>
          <p:nvPr/>
        </p:nvSpPr>
        <p:spPr>
          <a:xfrm>
            <a:off x="195718" y="4377226"/>
            <a:ext cx="1554965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Google Shape;1040;p31">
                <a:extLst>
                  <a:ext uri="{FF2B5EF4-FFF2-40B4-BE49-F238E27FC236}">
                    <a16:creationId xmlns:a16="http://schemas.microsoft.com/office/drawing/2014/main" id="{2EF5CB4E-ACA4-6B91-34A1-920EF48F08A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36596" y="2085302"/>
                <a:ext cx="6228300" cy="2471469"/>
              </a:xfrm>
              <a:prstGeom prst="rect">
                <a:avLst/>
              </a:prstGeom>
            </p:spPr>
            <p:txBody>
              <a:bodyPr spcFirstLastPara="1" wrap="square" lIns="91425" tIns="0" rIns="91425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Calculate 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and standard deviation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of value STE and ZSR of the isolated speech frames.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Calculate three fixed thresholds as follows:</a:t>
                </a:r>
                <a:endParaRPr lang="en-US" sz="1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lower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ste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0.07698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upper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ste</m:t>
                          </m:r>
                        </m:sub>
                      </m:sSub>
                      <m:r>
                        <a:rPr lang="en-US" sz="18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+5</m:t>
                      </m:r>
                      <m:sSub>
                        <m:sSubPr>
                          <m:ctrl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ste</m:t>
                          </m:r>
                        </m:sub>
                      </m:sSub>
                      <m:r>
                        <a:rPr lang="en-US" sz="1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0.18137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= 190.43291</a:t>
                </a:r>
                <a:br>
                  <a:rPr lang="en-US" sz="1800" dirty="0"/>
                </a:br>
                <a14:m>
                  <m:oMathPara xmlns:m="http://schemas.openxmlformats.org/officeDocument/2006/math">
                    <m:oMath>
                      <m:r>
                        <a:rPr lang="en-US" sz="18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3" name="Google Shape;1040;p31">
                <a:extLst>
                  <a:ext uri="{FF2B5EF4-FFF2-40B4-BE49-F238E27FC236}">
                    <a16:creationId xmlns:a16="http://schemas.microsoft.com/office/drawing/2014/main" id="{2EF5CB4E-ACA4-6B91-34A1-920EF48F0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596" y="2085302"/>
                <a:ext cx="6228300" cy="2471469"/>
              </a:xfrm>
              <a:prstGeom prst="rect">
                <a:avLst/>
              </a:prstGeom>
              <a:blipFill>
                <a:blip r:embed="rId3"/>
                <a:stretch>
                  <a:fillRect l="-783" t="-2956" r="-881" b="-8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!!1">
            <a:extLst>
              <a:ext uri="{FF2B5EF4-FFF2-40B4-BE49-F238E27FC236}">
                <a16:creationId xmlns:a16="http://schemas.microsoft.com/office/drawing/2014/main" id="{6FFDED7C-1FE5-BF13-4134-3B08293E80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9" name="Straight Arrow Connector 27">
            <a:extLst>
              <a:ext uri="{FF2B5EF4-FFF2-40B4-BE49-F238E27FC236}">
                <a16:creationId xmlns:a16="http://schemas.microsoft.com/office/drawing/2014/main" id="{E2F0D906-7E00-A9A5-661A-2AA48578F463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971715" y="3135801"/>
            <a:ext cx="3890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9">
            <a:extLst>
              <a:ext uri="{FF2B5EF4-FFF2-40B4-BE49-F238E27FC236}">
                <a16:creationId xmlns:a16="http://schemas.microsoft.com/office/drawing/2014/main" id="{DE2DE41E-C77A-418A-9142-E4DCAB656B94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0E410FA2-27AD-4A23-32F5-CD07CCBFCAD6}"/>
              </a:ext>
            </a:extLst>
          </p:cNvPr>
          <p:cNvCxnSpPr>
            <a:cxnSpLocks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33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C7535972-31B0-FCF5-601C-6EF517F8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EC1A5D49-5007-E903-E863-9948BF27DEC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5310B85-0BAD-EB58-8E88-82C40DFCBBC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4C05003C-5052-4062-A62C-2A80E8984E4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727A33C6-86FE-5AF7-CA71-E956BC7BEFD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60C46EDB-8786-0989-A081-5B57511C7D9C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E22DAB6-2BD9-A4B0-AF83-15E3896943E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9488CEB-0BBD-9DEC-5CAA-4206E89DA91C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7A4B7D-4CCB-D31C-8A6A-72BC0F85BC10}"/>
              </a:ext>
            </a:extLst>
          </p:cNvPr>
          <p:cNvSpPr/>
          <p:nvPr/>
        </p:nvSpPr>
        <p:spPr>
          <a:xfrm>
            <a:off x="2039486" y="4380071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1031" name="Parallelogram 1030">
            <a:extLst>
              <a:ext uri="{FF2B5EF4-FFF2-40B4-BE49-F238E27FC236}">
                <a16:creationId xmlns:a16="http://schemas.microsoft.com/office/drawing/2014/main" id="{4C2BBB86-1A66-ADD0-36B4-52712C26BF12}"/>
              </a:ext>
            </a:extLst>
          </p:cNvPr>
          <p:cNvSpPr/>
          <p:nvPr/>
        </p:nvSpPr>
        <p:spPr>
          <a:xfrm>
            <a:off x="2188021" y="3608711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Three global thresholds</a:t>
            </a:r>
          </a:p>
        </p:txBody>
      </p: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05B568EB-6578-8336-75DF-E61F3E77E349}"/>
              </a:ext>
            </a:extLst>
          </p:cNvPr>
          <p:cNvCxnSpPr>
            <a:cxnSpLocks/>
            <a:stCxn id="31" idx="0"/>
            <a:endCxn id="1031" idx="4"/>
          </p:cNvCxnSpPr>
          <p:nvPr/>
        </p:nvCxnSpPr>
        <p:spPr>
          <a:xfrm flipH="1" flipV="1">
            <a:off x="2881726" y="3996782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Oval 1032">
            <a:extLst>
              <a:ext uri="{FF2B5EF4-FFF2-40B4-BE49-F238E27FC236}">
                <a16:creationId xmlns:a16="http://schemas.microsoft.com/office/drawing/2014/main" id="{95FF9CAA-16CE-FF22-1340-8F527D6D3725}"/>
              </a:ext>
            </a:extLst>
          </p:cNvPr>
          <p:cNvSpPr/>
          <p:nvPr/>
        </p:nvSpPr>
        <p:spPr>
          <a:xfrm>
            <a:off x="2520071" y="2845272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F250AD4C-384B-7AA7-519E-CA7251D9F685}"/>
              </a:ext>
            </a:extLst>
          </p:cNvPr>
          <p:cNvCxnSpPr>
            <a:cxnSpLocks/>
            <a:stCxn id="1031" idx="0"/>
            <a:endCxn id="1033" idx="4"/>
          </p:cNvCxnSpPr>
          <p:nvPr/>
        </p:nvCxnSpPr>
        <p:spPr>
          <a:xfrm flipH="1" flipV="1">
            <a:off x="2881725" y="3245978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FFFB9158-D2D4-71EB-2DBA-9F757A258264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EF65E22-C7CF-2B44-BEE1-2C03733A2E62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65C548-E750-DD23-11AE-F4DEC81BCFE1}"/>
              </a:ext>
            </a:extLst>
          </p:cNvPr>
          <p:cNvCxnSpPr>
            <a:cxnSpLocks/>
            <a:stCxn id="9" idx="4"/>
            <a:endCxn id="10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!!5">
            <a:extLst>
              <a:ext uri="{FF2B5EF4-FFF2-40B4-BE49-F238E27FC236}">
                <a16:creationId xmlns:a16="http://schemas.microsoft.com/office/drawing/2014/main" id="{29CFB57B-92C9-30FA-198F-7242D3383164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C2364D-3748-8D7E-54FF-BD78F352E48A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!!6">
            <a:extLst>
              <a:ext uri="{FF2B5EF4-FFF2-40B4-BE49-F238E27FC236}">
                <a16:creationId xmlns:a16="http://schemas.microsoft.com/office/drawing/2014/main" id="{D9A1E06B-779D-E741-6698-CFE7A4C81E52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4BAF54-E75A-020A-79B9-6962B4B429E5}"/>
              </a:ext>
            </a:extLst>
          </p:cNvPr>
          <p:cNvSpPr/>
          <p:nvPr/>
        </p:nvSpPr>
        <p:spPr>
          <a:xfrm>
            <a:off x="195718" y="4377226"/>
            <a:ext cx="1554965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17" name="Straight Arrow Connector 27">
            <a:extLst>
              <a:ext uri="{FF2B5EF4-FFF2-40B4-BE49-F238E27FC236}">
                <a16:creationId xmlns:a16="http://schemas.microsoft.com/office/drawing/2014/main" id="{3613AADF-0E06-39DB-E21D-015ADFAD54A0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71715" y="3135801"/>
            <a:ext cx="3890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9">
            <a:extLst>
              <a:ext uri="{FF2B5EF4-FFF2-40B4-BE49-F238E27FC236}">
                <a16:creationId xmlns:a16="http://schemas.microsoft.com/office/drawing/2014/main" id="{9EB97B87-E132-371D-5137-B2D0509DBD36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7">
            <a:extLst>
              <a:ext uri="{FF2B5EF4-FFF2-40B4-BE49-F238E27FC236}">
                <a16:creationId xmlns:a16="http://schemas.microsoft.com/office/drawing/2014/main" id="{1748E20B-94EA-5F97-B312-4A2961EE8B0E}"/>
              </a:ext>
            </a:extLst>
          </p:cNvPr>
          <p:cNvCxnSpPr>
            <a:cxnSpLocks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!!1">
            <a:extLst>
              <a:ext uri="{FF2B5EF4-FFF2-40B4-BE49-F238E27FC236}">
                <a16:creationId xmlns:a16="http://schemas.microsoft.com/office/drawing/2014/main" id="{00655F8C-CAAC-D31F-1B3D-1506E2A7A282}"/>
              </a:ext>
            </a:extLst>
          </p:cNvPr>
          <p:cNvSpPr txBox="1">
            <a:spLocks/>
          </p:cNvSpPr>
          <p:nvPr/>
        </p:nvSpPr>
        <p:spPr>
          <a:xfrm>
            <a:off x="1079966" y="125232"/>
            <a:ext cx="7578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/>
              <a:t>DUAL-THRESHOLD: </a:t>
            </a:r>
            <a:r>
              <a:rPr lang="en-US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417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ACE3864-319B-74E7-2147-FC9EFAB50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19234F18-4995-873C-AC4B-83991D6616E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BF8A497-2D4C-5CAF-5B0A-905728AF30D7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CA30F88-3EE7-17C7-63E1-29F3E23D6E7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17B7FA5-30EF-B268-2839-0F481EFFC5E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60B2C73F-4B7E-A5D6-2A16-052CA6FCC48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4637E51-53F3-D8CB-3FC5-D886E881CDB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7E62482C-1F14-82BD-8A73-1A80F33417A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10161E-FF3E-F1E0-3F17-9EFC5A3A5F79}"/>
              </a:ext>
            </a:extLst>
          </p:cNvPr>
          <p:cNvSpPr/>
          <p:nvPr/>
        </p:nvSpPr>
        <p:spPr>
          <a:xfrm>
            <a:off x="4775002" y="4185712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E11144A-078B-CEFB-8D6D-4B61CBAF7CDF}"/>
              </a:ext>
            </a:extLst>
          </p:cNvPr>
          <p:cNvSpPr/>
          <p:nvPr/>
        </p:nvSpPr>
        <p:spPr>
          <a:xfrm>
            <a:off x="4923537" y="3414352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Three global thresholds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4B1594-4E7C-3441-384C-9281887EEBE9}"/>
              </a:ext>
            </a:extLst>
          </p:cNvPr>
          <p:cNvCxnSpPr>
            <a:cxnSpLocks/>
            <a:stCxn id="12" idx="0"/>
            <a:endCxn id="13" idx="4"/>
          </p:cNvCxnSpPr>
          <p:nvPr/>
        </p:nvCxnSpPr>
        <p:spPr>
          <a:xfrm flipH="1" flipV="1">
            <a:off x="5617242" y="3802423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201BC07F-CDE5-383D-81A5-15A147AB755B}"/>
              </a:ext>
            </a:extLst>
          </p:cNvPr>
          <p:cNvSpPr/>
          <p:nvPr/>
        </p:nvSpPr>
        <p:spPr>
          <a:xfrm>
            <a:off x="5255587" y="2650913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3446E1-76E6-3DF8-9D59-3C9D5A699318}"/>
              </a:ext>
            </a:extLst>
          </p:cNvPr>
          <p:cNvCxnSpPr>
            <a:cxnSpLocks/>
            <a:stCxn id="13" idx="0"/>
            <a:endCxn id="15" idx="4"/>
          </p:cNvCxnSpPr>
          <p:nvPr/>
        </p:nvCxnSpPr>
        <p:spPr>
          <a:xfrm flipH="1" flipV="1">
            <a:off x="5617241" y="3051619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0D7EAE39-BB4B-886A-38E6-3E3EE4C61FE5}"/>
              </a:ext>
            </a:extLst>
          </p:cNvPr>
          <p:cNvSpPr/>
          <p:nvPr/>
        </p:nvSpPr>
        <p:spPr>
          <a:xfrm>
            <a:off x="3376596" y="900039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373A1321-4CCB-F0DB-8279-20A663D26C44}"/>
              </a:ext>
            </a:extLst>
          </p:cNvPr>
          <p:cNvSpPr/>
          <p:nvPr/>
        </p:nvSpPr>
        <p:spPr>
          <a:xfrm>
            <a:off x="2959565" y="1670565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275D5CC-D60B-1E40-E846-9AE946B39F66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>
          <a:xfrm flipH="1">
            <a:off x="3737048" y="1300214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!!5">
            <a:extLst>
              <a:ext uri="{FF2B5EF4-FFF2-40B4-BE49-F238E27FC236}">
                <a16:creationId xmlns:a16="http://schemas.microsoft.com/office/drawing/2014/main" id="{59AE1364-0B68-B699-2D0B-7472F5388A63}"/>
              </a:ext>
            </a:extLst>
          </p:cNvPr>
          <p:cNvSpPr/>
          <p:nvPr/>
        </p:nvSpPr>
        <p:spPr>
          <a:xfrm>
            <a:off x="2971554" y="2441866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E71F1C-D61B-63AB-F916-8A123CA9668A}"/>
              </a:ext>
            </a:extLst>
          </p:cNvPr>
          <p:cNvCxnSpPr>
            <a:cxnSpLocks/>
            <a:stCxn id="18" idx="4"/>
            <a:endCxn id="21" idx="0"/>
          </p:cNvCxnSpPr>
          <p:nvPr/>
        </p:nvCxnSpPr>
        <p:spPr>
          <a:xfrm>
            <a:off x="3737048" y="2071393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6">
            <a:extLst>
              <a:ext uri="{FF2B5EF4-FFF2-40B4-BE49-F238E27FC236}">
                <a16:creationId xmlns:a16="http://schemas.microsoft.com/office/drawing/2014/main" id="{79F3E979-26FB-F18B-A167-811CC880D3BE}"/>
              </a:ext>
            </a:extLst>
          </p:cNvPr>
          <p:cNvSpPr/>
          <p:nvPr/>
        </p:nvSpPr>
        <p:spPr>
          <a:xfrm>
            <a:off x="2966161" y="3312818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5D3DC0-85DA-4F2A-9580-6140BEB897E5}"/>
              </a:ext>
            </a:extLst>
          </p:cNvPr>
          <p:cNvSpPr/>
          <p:nvPr/>
        </p:nvSpPr>
        <p:spPr>
          <a:xfrm>
            <a:off x="2959565" y="4185712"/>
            <a:ext cx="1554965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26" name="Straight Arrow Connector 27">
            <a:extLst>
              <a:ext uri="{FF2B5EF4-FFF2-40B4-BE49-F238E27FC236}">
                <a16:creationId xmlns:a16="http://schemas.microsoft.com/office/drawing/2014/main" id="{6F842033-1E09-E2C1-ED7F-881670BCFE7C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3735562" y="2944287"/>
            <a:ext cx="3890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9">
            <a:extLst>
              <a:ext uri="{FF2B5EF4-FFF2-40B4-BE49-F238E27FC236}">
                <a16:creationId xmlns:a16="http://schemas.microsoft.com/office/drawing/2014/main" id="{4E2E9500-9A56-A58E-3695-530AC5AB5932}"/>
              </a:ext>
            </a:extLst>
          </p:cNvPr>
          <p:cNvCxnSpPr>
            <a:cxnSpLocks/>
          </p:cNvCxnSpPr>
          <p:nvPr/>
        </p:nvCxnSpPr>
        <p:spPr>
          <a:xfrm flipH="1">
            <a:off x="3731354" y="3805268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DD83C046-F330-8731-A1A5-36FE83CA226F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4514530" y="4436923"/>
            <a:ext cx="288803" cy="239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!!1">
            <a:extLst>
              <a:ext uri="{FF2B5EF4-FFF2-40B4-BE49-F238E27FC236}">
                <a16:creationId xmlns:a16="http://schemas.microsoft.com/office/drawing/2014/main" id="{176E2922-3558-F2F0-CF63-D654A1AC42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44428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4DF4111-BD23-D2E2-6DEA-14763520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3FD2DC84-7B9F-D09B-9F57-E9979B0FC1E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7C2E3BAE-F18F-C18C-60E9-27EE1B85FC43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C6FD5F2-CC03-6313-56A9-E1F5F477E64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BC7D830-F59D-CAAF-2298-11ECC8C411E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530DF14-FA15-6C6E-C55B-2312B42DA6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06C5D6D-80FF-C201-B95E-AD784BEE7F0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01D39B1-3F42-3F27-227F-DA8161F0347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24C52B-3A9D-ECFB-79E2-62A93FD2CA33}"/>
              </a:ext>
            </a:extLst>
          </p:cNvPr>
          <p:cNvSpPr/>
          <p:nvPr/>
        </p:nvSpPr>
        <p:spPr>
          <a:xfrm>
            <a:off x="4597965" y="4166615"/>
            <a:ext cx="4361549" cy="71394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three global thresholds.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A0150B6D-57C7-63FD-50E0-09C9825E811A}"/>
              </a:ext>
            </a:extLst>
          </p:cNvPr>
          <p:cNvSpPr/>
          <p:nvPr/>
        </p:nvSpPr>
        <p:spPr>
          <a:xfrm>
            <a:off x="4609757" y="3444685"/>
            <a:ext cx="4337963" cy="551455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Three global thresholds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08A4A30-D3AE-15AB-947F-C7852AB3D68A}"/>
              </a:ext>
            </a:extLst>
          </p:cNvPr>
          <p:cNvCxnSpPr>
            <a:cxnSpLocks/>
            <a:stCxn id="2" idx="0"/>
            <a:endCxn id="3" idx="4"/>
          </p:cNvCxnSpPr>
          <p:nvPr/>
        </p:nvCxnSpPr>
        <p:spPr>
          <a:xfrm flipH="1" flipV="1">
            <a:off x="6778739" y="3996140"/>
            <a:ext cx="1" cy="1704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FF4550EA-FC94-27C5-2989-EC1B4A9DE13B}"/>
              </a:ext>
            </a:extLst>
          </p:cNvPr>
          <p:cNvSpPr/>
          <p:nvPr/>
        </p:nvSpPr>
        <p:spPr>
          <a:xfrm>
            <a:off x="5832238" y="2620225"/>
            <a:ext cx="1869415" cy="569409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0B0D0A8-4904-935A-ECED-32C40D65191C}"/>
              </a:ext>
            </a:extLst>
          </p:cNvPr>
          <p:cNvCxnSpPr>
            <a:cxnSpLocks/>
            <a:stCxn id="3" idx="0"/>
            <a:endCxn id="5" idx="4"/>
          </p:cNvCxnSpPr>
          <p:nvPr/>
        </p:nvCxnSpPr>
        <p:spPr>
          <a:xfrm flipH="1" flipV="1">
            <a:off x="6766946" y="3189634"/>
            <a:ext cx="11793" cy="2550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5D22C29C-9A0A-9E0E-F6D8-D86EC9E5BD53}"/>
              </a:ext>
            </a:extLst>
          </p:cNvPr>
          <p:cNvSpPr/>
          <p:nvPr/>
        </p:nvSpPr>
        <p:spPr>
          <a:xfrm>
            <a:off x="1254142" y="881094"/>
            <a:ext cx="1869415" cy="56865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4D58636-7D81-11D5-DA70-929FA89F5EA9}"/>
              </a:ext>
            </a:extLst>
          </p:cNvPr>
          <p:cNvSpPr/>
          <p:nvPr/>
        </p:nvSpPr>
        <p:spPr>
          <a:xfrm>
            <a:off x="179417" y="1696342"/>
            <a:ext cx="4018866" cy="569583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131234-2A10-6945-5553-7296E1222E17}"/>
              </a:ext>
            </a:extLst>
          </p:cNvPr>
          <p:cNvCxnSpPr>
            <a:cxnSpLocks/>
            <a:stCxn id="7" idx="4"/>
            <a:endCxn id="8" idx="0"/>
          </p:cNvCxnSpPr>
          <p:nvPr/>
        </p:nvCxnSpPr>
        <p:spPr>
          <a:xfrm>
            <a:off x="2188850" y="1449749"/>
            <a:ext cx="0" cy="24659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!!5">
            <a:extLst>
              <a:ext uri="{FF2B5EF4-FFF2-40B4-BE49-F238E27FC236}">
                <a16:creationId xmlns:a16="http://schemas.microsoft.com/office/drawing/2014/main" id="{3132F058-2EDE-1A3E-685F-ACDF041B2190}"/>
              </a:ext>
            </a:extLst>
          </p:cNvPr>
          <p:cNvSpPr/>
          <p:nvPr/>
        </p:nvSpPr>
        <p:spPr>
          <a:xfrm>
            <a:off x="207419" y="2422768"/>
            <a:ext cx="3969323" cy="71394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439D8A-E2A0-1355-480B-E085BEDD79AC}"/>
              </a:ext>
            </a:extLst>
          </p:cNvPr>
          <p:cNvCxnSpPr>
            <a:cxnSpLocks/>
            <a:stCxn id="8" idx="4"/>
            <a:endCxn id="10" idx="0"/>
          </p:cNvCxnSpPr>
          <p:nvPr/>
        </p:nvCxnSpPr>
        <p:spPr>
          <a:xfrm>
            <a:off x="2188850" y="2265925"/>
            <a:ext cx="3231" cy="15684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!!6">
            <a:extLst>
              <a:ext uri="{FF2B5EF4-FFF2-40B4-BE49-F238E27FC236}">
                <a16:creationId xmlns:a16="http://schemas.microsoft.com/office/drawing/2014/main" id="{9BE1613D-22EA-6F75-2A01-27241B572AC6}"/>
              </a:ext>
            </a:extLst>
          </p:cNvPr>
          <p:cNvSpPr/>
          <p:nvPr/>
        </p:nvSpPr>
        <p:spPr>
          <a:xfrm>
            <a:off x="208072" y="3293720"/>
            <a:ext cx="3969324" cy="7264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A175E8-1098-36E9-0A10-4D708A66C967}"/>
              </a:ext>
            </a:extLst>
          </p:cNvPr>
          <p:cNvSpPr/>
          <p:nvPr/>
        </p:nvSpPr>
        <p:spPr>
          <a:xfrm>
            <a:off x="208725" y="4166614"/>
            <a:ext cx="3968017" cy="71394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STE, MA and ZCR of each frame.</a:t>
            </a:r>
          </a:p>
        </p:txBody>
      </p:sp>
      <p:cxnSp>
        <p:nvCxnSpPr>
          <p:cNvPr id="14" name="Straight Arrow Connector 27">
            <a:extLst>
              <a:ext uri="{FF2B5EF4-FFF2-40B4-BE49-F238E27FC236}">
                <a16:creationId xmlns:a16="http://schemas.microsoft.com/office/drawing/2014/main" id="{93C4ED36-53B6-1D82-6421-B897167ABB1B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2192081" y="3136716"/>
            <a:ext cx="653" cy="15700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7">
            <a:extLst>
              <a:ext uri="{FF2B5EF4-FFF2-40B4-BE49-F238E27FC236}">
                <a16:creationId xmlns:a16="http://schemas.microsoft.com/office/drawing/2014/main" id="{6A81978E-EF1B-7E44-2F38-DFA5C7D812DE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4176742" y="4523588"/>
            <a:ext cx="421223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!!1">
            <a:extLst>
              <a:ext uri="{FF2B5EF4-FFF2-40B4-BE49-F238E27FC236}">
                <a16:creationId xmlns:a16="http://schemas.microsoft.com/office/drawing/2014/main" id="{0941A176-D38F-02F9-BF88-7EB15B08DB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034" name="Straight Arrow Connector 9">
            <a:extLst>
              <a:ext uri="{FF2B5EF4-FFF2-40B4-BE49-F238E27FC236}">
                <a16:creationId xmlns:a16="http://schemas.microsoft.com/office/drawing/2014/main" id="{8DB844D2-77E2-6D35-D367-5625C051241B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2192734" y="4020146"/>
            <a:ext cx="0" cy="14646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228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87610C8-B732-4AA1-F2BE-17EB4958F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9DCF6E-72B9-0EB1-F7D6-B138FE07D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209" y="775979"/>
            <a:ext cx="4580011" cy="2628155"/>
          </a:xfrm>
          <a:prstGeom prst="rect">
            <a:avLst/>
          </a:prstGeom>
        </p:spPr>
      </p:pic>
      <p:grpSp>
        <p:nvGrpSpPr>
          <p:cNvPr id="1042" name="!!2">
            <a:extLst>
              <a:ext uri="{FF2B5EF4-FFF2-40B4-BE49-F238E27FC236}">
                <a16:creationId xmlns:a16="http://schemas.microsoft.com/office/drawing/2014/main" id="{E2E46F81-F70A-7C56-9649-D941628D7FA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03CF7AD-9955-65BD-BDAE-813D631C6F4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D1BDFEC-8AA4-7238-ED8A-806694D1198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A0724BC-02D2-788F-117A-B6458E3EE77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43093B8-4BC6-F827-5645-3583D71BA75D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DBD8687-710A-15D0-9EF4-B9C9AE149A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517E3F26-11DE-CA62-C0CF-408C7439295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6888F3-711F-2356-53B3-1208DD1B613F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D95FAC24-E9F9-B990-D391-66F1E81845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173" y="3561855"/>
                <a:ext cx="8357254" cy="15668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indent="0">
                  <a:spcAft>
                    <a:spcPts val="600"/>
                  </a:spcAft>
                </a:pPr>
                <a:r>
                  <a:rPr lang="fr-FR" sz="1800" dirty="0" err="1">
                    <a:solidFill>
                      <a:schemeClr val="accent6"/>
                    </a:solidFill>
                  </a:rPr>
                  <a:t>Repeat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the </a:t>
                </a:r>
                <a:r>
                  <a:rPr lang="fr-FR" sz="1800" dirty="0" err="1">
                    <a:solidFill>
                      <a:schemeClr val="accent6"/>
                    </a:solidFill>
                  </a:rPr>
                  <a:t>algorithm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for </a:t>
                </a:r>
                <a:r>
                  <a:rPr lang="fr-FR" sz="1800" dirty="0" err="1">
                    <a:solidFill>
                      <a:schemeClr val="accent6"/>
                    </a:solidFill>
                  </a:rPr>
                  <a:t>each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Testing signal. After </a:t>
                </a:r>
                <a:r>
                  <a:rPr lang="fr-FR" sz="1800" dirty="0" err="1">
                    <a:solidFill>
                      <a:schemeClr val="accent6"/>
                    </a:solidFill>
                  </a:rPr>
                  <a:t>computing</a:t>
                </a:r>
                <a:r>
                  <a:rPr lang="fr-FR" sz="1800" dirty="0">
                    <a:solidFill>
                      <a:schemeClr val="accent6"/>
                    </a:solidFill>
                  </a:rPr>
                  <a:t> the value STE/MA and ZCR:</a:t>
                </a:r>
              </a:p>
              <a:p>
                <a:pPr marL="0" indent="0">
                  <a:spcAft>
                    <a:spcPts val="600"/>
                  </a:spcAft>
                </a:pPr>
                <a:r>
                  <a:rPr lang="en-US" sz="1800" dirty="0">
                    <a:solidFill>
                      <a:schemeClr val="accent6"/>
                    </a:solidFill>
                  </a:rPr>
                  <a:t>-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STE Segmentation: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Trigger speech flag when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STE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</m:e>
                      <m:sub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𝐮𝐩𝐩𝐞𝐫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, setting boundaries where STE drops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below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</m:e>
                      <m:sub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𝐥𝐨𝐰𝐞𝐫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.</a:t>
                </a:r>
                <a:endParaRPr lang="fr-FR" sz="18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D95FAC24-E9F9-B990-D391-66F1E81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73" y="3561855"/>
                <a:ext cx="8357254" cy="1566820"/>
              </a:xfrm>
              <a:prstGeom prst="rect">
                <a:avLst/>
              </a:prstGeom>
              <a:blipFill>
                <a:blip r:embed="rId4"/>
                <a:stretch>
                  <a:fillRect l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11E5A1FD-73B2-B203-7360-8D161C9FCB39}"/>
              </a:ext>
            </a:extLst>
          </p:cNvPr>
          <p:cNvCxnSpPr>
            <a:cxnSpLocks/>
          </p:cNvCxnSpPr>
          <p:nvPr/>
        </p:nvCxnSpPr>
        <p:spPr>
          <a:xfrm flipV="1">
            <a:off x="3169664" y="1552178"/>
            <a:ext cx="226682" cy="161361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1">
            <a:extLst>
              <a:ext uri="{FF2B5EF4-FFF2-40B4-BE49-F238E27FC236}">
                <a16:creationId xmlns:a16="http://schemas.microsoft.com/office/drawing/2014/main" id="{DA26FB55-760F-C302-F7CA-387B153B9F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8E820F46-63D3-11C2-351B-EACE9CAB10A9}"/>
              </a:ext>
            </a:extLst>
          </p:cNvPr>
          <p:cNvCxnSpPr>
            <a:cxnSpLocks/>
          </p:cNvCxnSpPr>
          <p:nvPr/>
        </p:nvCxnSpPr>
        <p:spPr>
          <a:xfrm rot="10800000">
            <a:off x="6070387" y="1552179"/>
            <a:ext cx="207470" cy="161361"/>
          </a:xfrm>
          <a:prstGeom prst="curvedConnector3">
            <a:avLst>
              <a:gd name="adj1" fmla="val 96296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930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94D3AFE-F5F5-8AAF-84CA-311C3EAC6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CEB4103-33FA-FCD7-9083-23644AA26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209" y="775979"/>
            <a:ext cx="4580011" cy="2628155"/>
          </a:xfrm>
          <a:prstGeom prst="rect">
            <a:avLst/>
          </a:prstGeom>
        </p:spPr>
      </p:pic>
      <p:grpSp>
        <p:nvGrpSpPr>
          <p:cNvPr id="1042" name="!!2">
            <a:extLst>
              <a:ext uri="{FF2B5EF4-FFF2-40B4-BE49-F238E27FC236}">
                <a16:creationId xmlns:a16="http://schemas.microsoft.com/office/drawing/2014/main" id="{5738A800-F55A-85FD-A6FB-F48682C1087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4ABE6228-F246-0CAF-0A10-CFDB2233A084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2EACE86-4259-5B0E-B5FE-219E9D2BFE7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8E4F2639-9CAA-2CB8-64EC-5659FD100B0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CD9193A-337F-49FD-3677-4FB1E0A6027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0886EEB-726C-2F57-8C8E-042349AA442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6E7A4CF-A3DC-B4BF-B326-61FD05CC014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9B857D-F6EF-4FDA-1B53-339792DA677C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2EE5A416-5C3C-7837-1EFE-A7C2DCD1F2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3172" y="3561855"/>
                <a:ext cx="8368659" cy="15668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L="914400" marR="0" lvl="1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L="1371600" marR="0" lvl="2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L="1828800" marR="0" lvl="3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L="2286000" marR="0" lvl="4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L="2743200" marR="0" lvl="5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L="3200400" marR="0" lvl="6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L="3657600" marR="0" lvl="7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L="4114800" marR="0" lvl="8" indent="-33020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Montserrat"/>
                  <a:buNone/>
                  <a:defRPr sz="1600" b="0" i="0" u="none" strike="noStrike" cap="none">
                    <a:solidFill>
                      <a:schemeClr val="dk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marL="0" indent="0">
                  <a:spcAft>
                    <a:spcPts val="600"/>
                  </a:spcAft>
                </a:pPr>
                <a:r>
                  <a:rPr lang="fr-FR" sz="1800" dirty="0">
                    <a:solidFill>
                      <a:schemeClr val="accent6"/>
                    </a:solidFill>
                  </a:rPr>
                  <a:t>-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ZSR refinement: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Scan 250 more </a:t>
                </a:r>
                <a:r>
                  <a:rPr lang="en-US" sz="1800" dirty="0" err="1">
                    <a:solidFill>
                      <a:schemeClr val="accent6"/>
                    </a:solidFill>
                  </a:rPr>
                  <a:t>ms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 (25 more frames) outward of said boundaries, expand them if </a:t>
                </a:r>
                <a:r>
                  <a:rPr lang="en-US" sz="1800" b="1" dirty="0">
                    <a:solidFill>
                      <a:schemeClr val="accent6"/>
                    </a:solidFill>
                  </a:rPr>
                  <a:t>ZCR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𝐓</m:t>
                        </m:r>
                      </m:e>
                      <m:sub>
                        <m:r>
                          <a:rPr lang="en-US" sz="1800" b="1" i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𝐳𝐜𝐫</m:t>
                        </m:r>
                      </m:sub>
                    </m:sSub>
                    <m:r>
                      <a:rPr lang="en-US" sz="1800" b="1" i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accent6"/>
                    </a:solidFill>
                  </a:rPr>
                  <a:t>to include unvoiced consonants.</a:t>
                </a:r>
                <a:endParaRPr lang="fr-FR" sz="18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7" name="Google Shape;1497;p43">
                <a:extLst>
                  <a:ext uri="{FF2B5EF4-FFF2-40B4-BE49-F238E27FC236}">
                    <a16:creationId xmlns:a16="http://schemas.microsoft.com/office/drawing/2014/main" id="{2EE5A416-5C3C-7837-1EFE-A7C2DCD1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72" y="3561855"/>
                <a:ext cx="8368659" cy="1566820"/>
              </a:xfrm>
              <a:prstGeom prst="rect">
                <a:avLst/>
              </a:prstGeom>
              <a:blipFill>
                <a:blip r:embed="rId4"/>
                <a:stretch>
                  <a:fillRect l="-583" r="-51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1">
            <a:extLst>
              <a:ext uri="{FF2B5EF4-FFF2-40B4-BE49-F238E27FC236}">
                <a16:creationId xmlns:a16="http://schemas.microsoft.com/office/drawing/2014/main" id="{DDB47AFF-F2AC-D6B1-ADFD-781640189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9966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B246ECEE-686C-8CC6-B38C-0026AC8F346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944242" y="919537"/>
            <a:ext cx="245938" cy="123292"/>
          </a:xfrm>
          <a:prstGeom prst="curvedConnector3">
            <a:avLst>
              <a:gd name="adj1" fmla="val 70888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2DA2CD-0A2D-3413-AE5C-66580AE9E7FD}"/>
              </a:ext>
            </a:extLst>
          </p:cNvPr>
          <p:cNvCxnSpPr>
            <a:cxnSpLocks/>
          </p:cNvCxnSpPr>
          <p:nvPr/>
        </p:nvCxnSpPr>
        <p:spPr>
          <a:xfrm>
            <a:off x="3073613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4FE2828-865A-9F36-A936-8958B939BFFC}"/>
              </a:ext>
            </a:extLst>
          </p:cNvPr>
          <p:cNvCxnSpPr>
            <a:cxnSpLocks/>
          </p:cNvCxnSpPr>
          <p:nvPr/>
        </p:nvCxnSpPr>
        <p:spPr>
          <a:xfrm>
            <a:off x="3752369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69A97B-E37A-4B70-2C88-EE171B8C9F72}"/>
              </a:ext>
            </a:extLst>
          </p:cNvPr>
          <p:cNvCxnSpPr>
            <a:cxnSpLocks/>
          </p:cNvCxnSpPr>
          <p:nvPr/>
        </p:nvCxnSpPr>
        <p:spPr>
          <a:xfrm>
            <a:off x="5714359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8A0333-4DD3-C737-CA64-EEB7AC945F9F}"/>
              </a:ext>
            </a:extLst>
          </p:cNvPr>
          <p:cNvCxnSpPr>
            <a:cxnSpLocks/>
          </p:cNvCxnSpPr>
          <p:nvPr/>
        </p:nvCxnSpPr>
        <p:spPr>
          <a:xfrm>
            <a:off x="6381590" y="956662"/>
            <a:ext cx="0" cy="113339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36870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01B651D-4661-8933-C925-6506EB78D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9E9CFCD3-A33C-CCE3-3654-72EBF06D7E1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51B750C4-7C10-6F21-80D2-ECBB4ADF6EE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DAA5101-4FDA-45D9-BC61-3B4E7B04C84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8E932836-C0E9-4D0F-62E9-A17F3EFCA99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130BCEA-6DA7-68C6-11A6-D7705CB9283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9D6D053-4A99-9424-7D0A-FCE07C9D14F6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9C75C2AB-75FC-287C-BC73-9D323CAA3E88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6C96D339-00A0-FCA0-A05D-1FD8AB3BEAE7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4112E9C7-61BC-4546-9481-D993A7F8EE69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7F98B2E8-DB8C-F3DC-6D8B-2BD1343BD2FC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534C758-4CAA-9A10-058D-00A33759E5C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CC8D1250-20E6-9870-2EF4-F531FC1BBB5A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3E5B9D7F-DC1B-C6B6-0238-1A24415DC40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2421B0DB-BF80-D30B-0E31-7218D05E849C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568FAE2-861C-891D-5E96-CDE572F77E0C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242937A2-728B-7E11-5C14-FACD426A8FE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429656AF-47D8-95CD-BBA3-3B44D5418BF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97D70DB-E189-B3DB-A8D5-FE8AC4147D1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B5CBDD7-9747-4E85-589F-881412EC5C5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0722A8A5-1BCF-8EEF-4593-0DCF4454F692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DF7CA2C-500F-4FFB-8F28-1AD8DDB887DE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0EC18-05CC-00F0-8550-C2C8182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27105" y="795232"/>
            <a:ext cx="4187829" cy="22819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16C76D-DA98-A3E7-B10A-130BDA08C2AB}"/>
              </a:ext>
            </a:extLst>
          </p:cNvPr>
          <p:cNvSpPr txBox="1"/>
          <p:nvPr/>
        </p:nvSpPr>
        <p:spPr>
          <a:xfrm>
            <a:off x="217259" y="3228838"/>
            <a:ext cx="877306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15.81ms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Generally accurate, the blue prediction boundaries closely align with the red ground truth lines throughout the entire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The volume and noise floor of this specific file closely match the average statistics computed during the training phase, allowing the static thresholds to act effectively.</a:t>
            </a: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E4250785-6CDE-3362-3E42-DABA1B0490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243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E6B6A38-7DDE-7C08-AD28-D26B25C9F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B5342A-A97E-6D1F-C223-1F589C518AD3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A52ED570-0FD4-10AF-145E-56AFFB3DB8DD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D6F30BD-3892-707A-E50C-7F673350264A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D33F46D-C112-0D58-2B5A-1A1E68039BD7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6DD906E0-3362-0612-B246-A46D315AEF3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DD5AFFE-F4AB-44D2-8637-0BB4E19852A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88184260-F99C-541F-48FF-284A45FAFC83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5DC98B0E-40F5-C5C1-D543-9095F1BAA455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58BB72A-E458-8C2A-3CEA-E539E205135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6B53E5EE-39CB-2EA4-D4B1-4BBA9AEED45A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5E03AC0A-02FC-D0DC-594D-BF7D216CC0D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BF09FEB5-6145-ABDF-C5A2-FE686EBCF5DA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8AC1FA9-B134-9318-F982-31BCED656D22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8ECCC982-1EF9-62D6-A835-B8890AB672E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5709C22-6B35-9B3A-979A-2855F886BC18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E26BC8A-3198-ABDF-66FA-18345072E6AF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F6DD2B06-044E-1C8C-D7B4-D2A12EE1A6E7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F59B532E-B0BB-9713-0745-22AC1E86F0DF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8BE9BC56-5251-CD4D-C644-0E876D90379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B411C6F9-4AF7-DD54-956A-8EE2BF3BBFE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93F076EA-E735-B446-9211-B1F7011C188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13B044-7E31-84B0-9B0D-DF1165572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78085" y="788583"/>
            <a:ext cx="4187829" cy="228194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5A166A0-4585-33EA-2927-FD1865CFCA08}"/>
                  </a:ext>
                </a:extLst>
              </p:cNvPr>
              <p:cNvSpPr txBox="1"/>
              <p:nvPr/>
            </p:nvSpPr>
            <p:spPr>
              <a:xfrm>
                <a:off x="217259" y="3272723"/>
                <a:ext cx="8773060" cy="15910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860ms</a:t>
                </a:r>
                <a:r>
                  <a:rPr lang="en-US" sz="20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 RMSE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1072.01ms</a:t>
                </a:r>
                <a:endParaRPr lang="en-US" sz="1800" b="1" dirty="0">
                  <a:solidFill>
                    <a:srgbClr val="00B050"/>
                  </a:solidFill>
                  <a:latin typeface="Montserrat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Accuracy: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Highly inaccurate (Severe False Negatives). The blue prediction lines completely miss the speech segments occurring in the second half of the audio.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Reason: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Speaker's volume is too low; the STE curve never crosses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upper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threshold, failing to trigger the state machine. 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5A166A0-4585-33EA-2927-FD1865CFC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9" y="3272723"/>
                <a:ext cx="8773060" cy="1591077"/>
              </a:xfrm>
              <a:prstGeom prst="rect">
                <a:avLst/>
              </a:prstGeom>
              <a:blipFill>
                <a:blip r:embed="rId4"/>
                <a:stretch>
                  <a:fillRect l="-486" t="-2682" b="-4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!!1">
            <a:extLst>
              <a:ext uri="{FF2B5EF4-FFF2-40B4-BE49-F238E27FC236}">
                <a16:creationId xmlns:a16="http://schemas.microsoft.com/office/drawing/2014/main" id="{71DD336F-B92B-D3DA-012E-911C74043D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6671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40E61308-42D1-0670-9A89-E65D4A230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417F85-38D3-31C9-98FD-2763211A55C0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8FA28010-E48E-DD5A-F14E-433CB18DC138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2EFEF60-81F5-BA2B-D4FE-2B26ADBE6BAE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5A33C282-7C9B-2FBA-7E1A-DA6F2CDE0AED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ECD7EE71-AF29-03C4-BAA3-E910F5DADAE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EBCEF2C-96E1-6787-818A-3531444C4929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A6354042-8379-3E91-DC3A-D6067A95D1E8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CE052882-E6C2-78C5-8314-2891D1CFA1FA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FC3D327F-67ED-1DBC-67EF-D01A2BFA3465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42ADCC4-6D58-866A-CCF5-96A9DCF69626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ECD7AD20-C33A-4AD4-12AF-168C9258A85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8C250561-4AD9-1F86-779C-9185E6B4B069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C911D52-7FA3-B4F6-54FE-EF176BDF90B0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D98F3C53-A4D3-353D-9D6C-C6115DE03854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27886ED8-0DBE-7BB0-15F2-73E35D50C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78086" y="812049"/>
            <a:ext cx="4187828" cy="22804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20C12E-36AC-0FA3-A91E-EE84CA80E12B}"/>
                  </a:ext>
                </a:extLst>
              </p:cNvPr>
              <p:cNvSpPr txBox="1"/>
              <p:nvPr/>
            </p:nvSpPr>
            <p:spPr>
              <a:xfrm>
                <a:off x="210627" y="3215937"/>
                <a:ext cx="8779692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75ms</a:t>
                </a:r>
                <a:r>
                  <a:rPr lang="en-US" sz="20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 RMSE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99.25ms</a:t>
                </a:r>
                <a:endParaRPr lang="en-US" sz="1800" b="1" dirty="0">
                  <a:solidFill>
                    <a:srgbClr val="00B050"/>
                  </a:solidFill>
                  <a:latin typeface="Montserrat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Accuracy: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Slightly inaccurate (Boundary stretching), the blue boundaries are wider than the red ground truth lines.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Reason: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High background hiss elevates the Zero-Crossing Rate (ZCR), causing the algorithm to mistake noise for unvoiced consonants and falsely stretch boundaries past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zcr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threshold. 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20C12E-36AC-0FA3-A91E-EE84CA80E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27" y="3215937"/>
                <a:ext cx="8779692" cy="1846659"/>
              </a:xfrm>
              <a:prstGeom prst="rect">
                <a:avLst/>
              </a:prstGeom>
              <a:blipFill>
                <a:blip r:embed="rId4"/>
                <a:stretch>
                  <a:fillRect l="-486" t="-2318" b="-4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!!2">
            <a:extLst>
              <a:ext uri="{FF2B5EF4-FFF2-40B4-BE49-F238E27FC236}">
                <a16:creationId xmlns:a16="http://schemas.microsoft.com/office/drawing/2014/main" id="{18B4C3E1-658C-3BF0-5F2C-1A424BD1B0E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9ED2515A-9AB9-EC7B-E8BF-8E101635436C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93755214-2834-BC20-8E60-FAF9232FA0D6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60431B13-644F-C206-D23C-8B8CDAACD18A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9AECAF0F-76B2-E7F7-E0FE-6E7956CBB13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2AE100E5-A8F9-6C49-D213-E477ABCEDA5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C08B040F-DE65-10D0-3372-8EA09D5346BF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BC51D35E-1641-89B1-A52A-8153FA90A2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28350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5A065DE-359B-3A27-5844-31527ADF2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FB77C21-277F-8EB0-7FBC-9CB94295269D}"/>
              </a:ext>
            </a:extLst>
          </p:cNvPr>
          <p:cNvSpPr/>
          <p:nvPr/>
        </p:nvSpPr>
        <p:spPr>
          <a:xfrm>
            <a:off x="217259" y="3196143"/>
            <a:ext cx="8773060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175008AD-DE4B-6F29-4E6E-9D262BB3E2CD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7A3E5CD-05A8-FD3B-DCD1-BE2A80A11136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A5971152-3B02-7538-B1B7-BC26114D178C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E0DF472A-11C7-93B2-DD51-C2D2EAF08CF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7E717CC-E179-5A8C-0BA5-C14FCA0A8FE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5B1EA560-6A42-F874-70D3-E5B3FA846632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32CD9DD-61F9-51C0-650C-48CA6B4DCB2C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0419729-BAFD-5248-7E62-7A6B62B1C35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7B93CEAE-8951-8C68-04FB-EDEDCA89BEE0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49C20E0-8004-D99A-FF04-F16DD6FFEE43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E9CB5CFF-4A05-7C9F-7064-A1F3C640BD5B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C1603DCB-5577-A2CB-7CC4-8E66D73CCE6D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C1B9EE73-2842-4608-9F76-AC8117B5958B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35F0693-2DC6-5CA1-590D-E64D2A236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78085" y="855531"/>
            <a:ext cx="4187829" cy="22329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7212B1-26B3-3E57-A48B-3159AACFD75C}"/>
                  </a:ext>
                </a:extLst>
              </p:cNvPr>
              <p:cNvSpPr txBox="1"/>
              <p:nvPr/>
            </p:nvSpPr>
            <p:spPr>
              <a:xfrm>
                <a:off x="217259" y="3200763"/>
                <a:ext cx="8773059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20ms</a:t>
                </a:r>
                <a:r>
                  <a:rPr lang="en-US" sz="2000" dirty="0">
                    <a:solidFill>
                      <a:schemeClr val="accent6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| RMSE </a:t>
                </a:r>
                <a:r>
                  <a:rPr lang="en-US" sz="2400" b="1" dirty="0">
                    <a:solidFill>
                      <a:srgbClr val="00B050"/>
                    </a:solidFill>
                    <a:latin typeface="Montserrat" panose="00000500000000000000" pitchFamily="2" charset="0"/>
                  </a:rPr>
                  <a:t>20ms</a:t>
                </a:r>
                <a:endParaRPr lang="en-US" sz="1800" b="1" dirty="0">
                  <a:solidFill>
                    <a:srgbClr val="00B050"/>
                  </a:solidFill>
                  <a:latin typeface="Montserrat" panose="00000500000000000000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Accuracy: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Slightly inaccurate (False Positives). The blue prediction boundaries trigger and end slightly early.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solidFill>
                      <a:srgbClr val="C00000"/>
                    </a:solidFill>
                    <a:latin typeface="Bahnschrift" panose="020B0502040204020203" pitchFamily="34" charset="0"/>
                  </a:rPr>
                  <a:t>Reason:</a:t>
                </a:r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 The resting background noise floor in this recording is louder than the training average, causing standard ambient noise to frequently cross the lower cyan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lower</m:t>
                        </m:r>
                      </m:sub>
                    </m:sSub>
                    <m:r>
                      <a:rPr lang="en-US" sz="1800" i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Bahnschrift" panose="020B0502040204020203" pitchFamily="34" charset="0"/>
                  </a:rPr>
                  <a:t>threshold and stretch the boundaries outward.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F7212B1-26B3-3E57-A48B-3159AACFD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259" y="3200763"/>
                <a:ext cx="8773059" cy="1846659"/>
              </a:xfrm>
              <a:prstGeom prst="rect">
                <a:avLst/>
              </a:prstGeom>
              <a:blipFill>
                <a:blip r:embed="rId4"/>
                <a:stretch>
                  <a:fillRect l="-486" t="-2310" b="-39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!!2">
            <a:extLst>
              <a:ext uri="{FF2B5EF4-FFF2-40B4-BE49-F238E27FC236}">
                <a16:creationId xmlns:a16="http://schemas.microsoft.com/office/drawing/2014/main" id="{3B6ABB6D-C8A0-EBD2-B1E6-9449A0B323E4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F9A8CD97-12B5-0EFF-5009-0C6E6F3CB84A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5C4ECEA5-2E5E-6E76-83CC-3B1D1226D9A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93BB2C88-E1A2-D22E-A397-89C219046B2D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FF056D12-80D0-5DC1-B2D2-02EB1010BF41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EFA0608D-F9FF-A6B4-5987-35D2887604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2BF39B33-998D-B57E-E986-FAD4669F513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!!1">
            <a:extLst>
              <a:ext uri="{FF2B5EF4-FFF2-40B4-BE49-F238E27FC236}">
                <a16:creationId xmlns:a16="http://schemas.microsoft.com/office/drawing/2014/main" id="{04BBC222-0D1B-B383-6CDD-034A85A1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8440" y="125232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DUAL-THRESHOLD: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3349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7A2F1157-D67C-54DE-5AD9-56B4CD28E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>
            <a:extLst>
              <a:ext uri="{FF2B5EF4-FFF2-40B4-BE49-F238E27FC236}">
                <a16:creationId xmlns:a16="http://schemas.microsoft.com/office/drawing/2014/main" id="{7DDD80B4-22EF-4FA6-30B5-1177988923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64222" y="4488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7276B23B-D7C9-2ED1-22DC-44DBC5105AC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806782" y="2009264"/>
            <a:ext cx="660369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COMPARISON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TABLE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88FEEA88-B5D9-7F85-A35D-B107DF0E6A73}"/>
              </a:ext>
            </a:extLst>
          </p:cNvPr>
          <p:cNvGrpSpPr/>
          <p:nvPr/>
        </p:nvGrpSpPr>
        <p:grpSpPr>
          <a:xfrm>
            <a:off x="3838244" y="17507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40004162-49B0-CA1F-728C-382EE736CF9B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0238E7AC-26C3-17CC-31E0-04C5C8B96E72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45B9272C-C592-E48A-2F0D-CAF737A53F41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0A77D787-A9F1-9DAF-BA08-E231AE0F6951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55EBE8F2-E63E-0C72-2CE2-67197BE77C93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C81646D4-7BB4-29BA-3F92-5F0012ED58CB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7E486686-B7DB-C2EA-DC0E-C759420F1B1F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13236699-6F1B-E2BA-1737-1C37F5A3E0DD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19B2F881-1186-040C-20EA-E9B9961C949E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0EF4BDBC-EA9B-2FFD-D027-ECB95B2C964A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15DCDD73-63AD-61B6-6D99-3B22ED60D8C2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0BE324ED-2C20-A313-7C2A-F97BD3C801DB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5CA30F1A-8451-B74B-4912-B557376F0D61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04FB8367-E3A8-1F0E-FE31-332BE8CE9555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174D2D28-73CB-F8AB-7F8C-F43A1550405C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B1EFD503-98B1-4B2B-82DC-78B72667EB93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49709A7F-7723-D648-916B-5EE17E3F56A8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A0983930-D6A0-E496-C1A7-DDDD7F0017A2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5EA98A42-5D1F-3FD9-0513-227C3872FCE5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3C0844FD-2610-7C42-31C3-50F4CEA8C081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24CBAE5D-E0DB-6D06-1938-381BB8738EC0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EC1E5F1B-9984-2B05-8033-351BD2EC3B23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93915BB2-2435-9E13-9C47-55263E6A8D53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CCFFE85F-D233-23AF-AB98-941BABEC8481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129868E2-5DDB-2DBB-5AC8-7D0DF26B3E71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DA118EC9-06F3-3367-64EA-2385C10EAFFA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CE88F3E1-E191-C2E7-E88D-415CDE980CA2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4B385D4D-7A67-9C61-F23C-E0157B12F77E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F0CC866A-A70D-CADA-653E-0AFE4D25B944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2A467B91-B3B9-F0A9-832C-949E3EFF5A8B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8B949527-ACE0-1EA0-4ED1-9C6775B088C1}"/>
              </a:ext>
            </a:extLst>
          </p:cNvPr>
          <p:cNvGrpSpPr/>
          <p:nvPr/>
        </p:nvGrpSpPr>
        <p:grpSpPr>
          <a:xfrm>
            <a:off x="1957534" y="20811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188A3979-A881-BAB4-957B-C194BB4984A3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5B291439-44C7-BEDC-43D4-71ED8EACA0BB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7DC60A9A-9837-FBCC-0C2E-2BE966761792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C37E2E6F-2A06-87A1-6A03-138E1CA2B2FC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616E22AD-1CA5-5246-C94E-9C0C2543628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8362D7-E05F-FD4C-DCD4-379065F934B7}"/>
              </a:ext>
            </a:extLst>
          </p:cNvPr>
          <p:cNvSpPr/>
          <p:nvPr/>
        </p:nvSpPr>
        <p:spPr>
          <a:xfrm>
            <a:off x="4063331" y="3937925"/>
            <a:ext cx="325291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Huỳnh Hiếu Nghĩa</a:t>
            </a:r>
          </a:p>
        </p:txBody>
      </p:sp>
    </p:spTree>
    <p:extLst>
      <p:ext uri="{BB962C8B-B14F-4D97-AF65-F5344CB8AC3E}">
        <p14:creationId xmlns:p14="http://schemas.microsoft.com/office/powerpoint/2010/main" val="2179496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!!1"/>
          <p:cNvSpPr txBox="1">
            <a:spLocks noGrp="1"/>
          </p:cNvSpPr>
          <p:nvPr>
            <p:ph type="title"/>
          </p:nvPr>
        </p:nvSpPr>
        <p:spPr>
          <a:xfrm>
            <a:off x="789416" y="227484"/>
            <a:ext cx="7578300" cy="495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COMPARISON TABLE</a:t>
            </a:r>
            <a:endParaRPr dirty="0"/>
          </a:p>
        </p:txBody>
      </p:sp>
      <p:graphicFrame>
        <p:nvGraphicFramePr>
          <p:cNvPr id="1253" name="Google Shape;1253;p36"/>
          <p:cNvGraphicFramePr/>
          <p:nvPr>
            <p:extLst>
              <p:ext uri="{D42A27DB-BD31-4B8C-83A1-F6EECF244321}">
                <p14:modId xmlns:p14="http://schemas.microsoft.com/office/powerpoint/2010/main" val="1496267536"/>
              </p:ext>
            </p:extLst>
          </p:nvPr>
        </p:nvGraphicFramePr>
        <p:xfrm>
          <a:off x="61473" y="1476387"/>
          <a:ext cx="9021054" cy="2190725"/>
        </p:xfrm>
        <a:graphic>
          <a:graphicData uri="http://schemas.openxmlformats.org/drawingml/2006/table">
            <a:tbl>
              <a:tblPr>
                <a:noFill/>
                <a:tableStyleId>{7AEFDC93-782D-4E4C-A218-EDA5358B997B}</a:tableStyleId>
              </a:tblPr>
              <a:tblGrid>
                <a:gridCol w="188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709395016"/>
                    </a:ext>
                  </a:extLst>
                </a:gridCol>
                <a:gridCol w="1416386">
                  <a:extLst>
                    <a:ext uri="{9D8B030D-6E8A-4147-A177-3AD203B41FA5}">
                      <a16:colId xmlns:a16="http://schemas.microsoft.com/office/drawing/2014/main" val="2328951586"/>
                    </a:ext>
                  </a:extLst>
                </a:gridCol>
              </a:tblGrid>
              <a:tr h="499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Algorithms</a:t>
                      </a: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phone_M2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phone_F2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</a:t>
                      </a:r>
                      <a:r>
                        <a:rPr lang="en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tudio_M2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studio_F2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.wav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Average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Histogram</a:t>
                      </a:r>
                      <a:endParaRPr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10.31ms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21.36ms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10.31ms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17.51ms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18.21ms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14.38ms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15.05ms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Simple Statistics</a:t>
                      </a:r>
                      <a:endParaRPr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21.21ms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60.83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35ms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38.08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40ms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56.57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37.5ms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44.17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Dual-Threshold Endpoint Detection</a:t>
                      </a:r>
                      <a:endParaRPr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15.81ms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860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1072.01ms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75ms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99.25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20ms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20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MAE: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242.5ms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RMSE: </a:t>
                      </a:r>
                      <a:r>
                        <a:rPr lang="en-US" sz="1200" b="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301.77ms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254" name="Google Shape;1254;p36"/>
          <p:cNvGrpSpPr/>
          <p:nvPr/>
        </p:nvGrpSpPr>
        <p:grpSpPr>
          <a:xfrm>
            <a:off x="811050" y="635345"/>
            <a:ext cx="7521900" cy="192184"/>
            <a:chOff x="369197" y="1069304"/>
            <a:chExt cx="7521900" cy="192184"/>
          </a:xfrm>
        </p:grpSpPr>
        <p:grpSp>
          <p:nvGrpSpPr>
            <p:cNvPr id="1255" name="Google Shape;1255;p36"/>
            <p:cNvGrpSpPr/>
            <p:nvPr/>
          </p:nvGrpSpPr>
          <p:grpSpPr>
            <a:xfrm>
              <a:off x="369197" y="1069304"/>
              <a:ext cx="7464900" cy="192184"/>
              <a:chOff x="1801697" y="1069304"/>
              <a:chExt cx="7464900" cy="192184"/>
            </a:xfrm>
          </p:grpSpPr>
          <p:sp>
            <p:nvSpPr>
              <p:cNvPr id="1256" name="Google Shape;1256;p36"/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57" name="Google Shape;1257;p36"/>
              <p:cNvCxnSpPr>
                <a:stCxn id="1258" idx="6"/>
                <a:endCxn id="1259" idx="2"/>
              </p:cNvCxnSpPr>
              <p:nvPr/>
            </p:nvCxnSpPr>
            <p:spPr>
              <a:xfrm rot="10800000">
                <a:off x="1858697" y="1164492"/>
                <a:ext cx="74079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59" name="Google Shape;1259;p36"/>
              <p:cNvSpPr/>
              <p:nvPr/>
            </p:nvSpPr>
            <p:spPr>
              <a:xfrm flipH="1">
                <a:off x="1801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58" name="Google Shape;1258;p36"/>
            <p:cNvSpPr/>
            <p:nvPr/>
          </p:nvSpPr>
          <p:spPr>
            <a:xfrm flipH="1">
              <a:off x="78340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039;p31">
            <a:extLst>
              <a:ext uri="{FF2B5EF4-FFF2-40B4-BE49-F238E27FC236}">
                <a16:creationId xmlns:a16="http://schemas.microsoft.com/office/drawing/2014/main" id="{2869B929-C354-C8AA-BB53-775E598FAEB4}"/>
              </a:ext>
            </a:extLst>
          </p:cNvPr>
          <p:cNvSpPr txBox="1">
            <a:spLocks/>
          </p:cNvSpPr>
          <p:nvPr/>
        </p:nvSpPr>
        <p:spPr>
          <a:xfrm>
            <a:off x="261133" y="146027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43"/>
          <p:cNvSpPr txBox="1">
            <a:spLocks noGrp="1"/>
          </p:cNvSpPr>
          <p:nvPr>
            <p:ph type="title"/>
          </p:nvPr>
        </p:nvSpPr>
        <p:spPr>
          <a:xfrm flipH="1">
            <a:off x="782850" y="1677468"/>
            <a:ext cx="7578300" cy="1758163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/>
              <a:t>THANK YOU </a:t>
            </a:r>
            <a:br>
              <a:rPr lang="en-US" sz="5400" dirty="0"/>
            </a:br>
            <a:r>
              <a:rPr lang="en-US" sz="5400" dirty="0"/>
              <a:t>FOR WATCHING!</a:t>
            </a:r>
          </a:p>
        </p:txBody>
      </p:sp>
      <p:grpSp>
        <p:nvGrpSpPr>
          <p:cNvPr id="1502" name="Google Shape;1502;p43"/>
          <p:cNvGrpSpPr/>
          <p:nvPr/>
        </p:nvGrpSpPr>
        <p:grpSpPr>
          <a:xfrm>
            <a:off x="2335050" y="3312018"/>
            <a:ext cx="4473900" cy="192184"/>
            <a:chOff x="2363547" y="1069304"/>
            <a:chExt cx="4473900" cy="192184"/>
          </a:xfrm>
        </p:grpSpPr>
        <p:grpSp>
          <p:nvGrpSpPr>
            <p:cNvPr id="1503" name="Google Shape;1503;p43"/>
            <p:cNvGrpSpPr/>
            <p:nvPr/>
          </p:nvGrpSpPr>
          <p:grpSpPr>
            <a:xfrm>
              <a:off x="2363547" y="1069304"/>
              <a:ext cx="4416900" cy="192184"/>
              <a:chOff x="2335097" y="1069304"/>
              <a:chExt cx="4416900" cy="192184"/>
            </a:xfrm>
          </p:grpSpPr>
          <p:sp>
            <p:nvSpPr>
              <p:cNvPr id="1504" name="Google Shape;1504;p43"/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05" name="Google Shape;1505;p43"/>
              <p:cNvCxnSpPr>
                <a:stCxn id="1506" idx="6"/>
                <a:endCxn id="1507" idx="2"/>
              </p:cNvCxnSpPr>
              <p:nvPr/>
            </p:nvCxnSpPr>
            <p:spPr>
              <a:xfrm rot="10800000">
                <a:off x="2392097" y="1164417"/>
                <a:ext cx="4359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07" name="Google Shape;1507;p43"/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06" name="Google Shape;1506;p43"/>
            <p:cNvSpPr/>
            <p:nvPr/>
          </p:nvSpPr>
          <p:spPr>
            <a:xfrm flipH="1">
              <a:off x="6780447" y="11359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9" name="Google Shape;1529;p43"/>
          <p:cNvGrpSpPr/>
          <p:nvPr/>
        </p:nvGrpSpPr>
        <p:grpSpPr>
          <a:xfrm>
            <a:off x="7219944" y="-221507"/>
            <a:ext cx="1019565" cy="1290805"/>
            <a:chOff x="-4017975" y="-49702"/>
            <a:chExt cx="1162825" cy="1472177"/>
          </a:xfrm>
        </p:grpSpPr>
        <p:sp>
          <p:nvSpPr>
            <p:cNvPr id="1530" name="Google Shape;1530;p4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4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4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4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4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4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4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1000"/>
                                        <p:tgtEl>
                                          <p:spTgt spid="1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T Department Meeting by Slidesgo">
  <a:themeElements>
    <a:clrScheme name="Simple Light">
      <a:dk1>
        <a:srgbClr val="F6F6FF"/>
      </a:dk1>
      <a:lt1>
        <a:srgbClr val="4E5EA3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E5EA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50000"/>
            </a:schemeClr>
          </a:solidFill>
        </a:ln>
      </a:spPr>
      <a:bodyPr rtlCol="0" anchor="ctr"/>
      <a:lstStyle>
        <a:defPPr algn="ctr">
          <a:defRPr sz="1800" dirty="0" smtClean="0">
            <a:latin typeface="Montserrat" panose="00000500000000000000" pitchFamily="2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4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5AEE722-7295-4ECA-A3CE-10847B83C1BF}">
  <we:reference id="4b785c87-866c-4bad-85d8-5d1ae467ac9a" version="3.27.2.0" store="EXCatalog" storeType="EXCatalog"/>
  <we:alternateReferences>
    <we:reference id="WA104381909" version="3.27.2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943</TotalTime>
  <Words>2500</Words>
  <Application>Microsoft Office PowerPoint</Application>
  <PresentationFormat>On-screen Show (16:9)</PresentationFormat>
  <Paragraphs>434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Montserrat</vt:lpstr>
      <vt:lpstr>Montserrat Bold</vt:lpstr>
      <vt:lpstr>Arial</vt:lpstr>
      <vt:lpstr>Montserrat Medium</vt:lpstr>
      <vt:lpstr>Cambria Math</vt:lpstr>
      <vt:lpstr>Bahnschrift</vt:lpstr>
      <vt:lpstr>Jost</vt:lpstr>
      <vt:lpstr>IT Department Meeting by Slidesgo</vt:lpstr>
      <vt:lpstr>DIGITAL SIGNAL PROCESSING SPEECH AND SILENCE SEGMENTATION</vt:lpstr>
      <vt:lpstr>TABLE OF CONTENTS</vt:lpstr>
      <vt:lpstr>01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RESULTS</vt:lpstr>
      <vt:lpstr>HISTOGRAM: RESULTS</vt:lpstr>
      <vt:lpstr>02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PowerPoint Presentation</vt:lpstr>
      <vt:lpstr>PowerPoint Presentation</vt:lpstr>
      <vt:lpstr>03</vt:lpstr>
      <vt:lpstr>DUAL-THRESHOLD: IDEA</vt:lpstr>
      <vt:lpstr>DUAL-THRESHOLD: IDEA</vt:lpstr>
      <vt:lpstr>DUAL-THRESHOLD: IDEA</vt:lpstr>
      <vt:lpstr>DUAL-THRESHOLD: IDEA</vt:lpstr>
      <vt:lpstr>DUAL-THRESHOLD: IDEA</vt:lpstr>
      <vt:lpstr>PowerPoint Presentation</vt:lpstr>
      <vt:lpstr>DUAL-THRESHOLD: IDEA</vt:lpstr>
      <vt:lpstr>DUAL-THRESHOLD: IDEA</vt:lpstr>
      <vt:lpstr>DUAL-THRESHOLD: IDEA</vt:lpstr>
      <vt:lpstr>DUAL-THRESHOLD: IDEA</vt:lpstr>
      <vt:lpstr>DUAL-THRESHOLD: RESULTS</vt:lpstr>
      <vt:lpstr>DUAL-THRESHOLD: RESULTS</vt:lpstr>
      <vt:lpstr>DUAL-THRESHOLD: RESULTS</vt:lpstr>
      <vt:lpstr>DUAL-THRESHOLD: RESULTS</vt:lpstr>
      <vt:lpstr>04</vt:lpstr>
      <vt:lpstr>COMPARISON TABLE</vt:lpstr>
      <vt:lpstr>THANK YOU  FOR WATCHING!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Phan Thanh Duy</cp:lastModifiedBy>
  <cp:revision>1</cp:revision>
  <dcterms:modified xsi:type="dcterms:W3CDTF">2026-10-07T07:22:58Z</dcterms:modified>
</cp:coreProperties>
</file>