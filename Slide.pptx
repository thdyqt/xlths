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 id="2147483674" r:id="rId2"/>
  </p:sldMasterIdLst>
  <p:notesMasterIdLst>
    <p:notesMasterId r:id="rId88"/>
  </p:notesMasterIdLst>
  <p:sldIdLst>
    <p:sldId id="256" r:id="rId3"/>
    <p:sldId id="258" r:id="rId4"/>
    <p:sldId id="261" r:id="rId5"/>
    <p:sldId id="314" r:id="rId6"/>
    <p:sldId id="316" r:id="rId7"/>
    <p:sldId id="317" r:id="rId8"/>
    <p:sldId id="318" r:id="rId9"/>
    <p:sldId id="319" r:id="rId10"/>
    <p:sldId id="321" r:id="rId11"/>
    <p:sldId id="320" r:id="rId12"/>
    <p:sldId id="322" r:id="rId13"/>
    <p:sldId id="323" r:id="rId14"/>
    <p:sldId id="315" r:id="rId15"/>
    <p:sldId id="324" r:id="rId16"/>
    <p:sldId id="328" r:id="rId17"/>
    <p:sldId id="325" r:id="rId18"/>
    <p:sldId id="326" r:id="rId19"/>
    <p:sldId id="327" r:id="rId20"/>
    <p:sldId id="329" r:id="rId21"/>
    <p:sldId id="330" r:id="rId22"/>
    <p:sldId id="331" r:id="rId23"/>
    <p:sldId id="332" r:id="rId24"/>
    <p:sldId id="333" r:id="rId25"/>
    <p:sldId id="334" r:id="rId26"/>
    <p:sldId id="335" r:id="rId27"/>
    <p:sldId id="336" r:id="rId28"/>
    <p:sldId id="337" r:id="rId29"/>
    <p:sldId id="338" r:id="rId30"/>
    <p:sldId id="339" r:id="rId31"/>
    <p:sldId id="340" r:id="rId32"/>
    <p:sldId id="341" r:id="rId33"/>
    <p:sldId id="342" r:id="rId34"/>
    <p:sldId id="259" r:id="rId35"/>
    <p:sldId id="299" r:id="rId36"/>
    <p:sldId id="300" r:id="rId37"/>
    <p:sldId id="264" r:id="rId38"/>
    <p:sldId id="267" r:id="rId39"/>
    <p:sldId id="301" r:id="rId40"/>
    <p:sldId id="302" r:id="rId41"/>
    <p:sldId id="303" r:id="rId42"/>
    <p:sldId id="304" r:id="rId43"/>
    <p:sldId id="305" r:id="rId44"/>
    <p:sldId id="306" r:id="rId45"/>
    <p:sldId id="308" r:id="rId46"/>
    <p:sldId id="307" r:id="rId47"/>
    <p:sldId id="309" r:id="rId48"/>
    <p:sldId id="310" r:id="rId49"/>
    <p:sldId id="311" r:id="rId50"/>
    <p:sldId id="312" r:id="rId51"/>
    <p:sldId id="313" r:id="rId52"/>
    <p:sldId id="260" r:id="rId53"/>
    <p:sldId id="262" r:id="rId54"/>
    <p:sldId id="263" r:id="rId55"/>
    <p:sldId id="265" r:id="rId56"/>
    <p:sldId id="266" r:id="rId57"/>
    <p:sldId id="268" r:id="rId58"/>
    <p:sldId id="269" r:id="rId59"/>
    <p:sldId id="270" r:id="rId60"/>
    <p:sldId id="271" r:id="rId61"/>
    <p:sldId id="272" r:id="rId62"/>
    <p:sldId id="273" r:id="rId63"/>
    <p:sldId id="274" r:id="rId64"/>
    <p:sldId id="275" r:id="rId65"/>
    <p:sldId id="276" r:id="rId66"/>
    <p:sldId id="277" r:id="rId67"/>
    <p:sldId id="278" r:id="rId68"/>
    <p:sldId id="279" r:id="rId69"/>
    <p:sldId id="280" r:id="rId70"/>
    <p:sldId id="281" r:id="rId71"/>
    <p:sldId id="282" r:id="rId72"/>
    <p:sldId id="283" r:id="rId73"/>
    <p:sldId id="284" r:id="rId74"/>
    <p:sldId id="285" r:id="rId75"/>
    <p:sldId id="286" r:id="rId76"/>
    <p:sldId id="287" r:id="rId77"/>
    <p:sldId id="288" r:id="rId78"/>
    <p:sldId id="289" r:id="rId79"/>
    <p:sldId id="290" r:id="rId80"/>
    <p:sldId id="291" r:id="rId81"/>
    <p:sldId id="292" r:id="rId82"/>
    <p:sldId id="293" r:id="rId83"/>
    <p:sldId id="294" r:id="rId84"/>
    <p:sldId id="295" r:id="rId85"/>
    <p:sldId id="296" r:id="rId86"/>
    <p:sldId id="297" r:id="rId87"/>
  </p:sldIdLst>
  <p:sldSz cx="9144000" cy="5143500" type="screen16x9"/>
  <p:notesSz cx="6858000" cy="9144000"/>
  <p:embeddedFontLst>
    <p:embeddedFont>
      <p:font typeface="Amatic SC" panose="00000500000000000000" pitchFamily="2" charset="-79"/>
      <p:regular r:id="rId89"/>
      <p:bold r:id="rId90"/>
    </p:embeddedFont>
    <p:embeddedFont>
      <p:font typeface="Bahnschrift" panose="020B0502040204020203" pitchFamily="34" charset="0"/>
      <p:regular r:id="rId91"/>
      <p:bold r:id="rId92"/>
    </p:embeddedFont>
    <p:embeddedFont>
      <p:font typeface="Cambria Math" panose="02040503050406030204" pitchFamily="18" charset="0"/>
      <p:regular r:id="rId93"/>
    </p:embeddedFont>
    <p:embeddedFont>
      <p:font typeface="Jost" panose="020B0604020202020204" charset="0"/>
      <p:regular r:id="rId94"/>
      <p:bold r:id="rId95"/>
      <p:italic r:id="rId96"/>
      <p:boldItalic r:id="rId97"/>
    </p:embeddedFont>
    <p:embeddedFont>
      <p:font typeface="Montserrat" panose="00000500000000000000" pitchFamily="2" charset="0"/>
      <p:regular r:id="rId98"/>
      <p:bold r:id="rId99"/>
      <p:italic r:id="rId100"/>
      <p:boldItalic r:id="rId101"/>
    </p:embeddedFont>
    <p:embeddedFont>
      <p:font typeface="Montserrat Bold" panose="00000800000000000000" charset="0"/>
      <p:regular r:id="rId102"/>
    </p:embeddedFont>
    <p:embeddedFont>
      <p:font typeface="Montserrat Medium" panose="00000600000000000000" pitchFamily="2" charset="0"/>
      <p:regular r:id="rId103"/>
      <p:bold r:id="rId104"/>
      <p:italic r:id="rId105"/>
      <p:boldItalic r:id="rId106"/>
    </p:embeddedFont>
    <p:embeddedFont>
      <p:font typeface="Proxima Nova" panose="020B0604020202020204" charset="0"/>
      <p:regular r:id="rId107"/>
      <p:bold r:id="rId108"/>
      <p:italic r:id="rId109"/>
      <p:boldItalic r:id="rId110"/>
    </p:embeddedFont>
    <p:embeddedFont>
      <p:font typeface="Roboto Medium" panose="02000000000000000000" pitchFamily="2" charset="0"/>
      <p:regular r:id="rId111"/>
      <p:bold r:id="rId112"/>
      <p:italic r:id="rId113"/>
      <p:boldItalic r:id="rId114"/>
    </p:embeddedFont>
    <p:embeddedFont>
      <p:font typeface="Tajawal" panose="020B0604020202020204" charset="-78"/>
      <p:regular r:id="rId115"/>
      <p:bold r:id="rId1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87C0"/>
    <a:srgbClr val="80F141"/>
    <a:srgbClr val="00D200"/>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C00F51-45D2-421A-A7FA-149D3B7C5888}" v="416" dt="2026-10-06T10:13:01.821"/>
  </p1510:revLst>
</p1510:revInfo>
</file>

<file path=ppt/tableStyles.xml><?xml version="1.0" encoding="utf-8"?>
<a:tblStyleLst xmlns:a="http://schemas.openxmlformats.org/drawingml/2006/main" def="{7AEFDC93-782D-4E4C-A218-EDA5358B997B}">
  <a:tblStyle styleId="{7AEFDC93-782D-4E4C-A218-EDA5358B997B}"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401" autoAdjust="0"/>
  </p:normalViewPr>
  <p:slideViewPr>
    <p:cSldViewPr snapToGrid="0">
      <p:cViewPr>
        <p:scale>
          <a:sx n="100" d="100"/>
          <a:sy n="100" d="100"/>
        </p:scale>
        <p:origin x="978" y="68"/>
      </p:cViewPr>
      <p:guideLst>
        <p:guide orient="horz" pos="1620"/>
        <p:guide pos="2880"/>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117" Type="http://schemas.openxmlformats.org/officeDocument/2006/relationships/presProps" Target="presProps.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font" Target="fonts/font1.fntdata"/><Relationship Id="rId112" Type="http://schemas.openxmlformats.org/officeDocument/2006/relationships/font" Target="fonts/font24.fntdata"/><Relationship Id="rId16" Type="http://schemas.openxmlformats.org/officeDocument/2006/relationships/slide" Target="slides/slide14.xml"/><Relationship Id="rId107" Type="http://schemas.openxmlformats.org/officeDocument/2006/relationships/font" Target="fonts/font19.fntdata"/><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font" Target="fonts/font14.fntdata"/><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slide" Target="slides/slide80.xml"/><Relationship Id="rId90" Type="http://schemas.openxmlformats.org/officeDocument/2006/relationships/font" Target="fonts/font2.fntdata"/><Relationship Id="rId95" Type="http://schemas.openxmlformats.org/officeDocument/2006/relationships/font" Target="fonts/font7.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100" Type="http://schemas.openxmlformats.org/officeDocument/2006/relationships/font" Target="fonts/font12.fntdata"/><Relationship Id="rId105" Type="http://schemas.openxmlformats.org/officeDocument/2006/relationships/font" Target="fonts/font17.fntdata"/><Relationship Id="rId113" Type="http://schemas.openxmlformats.org/officeDocument/2006/relationships/font" Target="fonts/font25.fntdata"/><Relationship Id="rId118"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font" Target="fonts/font5.fntdata"/><Relationship Id="rId98" Type="http://schemas.openxmlformats.org/officeDocument/2006/relationships/font" Target="fonts/font10.fntdata"/><Relationship Id="rId121" Type="http://schemas.microsoft.com/office/2016/11/relationships/changesInfo" Target="changesInfos/changesInfo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103" Type="http://schemas.openxmlformats.org/officeDocument/2006/relationships/font" Target="fonts/font15.fntdata"/><Relationship Id="rId108" Type="http://schemas.openxmlformats.org/officeDocument/2006/relationships/font" Target="fonts/font20.fntdata"/><Relationship Id="rId116" Type="http://schemas.openxmlformats.org/officeDocument/2006/relationships/font" Target="fonts/font28.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notesMaster" Target="notesMasters/notesMaster1.xml"/><Relationship Id="rId91" Type="http://schemas.openxmlformats.org/officeDocument/2006/relationships/font" Target="fonts/font3.fntdata"/><Relationship Id="rId96" Type="http://schemas.openxmlformats.org/officeDocument/2006/relationships/font" Target="fonts/font8.fntdata"/><Relationship Id="rId111" Type="http://schemas.openxmlformats.org/officeDocument/2006/relationships/font" Target="fonts/font23.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6" Type="http://schemas.openxmlformats.org/officeDocument/2006/relationships/font" Target="fonts/font18.fntdata"/><Relationship Id="rId114" Type="http://schemas.openxmlformats.org/officeDocument/2006/relationships/font" Target="fonts/font26.fntdata"/><Relationship Id="rId119" Type="http://schemas.openxmlformats.org/officeDocument/2006/relationships/theme" Target="theme/theme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font" Target="fonts/font6.fntdata"/><Relationship Id="rId99" Type="http://schemas.openxmlformats.org/officeDocument/2006/relationships/font" Target="fonts/font11.fntdata"/><Relationship Id="rId101" Type="http://schemas.openxmlformats.org/officeDocument/2006/relationships/font" Target="fonts/font13.fntdata"/><Relationship Id="rId122"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font" Target="fonts/font21.fntdata"/><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font" Target="fonts/font9.fntdata"/><Relationship Id="rId104" Type="http://schemas.openxmlformats.org/officeDocument/2006/relationships/font" Target="fonts/font16.fntdata"/><Relationship Id="rId120"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font" Target="fonts/font4.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font" Target="fonts/font22.fntdata"/><Relationship Id="rId115" Type="http://schemas.openxmlformats.org/officeDocument/2006/relationships/font" Target="fonts/font27.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an Thanh Duy" userId="7fe205da-551d-4fae-b045-58d66fb40073" providerId="ADAL" clId="{A441D81C-AEF8-464D-902E-B6449B34371D}"/>
    <pc:docChg chg="undo redo custSel addSld delSld modSld sldOrd">
      <pc:chgData name="Phan Thanh Duy" userId="7fe205da-551d-4fae-b045-58d66fb40073" providerId="ADAL" clId="{A441D81C-AEF8-464D-902E-B6449B34371D}" dt="2026-10-06T10:13:01.821" v="2992"/>
      <pc:docMkLst>
        <pc:docMk/>
      </pc:docMkLst>
      <pc:sldChg chg="modSp mod">
        <pc:chgData name="Phan Thanh Duy" userId="7fe205da-551d-4fae-b045-58d66fb40073" providerId="ADAL" clId="{A441D81C-AEF8-464D-902E-B6449B34371D}" dt="2026-10-06T05:56:23.967" v="1476" actId="962"/>
        <pc:sldMkLst>
          <pc:docMk/>
          <pc:sldMk cId="0" sldId="256"/>
        </pc:sldMkLst>
        <pc:spChg chg="mod">
          <ac:chgData name="Phan Thanh Duy" userId="7fe205da-551d-4fae-b045-58d66fb40073" providerId="ADAL" clId="{A441D81C-AEF8-464D-902E-B6449B34371D}" dt="2026-10-05T12:29:20.629" v="365" actId="20577"/>
          <ac:spMkLst>
            <pc:docMk/>
            <pc:sldMk cId="0" sldId="256"/>
            <ac:spMk id="3" creationId="{3F496BDD-1524-F04C-C6CE-C173D16EDAD0}"/>
          </ac:spMkLst>
        </pc:spChg>
        <pc:spChg chg="mod">
          <ac:chgData name="Phan Thanh Duy" userId="7fe205da-551d-4fae-b045-58d66fb40073" providerId="ADAL" clId="{A441D81C-AEF8-464D-902E-B6449B34371D}" dt="2026-10-06T05:56:23.967" v="1476" actId="962"/>
          <ac:spMkLst>
            <pc:docMk/>
            <pc:sldMk cId="0" sldId="256"/>
            <ac:spMk id="923" creationId="{00000000-0000-0000-0000-000000000000}"/>
          </ac:spMkLst>
        </pc:spChg>
        <pc:spChg chg="mod">
          <ac:chgData name="Phan Thanh Duy" userId="7fe205da-551d-4fae-b045-58d66fb40073" providerId="ADAL" clId="{A441D81C-AEF8-464D-902E-B6449B34371D}" dt="2026-10-05T12:28:17.722" v="359" actId="20577"/>
          <ac:spMkLst>
            <pc:docMk/>
            <pc:sldMk cId="0" sldId="256"/>
            <ac:spMk id="924" creationId="{00000000-0000-0000-0000-000000000000}"/>
          </ac:spMkLst>
        </pc:spChg>
        <pc:grpChg chg="mod">
          <ac:chgData name="Phan Thanh Duy" userId="7fe205da-551d-4fae-b045-58d66fb40073" providerId="ADAL" clId="{A441D81C-AEF8-464D-902E-B6449B34371D}" dt="2026-10-06T05:56:16.367" v="1475" actId="962"/>
          <ac:grpSpMkLst>
            <pc:docMk/>
            <pc:sldMk cId="0" sldId="256"/>
            <ac:grpSpMk id="960" creationId="{00000000-0000-0000-0000-000000000000}"/>
          </ac:grpSpMkLst>
        </pc:grpChg>
      </pc:sldChg>
      <pc:sldChg chg="delSp modSp mod modTransition addAnim delAnim modAnim">
        <pc:chgData name="Phan Thanh Duy" userId="7fe205da-551d-4fae-b045-58d66fb40073" providerId="ADAL" clId="{A441D81C-AEF8-464D-902E-B6449B34371D}" dt="2026-10-06T08:21:34.225" v="2629" actId="962"/>
        <pc:sldMkLst>
          <pc:docMk/>
          <pc:sldMk cId="0" sldId="258"/>
        </pc:sldMkLst>
        <pc:spChg chg="mod">
          <ac:chgData name="Phan Thanh Duy" userId="7fe205da-551d-4fae-b045-58d66fb40073" providerId="ADAL" clId="{A441D81C-AEF8-464D-902E-B6449B34371D}" dt="2026-10-06T05:56:28.408" v="1477" actId="962"/>
          <ac:spMkLst>
            <pc:docMk/>
            <pc:sldMk cId="0" sldId="258"/>
            <ac:spMk id="984" creationId="{00000000-0000-0000-0000-000000000000}"/>
          </ac:spMkLst>
        </pc:spChg>
        <pc:spChg chg="mod">
          <ac:chgData name="Phan Thanh Duy" userId="7fe205da-551d-4fae-b045-58d66fb40073" providerId="ADAL" clId="{A441D81C-AEF8-464D-902E-B6449B34371D}" dt="2026-10-06T08:21:34.225" v="2629" actId="962"/>
          <ac:spMkLst>
            <pc:docMk/>
            <pc:sldMk cId="0" sldId="258"/>
            <ac:spMk id="985" creationId="{00000000-0000-0000-0000-000000000000}"/>
          </ac:spMkLst>
        </pc:spChg>
        <pc:spChg chg="mod">
          <ac:chgData name="Phan Thanh Duy" userId="7fe205da-551d-4fae-b045-58d66fb40073" providerId="ADAL" clId="{A441D81C-AEF8-464D-902E-B6449B34371D}" dt="2026-10-06T05:49:51.692" v="1439" actId="962"/>
          <ac:spMkLst>
            <pc:docMk/>
            <pc:sldMk cId="0" sldId="258"/>
            <ac:spMk id="986" creationId="{00000000-0000-0000-0000-000000000000}"/>
          </ac:spMkLst>
        </pc:spChg>
        <pc:spChg chg="mod">
          <ac:chgData name="Phan Thanh Duy" userId="7fe205da-551d-4fae-b045-58d66fb40073" providerId="ADAL" clId="{A441D81C-AEF8-464D-902E-B6449B34371D}" dt="2026-10-05T12:32:23.653" v="502" actId="1076"/>
          <ac:spMkLst>
            <pc:docMk/>
            <pc:sldMk cId="0" sldId="258"/>
            <ac:spMk id="1011" creationId="{00000000-0000-0000-0000-000000000000}"/>
          </ac:spMkLst>
        </pc:spChg>
        <pc:spChg chg="del">
          <ac:chgData name="Phan Thanh Duy" userId="7fe205da-551d-4fae-b045-58d66fb40073" providerId="ADAL" clId="{A441D81C-AEF8-464D-902E-B6449B34371D}" dt="2026-10-05T12:30:44.015" v="485" actId="478"/>
          <ac:spMkLst>
            <pc:docMk/>
            <pc:sldMk cId="0" sldId="258"/>
            <ac:spMk id="1026" creationId="{00000000-0000-0000-0000-000000000000}"/>
          </ac:spMkLst>
        </pc:spChg>
        <pc:spChg chg="mod">
          <ac:chgData name="Phan Thanh Duy" userId="7fe205da-551d-4fae-b045-58d66fb40073" providerId="ADAL" clId="{A441D81C-AEF8-464D-902E-B6449B34371D}" dt="2026-10-05T12:32:32.452" v="503" actId="1076"/>
          <ac:spMkLst>
            <pc:docMk/>
            <pc:sldMk cId="0" sldId="258"/>
            <ac:spMk id="1043" creationId="{0B415B78-EAAC-C929-1148-A0476AD3DC05}"/>
          </ac:spMkLst>
        </pc:spChg>
        <pc:spChg chg="mod">
          <ac:chgData name="Phan Thanh Duy" userId="7fe205da-551d-4fae-b045-58d66fb40073" providerId="ADAL" clId="{A441D81C-AEF8-464D-902E-B6449B34371D}" dt="2026-10-05T12:32:32.452" v="503" actId="1076"/>
          <ac:spMkLst>
            <pc:docMk/>
            <pc:sldMk cId="0" sldId="258"/>
            <ac:spMk id="1044" creationId="{274496B1-4277-8C10-E45A-7F3A3835AA3A}"/>
          </ac:spMkLst>
        </pc:spChg>
        <pc:spChg chg="mod">
          <ac:chgData name="Phan Thanh Duy" userId="7fe205da-551d-4fae-b045-58d66fb40073" providerId="ADAL" clId="{A441D81C-AEF8-464D-902E-B6449B34371D}" dt="2026-10-05T12:32:32.452" v="503" actId="1076"/>
          <ac:spMkLst>
            <pc:docMk/>
            <pc:sldMk cId="0" sldId="258"/>
            <ac:spMk id="1045" creationId="{DF6971A0-A1E9-0F55-917D-337AD4A7F7DF}"/>
          </ac:spMkLst>
        </pc:spChg>
        <pc:spChg chg="mod">
          <ac:chgData name="Phan Thanh Duy" userId="7fe205da-551d-4fae-b045-58d66fb40073" providerId="ADAL" clId="{A441D81C-AEF8-464D-902E-B6449B34371D}" dt="2026-10-05T12:32:23.653" v="502" actId="1076"/>
          <ac:spMkLst>
            <pc:docMk/>
            <pc:sldMk cId="0" sldId="258"/>
            <ac:spMk id="1046" creationId="{094EDEBF-1B32-6DA5-7A5C-3FF31FD78297}"/>
          </ac:spMkLst>
        </pc:spChg>
        <pc:spChg chg="mod">
          <ac:chgData name="Phan Thanh Duy" userId="7fe205da-551d-4fae-b045-58d66fb40073" providerId="ADAL" clId="{A441D81C-AEF8-464D-902E-B6449B34371D}" dt="2026-10-05T12:32:10.416" v="500" actId="1076"/>
          <ac:spMkLst>
            <pc:docMk/>
            <pc:sldMk cId="0" sldId="258"/>
            <ac:spMk id="1049" creationId="{4F9E34A8-C194-FA37-3FFE-EC13AE16E3DD}"/>
          </ac:spMkLst>
        </pc:spChg>
        <pc:spChg chg="mod">
          <ac:chgData name="Phan Thanh Duy" userId="7fe205da-551d-4fae-b045-58d66fb40073" providerId="ADAL" clId="{A441D81C-AEF8-464D-902E-B6449B34371D}" dt="2026-10-05T12:32:23.653" v="502" actId="1076"/>
          <ac:spMkLst>
            <pc:docMk/>
            <pc:sldMk cId="0" sldId="258"/>
            <ac:spMk id="1050" creationId="{27D34426-108B-5332-08FB-A5351AE5D73E}"/>
          </ac:spMkLst>
        </pc:spChg>
        <pc:spChg chg="mod">
          <ac:chgData name="Phan Thanh Duy" userId="7fe205da-551d-4fae-b045-58d66fb40073" providerId="ADAL" clId="{A441D81C-AEF8-464D-902E-B6449B34371D}" dt="2026-10-05T12:32:23.653" v="502" actId="1076"/>
          <ac:spMkLst>
            <pc:docMk/>
            <pc:sldMk cId="0" sldId="258"/>
            <ac:spMk id="1051" creationId="{8CD73502-F18E-DC4F-88B9-90FA9D0045D5}"/>
          </ac:spMkLst>
        </pc:spChg>
        <pc:spChg chg="mod">
          <ac:chgData name="Phan Thanh Duy" userId="7fe205da-551d-4fae-b045-58d66fb40073" providerId="ADAL" clId="{A441D81C-AEF8-464D-902E-B6449B34371D}" dt="2026-10-05T12:32:23.653" v="502" actId="1076"/>
          <ac:spMkLst>
            <pc:docMk/>
            <pc:sldMk cId="0" sldId="258"/>
            <ac:spMk id="1052" creationId="{A8773934-9794-FF72-90DE-C76D6351978B}"/>
          </ac:spMkLst>
        </pc:spChg>
        <pc:spChg chg="del">
          <ac:chgData name="Phan Thanh Duy" userId="7fe205da-551d-4fae-b045-58d66fb40073" providerId="ADAL" clId="{A441D81C-AEF8-464D-902E-B6449B34371D}" dt="2026-10-05T12:30:39.359" v="484" actId="478"/>
          <ac:spMkLst>
            <pc:docMk/>
            <pc:sldMk cId="0" sldId="258"/>
            <ac:spMk id="1054" creationId="{53DB717C-9C07-2CA3-790A-15801E86148D}"/>
          </ac:spMkLst>
        </pc:spChg>
        <pc:spChg chg="del">
          <ac:chgData name="Phan Thanh Duy" userId="7fe205da-551d-4fae-b045-58d66fb40073" providerId="ADAL" clId="{A441D81C-AEF8-464D-902E-B6449B34371D}" dt="2026-10-05T12:30:39.359" v="484" actId="478"/>
          <ac:spMkLst>
            <pc:docMk/>
            <pc:sldMk cId="0" sldId="258"/>
            <ac:spMk id="1055" creationId="{C3B5F6BA-D148-DDCE-3DB8-AA8D9D59BD01}"/>
          </ac:spMkLst>
        </pc:spChg>
        <pc:grpChg chg="mod">
          <ac:chgData name="Phan Thanh Duy" userId="7fe205da-551d-4fae-b045-58d66fb40073" providerId="ADAL" clId="{A441D81C-AEF8-464D-902E-B6449B34371D}" dt="2026-10-06T05:56:11.153" v="1474" actId="962"/>
          <ac:grpSpMkLst>
            <pc:docMk/>
            <pc:sldMk cId="0" sldId="258"/>
            <ac:grpSpMk id="1017" creationId="{00000000-0000-0000-0000-000000000000}"/>
          </ac:grpSpMkLst>
        </pc:grpChg>
        <pc:grpChg chg="mod">
          <ac:chgData name="Phan Thanh Duy" userId="7fe205da-551d-4fae-b045-58d66fb40073" providerId="ADAL" clId="{A441D81C-AEF8-464D-902E-B6449B34371D}" dt="2026-10-06T05:50:44.702" v="1445" actId="962"/>
          <ac:grpSpMkLst>
            <pc:docMk/>
            <pc:sldMk cId="0" sldId="258"/>
            <ac:grpSpMk id="1023" creationId="{00000000-0000-0000-0000-000000000000}"/>
          </ac:grpSpMkLst>
        </pc:grpChg>
        <pc:cxnChg chg="mod">
          <ac:chgData name="Phan Thanh Duy" userId="7fe205da-551d-4fae-b045-58d66fb40073" providerId="ADAL" clId="{A441D81C-AEF8-464D-902E-B6449B34371D}" dt="2026-10-05T12:31:44.152" v="495" actId="14100"/>
          <ac:cxnSpMkLst>
            <pc:docMk/>
            <pc:sldMk cId="0" sldId="258"/>
            <ac:cxnSpMk id="1024" creationId="{00000000-0000-0000-0000-000000000000}"/>
          </ac:cxnSpMkLst>
        </pc:cxnChg>
      </pc:sldChg>
      <pc:sldChg chg="modSp mod">
        <pc:chgData name="Phan Thanh Duy" userId="7fe205da-551d-4fae-b045-58d66fb40073" providerId="ADAL" clId="{A441D81C-AEF8-464D-902E-B6449B34371D}" dt="2026-10-05T12:32:58.473" v="549" actId="20577"/>
        <pc:sldMkLst>
          <pc:docMk/>
          <pc:sldMk cId="0" sldId="259"/>
        </pc:sldMkLst>
        <pc:spChg chg="mod">
          <ac:chgData name="Phan Thanh Duy" userId="7fe205da-551d-4fae-b045-58d66fb40073" providerId="ADAL" clId="{A441D81C-AEF8-464D-902E-B6449B34371D}" dt="2026-10-05T12:32:58.473" v="549" actId="20577"/>
          <ac:spMkLst>
            <pc:docMk/>
            <pc:sldMk cId="0" sldId="259"/>
            <ac:spMk id="1039" creationId="{00000000-0000-0000-0000-000000000000}"/>
          </ac:spMkLst>
        </pc:spChg>
      </pc:sldChg>
      <pc:sldChg chg="addSp modSp mod modTransition">
        <pc:chgData name="Phan Thanh Duy" userId="7fe205da-551d-4fae-b045-58d66fb40073" providerId="ADAL" clId="{A441D81C-AEF8-464D-902E-B6449B34371D}" dt="2026-10-06T08:21:38.176" v="2630" actId="962"/>
        <pc:sldMkLst>
          <pc:docMk/>
          <pc:sldMk cId="0" sldId="261"/>
        </pc:sldMkLst>
        <pc:spChg chg="add mod">
          <ac:chgData name="Phan Thanh Duy" userId="7fe205da-551d-4fae-b045-58d66fb40073" providerId="ADAL" clId="{A441D81C-AEF8-464D-902E-B6449B34371D}" dt="2026-10-05T13:16:30.860" v="944" actId="1076"/>
          <ac:spMkLst>
            <pc:docMk/>
            <pc:sldMk cId="0" sldId="261"/>
            <ac:spMk id="2" creationId="{1C145CFC-A352-4897-61C0-3C71D82F494E}"/>
          </ac:spMkLst>
        </pc:spChg>
        <pc:spChg chg="mod">
          <ac:chgData name="Phan Thanh Duy" userId="7fe205da-551d-4fae-b045-58d66fb40073" providerId="ADAL" clId="{A441D81C-AEF8-464D-902E-B6449B34371D}" dt="2026-10-06T08:21:38.176" v="2630" actId="962"/>
          <ac:spMkLst>
            <pc:docMk/>
            <pc:sldMk cId="0" sldId="261"/>
            <ac:spMk id="1112" creationId="{00000000-0000-0000-0000-000000000000}"/>
          </ac:spMkLst>
        </pc:spChg>
        <pc:spChg chg="mod">
          <ac:chgData name="Phan Thanh Duy" userId="7fe205da-551d-4fae-b045-58d66fb40073" providerId="ADAL" clId="{A441D81C-AEF8-464D-902E-B6449B34371D}" dt="2026-10-06T05:50:42.406" v="1444" actId="962"/>
          <ac:spMkLst>
            <pc:docMk/>
            <pc:sldMk cId="0" sldId="261"/>
            <ac:spMk id="1113" creationId="{00000000-0000-0000-0000-000000000000}"/>
          </ac:spMkLst>
        </pc:spChg>
        <pc:grpChg chg="mod">
          <ac:chgData name="Phan Thanh Duy" userId="7fe205da-551d-4fae-b045-58d66fb40073" providerId="ADAL" clId="{A441D81C-AEF8-464D-902E-B6449B34371D}" dt="2026-10-06T05:51:01.053" v="1446" actId="962"/>
          <ac:grpSpMkLst>
            <pc:docMk/>
            <pc:sldMk cId="0" sldId="261"/>
            <ac:grpSpMk id="1115" creationId="{00000000-0000-0000-0000-000000000000}"/>
          </ac:grpSpMkLst>
        </pc:grpChg>
      </pc:sldChg>
      <pc:sldChg chg="del">
        <pc:chgData name="Phan Thanh Duy" userId="7fe205da-551d-4fae-b045-58d66fb40073" providerId="ADAL" clId="{A441D81C-AEF8-464D-902E-B6449B34371D}" dt="2026-10-06T08:17:46.336" v="2613" actId="47"/>
        <pc:sldMkLst>
          <pc:docMk/>
          <pc:sldMk cId="322402986" sldId="298"/>
        </pc:sldMkLst>
      </pc:sldChg>
      <pc:sldChg chg="addSp delSp modSp add mod ord modTransition">
        <pc:chgData name="Phan Thanh Duy" userId="7fe205da-551d-4fae-b045-58d66fb40073" providerId="ADAL" clId="{A441D81C-AEF8-464D-902E-B6449B34371D}" dt="2026-10-06T07:39:42.238" v="2257" actId="20577"/>
        <pc:sldMkLst>
          <pc:docMk/>
          <pc:sldMk cId="218281110" sldId="314"/>
        </pc:sldMkLst>
        <pc:spChg chg="add del mod">
          <ac:chgData name="Phan Thanh Duy" userId="7fe205da-551d-4fae-b045-58d66fb40073" providerId="ADAL" clId="{A441D81C-AEF8-464D-902E-B6449B34371D}" dt="2026-10-05T12:45:11.254" v="570" actId="478"/>
          <ac:spMkLst>
            <pc:docMk/>
            <pc:sldMk cId="218281110" sldId="314"/>
            <ac:spMk id="3" creationId="{4594DB76-1D71-77F4-6B95-5538C9680947}"/>
          </ac:spMkLst>
        </pc:spChg>
        <pc:spChg chg="add mod ord">
          <ac:chgData name="Phan Thanh Duy" userId="7fe205da-551d-4fae-b045-58d66fb40073" providerId="ADAL" clId="{A441D81C-AEF8-464D-902E-B6449B34371D}" dt="2026-10-05T13:35:36.033" v="1149" actId="1076"/>
          <ac:spMkLst>
            <pc:docMk/>
            <pc:sldMk cId="218281110" sldId="314"/>
            <ac:spMk id="4" creationId="{7B3B2126-8876-58BD-7BC5-FBA72783A962}"/>
          </ac:spMkLst>
        </pc:spChg>
        <pc:spChg chg="del mod">
          <ac:chgData name="Phan Thanh Duy" userId="7fe205da-551d-4fae-b045-58d66fb40073" providerId="ADAL" clId="{A441D81C-AEF8-464D-902E-B6449B34371D}" dt="2026-10-06T06:36:51.252" v="1763" actId="478"/>
          <ac:spMkLst>
            <pc:docMk/>
            <pc:sldMk cId="218281110" sldId="314"/>
            <ac:spMk id="5" creationId="{A0436251-54CA-6368-FA94-BAD82D78D99B}"/>
          </ac:spMkLst>
        </pc:spChg>
        <pc:spChg chg="add del mod">
          <ac:chgData name="Phan Thanh Duy" userId="7fe205da-551d-4fae-b045-58d66fb40073" providerId="ADAL" clId="{A441D81C-AEF8-464D-902E-B6449B34371D}" dt="2026-10-05T12:45:15.843" v="572" actId="478"/>
          <ac:spMkLst>
            <pc:docMk/>
            <pc:sldMk cId="218281110" sldId="314"/>
            <ac:spMk id="7" creationId="{323320BC-C7D6-2BC0-24EE-A13A4D9DD530}"/>
          </ac:spMkLst>
        </pc:spChg>
        <pc:spChg chg="add del mod">
          <ac:chgData name="Phan Thanh Duy" userId="7fe205da-551d-4fae-b045-58d66fb40073" providerId="ADAL" clId="{A441D81C-AEF8-464D-902E-B6449B34371D}" dt="2026-10-05T12:47:04.198" v="615" actId="478"/>
          <ac:spMkLst>
            <pc:docMk/>
            <pc:sldMk cId="218281110" sldId="314"/>
            <ac:spMk id="8" creationId="{44D406AC-DD70-93EC-1C94-C7B1429C99D5}"/>
          </ac:spMkLst>
        </pc:spChg>
        <pc:spChg chg="add del mod">
          <ac:chgData name="Phan Thanh Duy" userId="7fe205da-551d-4fae-b045-58d66fb40073" providerId="ADAL" clId="{A441D81C-AEF8-464D-902E-B6449B34371D}" dt="2026-10-05T13:35:24.832" v="1146" actId="478"/>
          <ac:spMkLst>
            <pc:docMk/>
            <pc:sldMk cId="218281110" sldId="314"/>
            <ac:spMk id="9" creationId="{4F182C45-51F6-1331-08BE-058742CB612A}"/>
          </ac:spMkLst>
        </pc:spChg>
        <pc:spChg chg="del">
          <ac:chgData name="Phan Thanh Duy" userId="7fe205da-551d-4fae-b045-58d66fb40073" providerId="ADAL" clId="{A441D81C-AEF8-464D-902E-B6449B34371D}" dt="2026-10-05T12:42:57.672" v="564" actId="478"/>
          <ac:spMkLst>
            <pc:docMk/>
            <pc:sldMk cId="218281110" sldId="314"/>
            <ac:spMk id="14" creationId="{76FA141E-AF41-0CFB-C4CC-5C6E7C6618D1}"/>
          </ac:spMkLst>
        </pc:spChg>
        <pc:spChg chg="del">
          <ac:chgData name="Phan Thanh Duy" userId="7fe205da-551d-4fae-b045-58d66fb40073" providerId="ADAL" clId="{A441D81C-AEF8-464D-902E-B6449B34371D}" dt="2026-10-05T12:44:43.094" v="565" actId="478"/>
          <ac:spMkLst>
            <pc:docMk/>
            <pc:sldMk cId="218281110" sldId="314"/>
            <ac:spMk id="18" creationId="{99147169-3EAE-06D5-D154-9FFC62FCACE1}"/>
          </ac:spMkLst>
        </pc:spChg>
        <pc:spChg chg="del">
          <ac:chgData name="Phan Thanh Duy" userId="7fe205da-551d-4fae-b045-58d66fb40073" providerId="ADAL" clId="{A441D81C-AEF8-464D-902E-B6449B34371D}" dt="2026-10-05T12:42:57.672" v="564" actId="478"/>
          <ac:spMkLst>
            <pc:docMk/>
            <pc:sldMk cId="218281110" sldId="314"/>
            <ac:spMk id="19" creationId="{7D617F1E-8FFD-BDAE-D19E-E30A1F6520C8}"/>
          </ac:spMkLst>
        </pc:spChg>
        <pc:spChg chg="del">
          <ac:chgData name="Phan Thanh Duy" userId="7fe205da-551d-4fae-b045-58d66fb40073" providerId="ADAL" clId="{A441D81C-AEF8-464D-902E-B6449B34371D}" dt="2026-10-05T12:45:13.507" v="571" actId="478"/>
          <ac:spMkLst>
            <pc:docMk/>
            <pc:sldMk cId="218281110" sldId="314"/>
            <ac:spMk id="20" creationId="{B70671DD-A30D-967E-6843-218079B58FF3}"/>
          </ac:spMkLst>
        </pc:spChg>
        <pc:spChg chg="del">
          <ac:chgData name="Phan Thanh Duy" userId="7fe205da-551d-4fae-b045-58d66fb40073" providerId="ADAL" clId="{A441D81C-AEF8-464D-902E-B6449B34371D}" dt="2026-10-05T12:45:22.323" v="575" actId="478"/>
          <ac:spMkLst>
            <pc:docMk/>
            <pc:sldMk cId="218281110" sldId="314"/>
            <ac:spMk id="21" creationId="{8B411025-4E00-738C-4C93-A6FCD59316B4}"/>
          </ac:spMkLst>
        </pc:spChg>
        <pc:spChg chg="add del mod">
          <ac:chgData name="Phan Thanh Duy" userId="7fe205da-551d-4fae-b045-58d66fb40073" providerId="ADAL" clId="{A441D81C-AEF8-464D-902E-B6449B34371D}" dt="2026-10-05T12:45:54.246" v="597" actId="478"/>
          <ac:spMkLst>
            <pc:docMk/>
            <pc:sldMk cId="218281110" sldId="314"/>
            <ac:spMk id="22" creationId="{81F26B27-6286-65F8-C888-207632B93842}"/>
          </ac:spMkLst>
        </pc:spChg>
        <pc:spChg chg="add del mod">
          <ac:chgData name="Phan Thanh Duy" userId="7fe205da-551d-4fae-b045-58d66fb40073" providerId="ADAL" clId="{A441D81C-AEF8-464D-902E-B6449B34371D}" dt="2026-10-05T13:35:24.832" v="1146" actId="478"/>
          <ac:spMkLst>
            <pc:docMk/>
            <pc:sldMk cId="218281110" sldId="314"/>
            <ac:spMk id="26" creationId="{E1DA7548-42BF-0E86-943C-729A3579C05E}"/>
          </ac:spMkLst>
        </pc:spChg>
        <pc:spChg chg="add del mod">
          <ac:chgData name="Phan Thanh Duy" userId="7fe205da-551d-4fae-b045-58d66fb40073" providerId="ADAL" clId="{A441D81C-AEF8-464D-902E-B6449B34371D}" dt="2026-10-05T13:34:57.197" v="1144" actId="478"/>
          <ac:spMkLst>
            <pc:docMk/>
            <pc:sldMk cId="218281110" sldId="314"/>
            <ac:spMk id="1024" creationId="{668B4D09-1A0D-8DA2-9BB1-EE126C074B80}"/>
          </ac:spMkLst>
        </pc:spChg>
        <pc:spChg chg="add del mod">
          <ac:chgData name="Phan Thanh Duy" userId="7fe205da-551d-4fae-b045-58d66fb40073" providerId="ADAL" clId="{A441D81C-AEF8-464D-902E-B6449B34371D}" dt="2026-10-05T13:34:57.197" v="1144" actId="478"/>
          <ac:spMkLst>
            <pc:docMk/>
            <pc:sldMk cId="218281110" sldId="314"/>
            <ac:spMk id="1032" creationId="{4F677DCA-E2B8-45FD-E504-5642E20FE1D5}"/>
          </ac:spMkLst>
        </pc:spChg>
        <pc:spChg chg="mod">
          <ac:chgData name="Phan Thanh Duy" userId="7fe205da-551d-4fae-b045-58d66fb40073" providerId="ADAL" clId="{A441D81C-AEF8-464D-902E-B6449B34371D}" dt="2026-10-06T07:39:42.238" v="2257" actId="20577"/>
          <ac:spMkLst>
            <pc:docMk/>
            <pc:sldMk cId="218281110" sldId="314"/>
            <ac:spMk id="1039" creationId="{5C9284D6-3587-0531-7B11-C8B13FECE930}"/>
          </ac:spMkLst>
        </pc:spChg>
        <pc:spChg chg="del">
          <ac:chgData name="Phan Thanh Duy" userId="7fe205da-551d-4fae-b045-58d66fb40073" providerId="ADAL" clId="{A441D81C-AEF8-464D-902E-B6449B34371D}" dt="2026-10-05T12:45:13.507" v="571" actId="478"/>
          <ac:spMkLst>
            <pc:docMk/>
            <pc:sldMk cId="218281110" sldId="314"/>
            <ac:spMk id="1040" creationId="{46817A39-5EB5-8B63-317F-6363569A577C}"/>
          </ac:spMkLst>
        </pc:spChg>
        <pc:spChg chg="del">
          <ac:chgData name="Phan Thanh Duy" userId="7fe205da-551d-4fae-b045-58d66fb40073" providerId="ADAL" clId="{A441D81C-AEF8-464D-902E-B6449B34371D}" dt="2026-10-05T12:44:43.094" v="565" actId="478"/>
          <ac:spMkLst>
            <pc:docMk/>
            <pc:sldMk cId="218281110" sldId="314"/>
            <ac:spMk id="1041" creationId="{8CEEF251-9EB9-FB18-688F-94EE49DADF66}"/>
          </ac:spMkLst>
        </pc:spChg>
        <pc:spChg chg="add del mod">
          <ac:chgData name="Phan Thanh Duy" userId="7fe205da-551d-4fae-b045-58d66fb40073" providerId="ADAL" clId="{A441D81C-AEF8-464D-902E-B6449B34371D}" dt="2026-10-05T13:34:57.197" v="1144" actId="478"/>
          <ac:spMkLst>
            <pc:docMk/>
            <pc:sldMk cId="218281110" sldId="314"/>
            <ac:spMk id="1052" creationId="{0247F9F6-DD13-2472-4142-D8F285E745B5}"/>
          </ac:spMkLst>
        </pc:spChg>
        <pc:spChg chg="add del mod">
          <ac:chgData name="Phan Thanh Duy" userId="7fe205da-551d-4fae-b045-58d66fb40073" providerId="ADAL" clId="{A441D81C-AEF8-464D-902E-B6449B34371D}" dt="2026-10-05T13:04:53.219" v="822" actId="478"/>
          <ac:spMkLst>
            <pc:docMk/>
            <pc:sldMk cId="218281110" sldId="314"/>
            <ac:spMk id="1107" creationId="{4D6F7383-1718-2DB0-A8E5-38E2CA9225D9}"/>
          </ac:spMkLst>
        </pc:spChg>
        <pc:spChg chg="add del mod">
          <ac:chgData name="Phan Thanh Duy" userId="7fe205da-551d-4fae-b045-58d66fb40073" providerId="ADAL" clId="{A441D81C-AEF8-464D-902E-B6449B34371D}" dt="2026-10-05T13:34:57.197" v="1144" actId="478"/>
          <ac:spMkLst>
            <pc:docMk/>
            <pc:sldMk cId="218281110" sldId="314"/>
            <ac:spMk id="1109" creationId="{A05ADBAE-7FEA-FABC-F413-8001F0B948DD}"/>
          </ac:spMkLst>
        </pc:spChg>
        <pc:spChg chg="add del mod">
          <ac:chgData name="Phan Thanh Duy" userId="7fe205da-551d-4fae-b045-58d66fb40073" providerId="ADAL" clId="{A441D81C-AEF8-464D-902E-B6449B34371D}" dt="2026-10-05T13:34:57.197" v="1144" actId="478"/>
          <ac:spMkLst>
            <pc:docMk/>
            <pc:sldMk cId="218281110" sldId="314"/>
            <ac:spMk id="1111" creationId="{A6BC4E17-3C16-DD65-5F96-496FDBDA525C}"/>
          </ac:spMkLst>
        </pc:spChg>
        <pc:spChg chg="add del mod">
          <ac:chgData name="Phan Thanh Duy" userId="7fe205da-551d-4fae-b045-58d66fb40073" providerId="ADAL" clId="{A441D81C-AEF8-464D-902E-B6449B34371D}" dt="2026-10-05T13:17:19.667" v="954" actId="478"/>
          <ac:spMkLst>
            <pc:docMk/>
            <pc:sldMk cId="218281110" sldId="314"/>
            <ac:spMk id="1134" creationId="{CA48BD44-F652-1E84-5501-D2CC03FE28E8}"/>
          </ac:spMkLst>
        </pc:spChg>
        <pc:spChg chg="add del mod">
          <ac:chgData name="Phan Thanh Duy" userId="7fe205da-551d-4fae-b045-58d66fb40073" providerId="ADAL" clId="{A441D81C-AEF8-464D-902E-B6449B34371D}" dt="2026-10-05T13:17:05.994" v="953" actId="478"/>
          <ac:spMkLst>
            <pc:docMk/>
            <pc:sldMk cId="218281110" sldId="314"/>
            <ac:spMk id="1150" creationId="{0349AEC5-4111-22C3-0515-1A0018E45F3E}"/>
          </ac:spMkLst>
        </pc:spChg>
        <pc:spChg chg="add del mod">
          <ac:chgData name="Phan Thanh Duy" userId="7fe205da-551d-4fae-b045-58d66fb40073" providerId="ADAL" clId="{A441D81C-AEF8-464D-902E-B6449B34371D}" dt="2026-10-05T13:34:57.197" v="1144" actId="478"/>
          <ac:spMkLst>
            <pc:docMk/>
            <pc:sldMk cId="218281110" sldId="314"/>
            <ac:spMk id="1342" creationId="{04A278E8-8DA8-76BA-1E58-30ECD913A80F}"/>
          </ac:spMkLst>
        </pc:spChg>
        <pc:spChg chg="add del mod">
          <ac:chgData name="Phan Thanh Duy" userId="7fe205da-551d-4fae-b045-58d66fb40073" providerId="ADAL" clId="{A441D81C-AEF8-464D-902E-B6449B34371D}" dt="2026-10-05T13:34:57.197" v="1144" actId="478"/>
          <ac:spMkLst>
            <pc:docMk/>
            <pc:sldMk cId="218281110" sldId="314"/>
            <ac:spMk id="1348" creationId="{59AA8E13-6892-70F8-6725-A15D615748F7}"/>
          </ac:spMkLst>
        </pc:spChg>
        <pc:grpChg chg="mod">
          <ac:chgData name="Phan Thanh Duy" userId="7fe205da-551d-4fae-b045-58d66fb40073" providerId="ADAL" clId="{A441D81C-AEF8-464D-902E-B6449B34371D}" dt="2026-10-06T05:51:16.476" v="1447" actId="962"/>
          <ac:grpSpMkLst>
            <pc:docMk/>
            <pc:sldMk cId="218281110" sldId="314"/>
            <ac:grpSpMk id="1042" creationId="{3B113246-55C0-0EC3-9B4C-CA8398F73D66}"/>
          </ac:grpSpMkLst>
        </pc:grpChg>
        <pc:picChg chg="del">
          <ac:chgData name="Phan Thanh Duy" userId="7fe205da-551d-4fae-b045-58d66fb40073" providerId="ADAL" clId="{A441D81C-AEF8-464D-902E-B6449B34371D}" dt="2026-10-05T12:42:53.676" v="562" actId="478"/>
          <ac:picMkLst>
            <pc:docMk/>
            <pc:sldMk cId="218281110" sldId="314"/>
            <ac:picMk id="16" creationId="{044F3C1A-180A-A48C-4A64-6ABB3E6F21AB}"/>
          </ac:picMkLst>
        </pc:picChg>
        <pc:picChg chg="del">
          <ac:chgData name="Phan Thanh Duy" userId="7fe205da-551d-4fae-b045-58d66fb40073" providerId="ADAL" clId="{A441D81C-AEF8-464D-902E-B6449B34371D}" dt="2026-10-05T12:42:55.077" v="563" actId="478"/>
          <ac:picMkLst>
            <pc:docMk/>
            <pc:sldMk cId="218281110" sldId="314"/>
            <ac:picMk id="17" creationId="{321A2D2B-1B96-67CF-AE2E-189D554B25BE}"/>
          </ac:picMkLst>
        </pc:picChg>
        <pc:cxnChg chg="add del mod">
          <ac:chgData name="Phan Thanh Duy" userId="7fe205da-551d-4fae-b045-58d66fb40073" providerId="ADAL" clId="{A441D81C-AEF8-464D-902E-B6449B34371D}" dt="2026-10-05T13:35:24.832" v="1146" actId="478"/>
          <ac:cxnSpMkLst>
            <pc:docMk/>
            <pc:sldMk cId="218281110" sldId="314"/>
            <ac:cxnSpMk id="11" creationId="{513884CF-0840-329D-7DC4-7B1E32241A65}"/>
          </ac:cxnSpMkLst>
        </pc:cxnChg>
        <pc:cxnChg chg="add del mod">
          <ac:chgData name="Phan Thanh Duy" userId="7fe205da-551d-4fae-b045-58d66fb40073" providerId="ADAL" clId="{A441D81C-AEF8-464D-902E-B6449B34371D}" dt="2026-10-05T13:35:24.832" v="1146" actId="478"/>
          <ac:cxnSpMkLst>
            <pc:docMk/>
            <pc:sldMk cId="218281110" sldId="314"/>
            <ac:cxnSpMk id="27" creationId="{F749D455-CA3F-AF27-9A02-2481818529F5}"/>
          </ac:cxnSpMkLst>
        </pc:cxnChg>
        <pc:cxnChg chg="add del mod">
          <ac:chgData name="Phan Thanh Duy" userId="7fe205da-551d-4fae-b045-58d66fb40073" providerId="ADAL" clId="{A441D81C-AEF8-464D-902E-B6449B34371D}" dt="2026-10-05T13:35:02.775" v="1145" actId="478"/>
          <ac:cxnSpMkLst>
            <pc:docMk/>
            <pc:sldMk cId="218281110" sldId="314"/>
            <ac:cxnSpMk id="1025" creationId="{6C803C88-784E-915C-D00C-DD008D39CB57}"/>
          </ac:cxnSpMkLst>
        </pc:cxnChg>
        <pc:cxnChg chg="add del mod">
          <ac:chgData name="Phan Thanh Duy" userId="7fe205da-551d-4fae-b045-58d66fb40073" providerId="ADAL" clId="{A441D81C-AEF8-464D-902E-B6449B34371D}" dt="2026-10-05T13:35:02.775" v="1145" actId="478"/>
          <ac:cxnSpMkLst>
            <pc:docMk/>
            <pc:sldMk cId="218281110" sldId="314"/>
            <ac:cxnSpMk id="1033" creationId="{305D08A7-42EB-F1AB-144D-AF456E5C092F}"/>
          </ac:cxnSpMkLst>
        </pc:cxnChg>
        <pc:cxnChg chg="add del mod">
          <ac:chgData name="Phan Thanh Duy" userId="7fe205da-551d-4fae-b045-58d66fb40073" providerId="ADAL" clId="{A441D81C-AEF8-464D-902E-B6449B34371D}" dt="2026-10-05T13:35:02.775" v="1145" actId="478"/>
          <ac:cxnSpMkLst>
            <pc:docMk/>
            <pc:sldMk cId="218281110" sldId="314"/>
            <ac:cxnSpMk id="1102" creationId="{35D37DD6-554E-D470-E4C0-21E49A46BEFD}"/>
          </ac:cxnSpMkLst>
        </pc:cxnChg>
        <pc:cxnChg chg="add del mod">
          <ac:chgData name="Phan Thanh Duy" userId="7fe205da-551d-4fae-b045-58d66fb40073" providerId="ADAL" clId="{A441D81C-AEF8-464D-902E-B6449B34371D}" dt="2026-10-05T13:35:02.775" v="1145" actId="478"/>
          <ac:cxnSpMkLst>
            <pc:docMk/>
            <pc:sldMk cId="218281110" sldId="314"/>
            <ac:cxnSpMk id="1112" creationId="{C4CD2DD7-21BB-86AD-C763-B47D864BB106}"/>
          </ac:cxnSpMkLst>
        </pc:cxnChg>
        <pc:cxnChg chg="add del mod">
          <ac:chgData name="Phan Thanh Duy" userId="7fe205da-551d-4fae-b045-58d66fb40073" providerId="ADAL" clId="{A441D81C-AEF8-464D-902E-B6449B34371D}" dt="2026-10-05T13:35:02.775" v="1145" actId="478"/>
          <ac:cxnSpMkLst>
            <pc:docMk/>
            <pc:sldMk cId="218281110" sldId="314"/>
            <ac:cxnSpMk id="1115" creationId="{E2E03665-5FA4-CA18-8ED3-459ED057DCEC}"/>
          </ac:cxnSpMkLst>
        </pc:cxnChg>
        <pc:cxnChg chg="add del mod">
          <ac:chgData name="Phan Thanh Duy" userId="7fe205da-551d-4fae-b045-58d66fb40073" providerId="ADAL" clId="{A441D81C-AEF8-464D-902E-B6449B34371D}" dt="2026-10-05T13:35:02.775" v="1145" actId="478"/>
          <ac:cxnSpMkLst>
            <pc:docMk/>
            <pc:sldMk cId="218281110" sldId="314"/>
            <ac:cxnSpMk id="1343" creationId="{24EC6AC1-95E4-6E31-3C86-EEAF37CBE5E9}"/>
          </ac:cxnSpMkLst>
        </pc:cxnChg>
        <pc:cxnChg chg="add del mod">
          <ac:chgData name="Phan Thanh Duy" userId="7fe205da-551d-4fae-b045-58d66fb40073" providerId="ADAL" clId="{A441D81C-AEF8-464D-902E-B6449B34371D}" dt="2026-10-05T13:35:02.775" v="1145" actId="478"/>
          <ac:cxnSpMkLst>
            <pc:docMk/>
            <pc:sldMk cId="218281110" sldId="314"/>
            <ac:cxnSpMk id="1349" creationId="{9330784B-A701-29D9-F64C-4B5AB50326A3}"/>
          </ac:cxnSpMkLst>
        </pc:cxnChg>
      </pc:sldChg>
      <pc:sldChg chg="addSp delSp modSp add mod modTransition">
        <pc:chgData name="Phan Thanh Duy" userId="7fe205da-551d-4fae-b045-58d66fb40073" providerId="ADAL" clId="{A441D81C-AEF8-464D-902E-B6449B34371D}" dt="2026-10-06T07:38:09.315" v="2251"/>
        <pc:sldMkLst>
          <pc:docMk/>
          <pc:sldMk cId="1055492456" sldId="315"/>
        </pc:sldMkLst>
        <pc:spChg chg="del mod">
          <ac:chgData name="Phan Thanh Duy" userId="7fe205da-551d-4fae-b045-58d66fb40073" providerId="ADAL" clId="{A441D81C-AEF8-464D-902E-B6449B34371D}" dt="2026-10-06T07:25:56.741" v="2170" actId="478"/>
          <ac:spMkLst>
            <pc:docMk/>
            <pc:sldMk cId="1055492456" sldId="315"/>
            <ac:spMk id="4" creationId="{8DEDD76A-B51F-65DD-11FA-8A0D671DA773}"/>
          </ac:spMkLst>
        </pc:spChg>
        <pc:spChg chg="del ord">
          <ac:chgData name="Phan Thanh Duy" userId="7fe205da-551d-4fae-b045-58d66fb40073" providerId="ADAL" clId="{A441D81C-AEF8-464D-902E-B6449B34371D}" dt="2026-10-06T06:37:01.683" v="1769" actId="478"/>
          <ac:spMkLst>
            <pc:docMk/>
            <pc:sldMk cId="1055492456" sldId="315"/>
            <ac:spMk id="5" creationId="{31FDF23C-9F7C-6DB4-0950-D433804DE45E}"/>
          </ac:spMkLst>
        </pc:spChg>
        <pc:spChg chg="del mod">
          <ac:chgData name="Phan Thanh Duy" userId="7fe205da-551d-4fae-b045-58d66fb40073" providerId="ADAL" clId="{A441D81C-AEF8-464D-902E-B6449B34371D}" dt="2026-10-06T07:25:56.741" v="2170" actId="478"/>
          <ac:spMkLst>
            <pc:docMk/>
            <pc:sldMk cId="1055492456" sldId="315"/>
            <ac:spMk id="9" creationId="{5F9C4091-CF98-D695-955D-B6C63F12D4DA}"/>
          </ac:spMkLst>
        </pc:spChg>
        <pc:spChg chg="del mod">
          <ac:chgData name="Phan Thanh Duy" userId="7fe205da-551d-4fae-b045-58d66fb40073" providerId="ADAL" clId="{A441D81C-AEF8-464D-902E-B6449B34371D}" dt="2026-10-06T07:25:56.741" v="2170" actId="478"/>
          <ac:spMkLst>
            <pc:docMk/>
            <pc:sldMk cId="1055492456" sldId="315"/>
            <ac:spMk id="26" creationId="{32E18724-FECF-2B15-9461-2C40A9CEDA11}"/>
          </ac:spMkLst>
        </pc:spChg>
        <pc:spChg chg="del mod">
          <ac:chgData name="Phan Thanh Duy" userId="7fe205da-551d-4fae-b045-58d66fb40073" providerId="ADAL" clId="{A441D81C-AEF8-464D-902E-B6449B34371D}" dt="2026-10-06T07:25:56.741" v="2170" actId="478"/>
          <ac:spMkLst>
            <pc:docMk/>
            <pc:sldMk cId="1055492456" sldId="315"/>
            <ac:spMk id="1024" creationId="{B93C8567-2430-997E-B4E6-F29D1298115E}"/>
          </ac:spMkLst>
        </pc:spChg>
        <pc:spChg chg="add mod">
          <ac:chgData name="Phan Thanh Duy" userId="7fe205da-551d-4fae-b045-58d66fb40073" providerId="ADAL" clId="{A441D81C-AEF8-464D-902E-B6449B34371D}" dt="2026-10-06T07:26:08.353" v="2172" actId="1076"/>
          <ac:spMkLst>
            <pc:docMk/>
            <pc:sldMk cId="1055492456" sldId="315"/>
            <ac:spMk id="1026" creationId="{CDC06A4B-7578-6749-9A80-50C9EF0456D9}"/>
          </ac:spMkLst>
        </pc:spChg>
        <pc:spChg chg="add mod">
          <ac:chgData name="Phan Thanh Duy" userId="7fe205da-551d-4fae-b045-58d66fb40073" providerId="ADAL" clId="{A441D81C-AEF8-464D-902E-B6449B34371D}" dt="2026-10-06T07:26:08.353" v="2172" actId="1076"/>
          <ac:spMkLst>
            <pc:docMk/>
            <pc:sldMk cId="1055492456" sldId="315"/>
            <ac:spMk id="1027" creationId="{BF849ECB-B9A7-932B-7B6C-FCC99292D834}"/>
          </ac:spMkLst>
        </pc:spChg>
        <pc:spChg chg="add mod">
          <ac:chgData name="Phan Thanh Duy" userId="7fe205da-551d-4fae-b045-58d66fb40073" providerId="ADAL" clId="{A441D81C-AEF8-464D-902E-B6449B34371D}" dt="2026-10-06T07:26:08.353" v="2172" actId="1076"/>
          <ac:spMkLst>
            <pc:docMk/>
            <pc:sldMk cId="1055492456" sldId="315"/>
            <ac:spMk id="1029" creationId="{6F883EC5-7ED1-2EBF-BAB8-F68385730236}"/>
          </ac:spMkLst>
        </pc:spChg>
        <pc:spChg chg="del mod">
          <ac:chgData name="Phan Thanh Duy" userId="7fe205da-551d-4fae-b045-58d66fb40073" providerId="ADAL" clId="{A441D81C-AEF8-464D-902E-B6449B34371D}" dt="2026-10-06T07:25:56.741" v="2170" actId="478"/>
          <ac:spMkLst>
            <pc:docMk/>
            <pc:sldMk cId="1055492456" sldId="315"/>
            <ac:spMk id="1032" creationId="{0EB745C1-56CB-27FB-AFCA-443A37C66A4B}"/>
          </ac:spMkLst>
        </pc:spChg>
        <pc:spChg chg="mod">
          <ac:chgData name="Phan Thanh Duy" userId="7fe205da-551d-4fae-b045-58d66fb40073" providerId="ADAL" clId="{A441D81C-AEF8-464D-902E-B6449B34371D}" dt="2026-10-06T06:38:30.315" v="1803"/>
          <ac:spMkLst>
            <pc:docMk/>
            <pc:sldMk cId="1055492456" sldId="315"/>
            <ac:spMk id="1039" creationId="{9B565E59-812C-4135-261F-FBD76E37DF94}"/>
          </ac:spMkLst>
        </pc:spChg>
        <pc:spChg chg="del mod">
          <ac:chgData name="Phan Thanh Duy" userId="7fe205da-551d-4fae-b045-58d66fb40073" providerId="ADAL" clId="{A441D81C-AEF8-464D-902E-B6449B34371D}" dt="2026-10-06T07:25:56.741" v="2170" actId="478"/>
          <ac:spMkLst>
            <pc:docMk/>
            <pc:sldMk cId="1055492456" sldId="315"/>
            <ac:spMk id="1052" creationId="{049CAA75-BF47-C9F2-5A51-1D9C361CCA84}"/>
          </ac:spMkLst>
        </pc:spChg>
        <pc:spChg chg="del mod">
          <ac:chgData name="Phan Thanh Duy" userId="7fe205da-551d-4fae-b045-58d66fb40073" providerId="ADAL" clId="{A441D81C-AEF8-464D-902E-B6449B34371D}" dt="2026-10-06T07:25:56.741" v="2170" actId="478"/>
          <ac:spMkLst>
            <pc:docMk/>
            <pc:sldMk cId="1055492456" sldId="315"/>
            <ac:spMk id="1109" creationId="{4CBFF249-061A-8FE8-C44B-2B9EC7B0F636}"/>
          </ac:spMkLst>
        </pc:spChg>
        <pc:spChg chg="del mod">
          <ac:chgData name="Phan Thanh Duy" userId="7fe205da-551d-4fae-b045-58d66fb40073" providerId="ADAL" clId="{A441D81C-AEF8-464D-902E-B6449B34371D}" dt="2026-10-06T07:25:56.741" v="2170" actId="478"/>
          <ac:spMkLst>
            <pc:docMk/>
            <pc:sldMk cId="1055492456" sldId="315"/>
            <ac:spMk id="1111" creationId="{8BF3F8D7-0A36-82FD-FC62-AD156F062C77}"/>
          </ac:spMkLst>
        </pc:spChg>
        <pc:spChg chg="del mod">
          <ac:chgData name="Phan Thanh Duy" userId="7fe205da-551d-4fae-b045-58d66fb40073" providerId="ADAL" clId="{A441D81C-AEF8-464D-902E-B6449B34371D}" dt="2026-10-06T07:25:56.741" v="2170" actId="478"/>
          <ac:spMkLst>
            <pc:docMk/>
            <pc:sldMk cId="1055492456" sldId="315"/>
            <ac:spMk id="1342" creationId="{981D97BC-4D09-044A-C8A5-8CAD299BBC5E}"/>
          </ac:spMkLst>
        </pc:spChg>
        <pc:spChg chg="del mod">
          <ac:chgData name="Phan Thanh Duy" userId="7fe205da-551d-4fae-b045-58d66fb40073" providerId="ADAL" clId="{A441D81C-AEF8-464D-902E-B6449B34371D}" dt="2026-10-06T07:25:56.741" v="2170" actId="478"/>
          <ac:spMkLst>
            <pc:docMk/>
            <pc:sldMk cId="1055492456" sldId="315"/>
            <ac:spMk id="1348" creationId="{05AAC781-D2D2-1971-BA77-ABF56BC90A93}"/>
          </ac:spMkLst>
        </pc:spChg>
        <pc:spChg chg="add mod">
          <ac:chgData name="Phan Thanh Duy" userId="7fe205da-551d-4fae-b045-58d66fb40073" providerId="ADAL" clId="{A441D81C-AEF8-464D-902E-B6449B34371D}" dt="2026-10-06T07:26:08.353" v="2172" actId="1076"/>
          <ac:spMkLst>
            <pc:docMk/>
            <pc:sldMk cId="1055492456" sldId="315"/>
            <ac:spMk id="1362" creationId="{A1B06E0A-B5CB-CAB4-2D19-22AF98AA3F1C}"/>
          </ac:spMkLst>
        </pc:spChg>
        <pc:spChg chg="add mod">
          <ac:chgData name="Phan Thanh Duy" userId="7fe205da-551d-4fae-b045-58d66fb40073" providerId="ADAL" clId="{A441D81C-AEF8-464D-902E-B6449B34371D}" dt="2026-10-06T07:26:08.353" v="2172" actId="1076"/>
          <ac:spMkLst>
            <pc:docMk/>
            <pc:sldMk cId="1055492456" sldId="315"/>
            <ac:spMk id="1363" creationId="{4DA2E47A-AC8D-314F-8073-1C6FE8CE9148}"/>
          </ac:spMkLst>
        </pc:spChg>
        <pc:spChg chg="add mod">
          <ac:chgData name="Phan Thanh Duy" userId="7fe205da-551d-4fae-b045-58d66fb40073" providerId="ADAL" clId="{A441D81C-AEF8-464D-902E-B6449B34371D}" dt="2026-10-06T07:26:08.353" v="2172" actId="1076"/>
          <ac:spMkLst>
            <pc:docMk/>
            <pc:sldMk cId="1055492456" sldId="315"/>
            <ac:spMk id="1365" creationId="{0717CB98-EE17-DA5A-9A1A-2169B7588C52}"/>
          </ac:spMkLst>
        </pc:spChg>
        <pc:spChg chg="add mod">
          <ac:chgData name="Phan Thanh Duy" userId="7fe205da-551d-4fae-b045-58d66fb40073" providerId="ADAL" clId="{A441D81C-AEF8-464D-902E-B6449B34371D}" dt="2026-10-06T07:26:08.353" v="2172" actId="1076"/>
          <ac:spMkLst>
            <pc:docMk/>
            <pc:sldMk cId="1055492456" sldId="315"/>
            <ac:spMk id="1368" creationId="{4CDCD42F-8975-CEC9-2D1B-212953D956FC}"/>
          </ac:spMkLst>
        </pc:spChg>
        <pc:spChg chg="add mod">
          <ac:chgData name="Phan Thanh Duy" userId="7fe205da-551d-4fae-b045-58d66fb40073" providerId="ADAL" clId="{A441D81C-AEF8-464D-902E-B6449B34371D}" dt="2026-10-06T07:26:08.353" v="2172" actId="1076"/>
          <ac:spMkLst>
            <pc:docMk/>
            <pc:sldMk cId="1055492456" sldId="315"/>
            <ac:spMk id="1370" creationId="{B2EA0261-DDD3-3E1B-3C85-E92294924E8E}"/>
          </ac:spMkLst>
        </pc:spChg>
        <pc:spChg chg="add mod">
          <ac:chgData name="Phan Thanh Duy" userId="7fe205da-551d-4fae-b045-58d66fb40073" providerId="ADAL" clId="{A441D81C-AEF8-464D-902E-B6449B34371D}" dt="2026-10-06T07:26:08.353" v="2172" actId="1076"/>
          <ac:spMkLst>
            <pc:docMk/>
            <pc:sldMk cId="1055492456" sldId="315"/>
            <ac:spMk id="1371" creationId="{ADECCD05-C958-548A-3FF9-B36693C9359A}"/>
          </ac:spMkLst>
        </pc:spChg>
        <pc:spChg chg="add mod">
          <ac:chgData name="Phan Thanh Duy" userId="7fe205da-551d-4fae-b045-58d66fb40073" providerId="ADAL" clId="{A441D81C-AEF8-464D-902E-B6449B34371D}" dt="2026-10-06T07:26:08.353" v="2172" actId="1076"/>
          <ac:spMkLst>
            <pc:docMk/>
            <pc:sldMk cId="1055492456" sldId="315"/>
            <ac:spMk id="1374" creationId="{4512187B-E62F-D5D9-8C8B-8DCFFFBBA2CB}"/>
          </ac:spMkLst>
        </pc:spChg>
        <pc:grpChg chg="mod">
          <ac:chgData name="Phan Thanh Duy" userId="7fe205da-551d-4fae-b045-58d66fb40073" providerId="ADAL" clId="{A441D81C-AEF8-464D-902E-B6449B34371D}" dt="2026-10-06T06:02:10.191" v="1507" actId="962"/>
          <ac:grpSpMkLst>
            <pc:docMk/>
            <pc:sldMk cId="1055492456" sldId="315"/>
            <ac:grpSpMk id="1042" creationId="{909914BE-3186-CD77-CF0C-B7D5E046809E}"/>
          </ac:grpSpMkLst>
        </pc:grpChg>
        <pc:cxnChg chg="mod">
          <ac:chgData name="Phan Thanh Duy" userId="7fe205da-551d-4fae-b045-58d66fb40073" providerId="ADAL" clId="{A441D81C-AEF8-464D-902E-B6449B34371D}" dt="2026-10-06T07:17:28.037" v="2107" actId="1076"/>
          <ac:cxnSpMkLst>
            <pc:docMk/>
            <pc:sldMk cId="1055492456" sldId="315"/>
            <ac:cxnSpMk id="11" creationId="{6D5379C7-EF9F-B75E-E896-34D6CEF430D9}"/>
          </ac:cxnSpMkLst>
        </pc:cxnChg>
        <pc:cxnChg chg="mod">
          <ac:chgData name="Phan Thanh Duy" userId="7fe205da-551d-4fae-b045-58d66fb40073" providerId="ADAL" clId="{A441D81C-AEF8-464D-902E-B6449B34371D}" dt="2026-10-06T07:17:26.548" v="2095" actId="14100"/>
          <ac:cxnSpMkLst>
            <pc:docMk/>
            <pc:sldMk cId="1055492456" sldId="315"/>
            <ac:cxnSpMk id="27" creationId="{0522F564-EF06-AABF-2C43-7A746EE55273}"/>
          </ac:cxnSpMkLst>
        </pc:cxnChg>
        <pc:cxnChg chg="mod">
          <ac:chgData name="Phan Thanh Duy" userId="7fe205da-551d-4fae-b045-58d66fb40073" providerId="ADAL" clId="{A441D81C-AEF8-464D-902E-B6449B34371D}" dt="2026-10-06T07:19:41.806" v="2124" actId="962"/>
          <ac:cxnSpMkLst>
            <pc:docMk/>
            <pc:sldMk cId="1055492456" sldId="315"/>
            <ac:cxnSpMk id="1025" creationId="{018DD508-4D1F-C22B-93A6-1DE5A4968E16}"/>
          </ac:cxnSpMkLst>
        </pc:cxnChg>
        <pc:cxnChg chg="mod">
          <ac:chgData name="Phan Thanh Duy" userId="7fe205da-551d-4fae-b045-58d66fb40073" providerId="ADAL" clId="{A441D81C-AEF8-464D-902E-B6449B34371D}" dt="2026-10-06T07:19:38.546" v="2123" actId="962"/>
          <ac:cxnSpMkLst>
            <pc:docMk/>
            <pc:sldMk cId="1055492456" sldId="315"/>
            <ac:cxnSpMk id="1033" creationId="{B18BB718-4491-2C67-C15A-3AE51BFD6D2D}"/>
          </ac:cxnSpMkLst>
        </pc:cxnChg>
        <pc:cxnChg chg="mod">
          <ac:chgData name="Phan Thanh Duy" userId="7fe205da-551d-4fae-b045-58d66fb40073" providerId="ADAL" clId="{A441D81C-AEF8-464D-902E-B6449B34371D}" dt="2026-10-06T07:19:35.080" v="2122" actId="962"/>
          <ac:cxnSpMkLst>
            <pc:docMk/>
            <pc:sldMk cId="1055492456" sldId="315"/>
            <ac:cxnSpMk id="1102" creationId="{06F8F0D7-5C00-8E3B-18E8-CCE3B0EDA416}"/>
          </ac:cxnSpMkLst>
        </pc:cxnChg>
        <pc:cxnChg chg="mod">
          <ac:chgData name="Phan Thanh Duy" userId="7fe205da-551d-4fae-b045-58d66fb40073" providerId="ADAL" clId="{A441D81C-AEF8-464D-902E-B6449B34371D}" dt="2026-10-06T07:19:03.457" v="2118" actId="962"/>
          <ac:cxnSpMkLst>
            <pc:docMk/>
            <pc:sldMk cId="1055492456" sldId="315"/>
            <ac:cxnSpMk id="1112" creationId="{CEA11B03-323F-5071-0F53-8DD9D1270D00}"/>
          </ac:cxnSpMkLst>
        </pc:cxnChg>
        <pc:cxnChg chg="mod ord">
          <ac:chgData name="Phan Thanh Duy" userId="7fe205da-551d-4fae-b045-58d66fb40073" providerId="ADAL" clId="{A441D81C-AEF8-464D-902E-B6449B34371D}" dt="2026-10-06T07:19:07.239" v="2119" actId="962"/>
          <ac:cxnSpMkLst>
            <pc:docMk/>
            <pc:sldMk cId="1055492456" sldId="315"/>
            <ac:cxnSpMk id="1115" creationId="{F9FF9ABC-62CE-C2AF-0378-9F38ABB097FA}"/>
          </ac:cxnSpMkLst>
        </pc:cxnChg>
        <pc:cxnChg chg="mod">
          <ac:chgData name="Phan Thanh Duy" userId="7fe205da-551d-4fae-b045-58d66fb40073" providerId="ADAL" clId="{A441D81C-AEF8-464D-902E-B6449B34371D}" dt="2026-10-06T07:17:27.065" v="2103" actId="14100"/>
          <ac:cxnSpMkLst>
            <pc:docMk/>
            <pc:sldMk cId="1055492456" sldId="315"/>
            <ac:cxnSpMk id="1343" creationId="{2379B2F6-326B-B146-F006-69A824660BA5}"/>
          </ac:cxnSpMkLst>
        </pc:cxnChg>
        <pc:cxnChg chg="mod">
          <ac:chgData name="Phan Thanh Duy" userId="7fe205da-551d-4fae-b045-58d66fb40073" providerId="ADAL" clId="{A441D81C-AEF8-464D-902E-B6449B34371D}" dt="2026-10-06T07:17:27.760" v="2106" actId="1076"/>
          <ac:cxnSpMkLst>
            <pc:docMk/>
            <pc:sldMk cId="1055492456" sldId="315"/>
            <ac:cxnSpMk id="1349" creationId="{B01FA730-1600-3E87-2017-AACACFBAD1C3}"/>
          </ac:cxnSpMkLst>
        </pc:cxnChg>
      </pc:sldChg>
      <pc:sldChg chg="addSp delSp modSp add mod ord modTransition addAnim delAnim modAnim">
        <pc:chgData name="Phan Thanh Duy" userId="7fe205da-551d-4fae-b045-58d66fb40073" providerId="ADAL" clId="{A441D81C-AEF8-464D-902E-B6449B34371D}" dt="2026-10-06T06:38:47.356" v="1804" actId="1076"/>
        <pc:sldMkLst>
          <pc:docMk/>
          <pc:sldMk cId="3959107077" sldId="316"/>
        </pc:sldMkLst>
        <pc:spChg chg="del">
          <ac:chgData name="Phan Thanh Duy" userId="7fe205da-551d-4fae-b045-58d66fb40073" providerId="ADAL" clId="{A441D81C-AEF8-464D-902E-B6449B34371D}" dt="2026-10-06T06:36:53.040" v="1764" actId="478"/>
          <ac:spMkLst>
            <pc:docMk/>
            <pc:sldMk cId="3959107077" sldId="316"/>
            <ac:spMk id="5" creationId="{D7F25476-83B4-94D4-9160-52F15E3656FA}"/>
          </ac:spMkLst>
        </pc:spChg>
        <pc:spChg chg="add mod">
          <ac:chgData name="Phan Thanh Duy" userId="7fe205da-551d-4fae-b045-58d66fb40073" providerId="ADAL" clId="{A441D81C-AEF8-464D-902E-B6449B34371D}" dt="2026-10-06T03:43:40.952" v="1261" actId="1076"/>
          <ac:spMkLst>
            <pc:docMk/>
            <pc:sldMk cId="3959107077" sldId="316"/>
            <ac:spMk id="7" creationId="{0791BE73-4301-8BAF-695B-9DFA2BD3C542}"/>
          </ac:spMkLst>
        </pc:spChg>
        <pc:spChg chg="mod">
          <ac:chgData name="Phan Thanh Duy" userId="7fe205da-551d-4fae-b045-58d66fb40073" providerId="ADAL" clId="{A441D81C-AEF8-464D-902E-B6449B34371D}" dt="2026-10-06T06:38:47.356" v="1804" actId="1076"/>
          <ac:spMkLst>
            <pc:docMk/>
            <pc:sldMk cId="3959107077" sldId="316"/>
            <ac:spMk id="9" creationId="{F1A9FAD3-D3A6-6924-FAA4-786CD3A31D19}"/>
          </ac:spMkLst>
        </pc:spChg>
        <pc:spChg chg="del">
          <ac:chgData name="Phan Thanh Duy" userId="7fe205da-551d-4fae-b045-58d66fb40073" providerId="ADAL" clId="{A441D81C-AEF8-464D-902E-B6449B34371D}" dt="2026-10-05T13:35:44.133" v="1153" actId="478"/>
          <ac:spMkLst>
            <pc:docMk/>
            <pc:sldMk cId="3959107077" sldId="316"/>
            <ac:spMk id="26" creationId="{286939C9-0F98-3619-AD6F-33D1A4303643}"/>
          </ac:spMkLst>
        </pc:spChg>
        <pc:spChg chg="del">
          <ac:chgData name="Phan Thanh Duy" userId="7fe205da-551d-4fae-b045-58d66fb40073" providerId="ADAL" clId="{A441D81C-AEF8-464D-902E-B6449B34371D}" dt="2026-10-05T13:35:44.133" v="1153" actId="478"/>
          <ac:spMkLst>
            <pc:docMk/>
            <pc:sldMk cId="3959107077" sldId="316"/>
            <ac:spMk id="1024" creationId="{D8A80AFE-1B72-D555-59F1-2C19B38DC976}"/>
          </ac:spMkLst>
        </pc:spChg>
        <pc:spChg chg="del">
          <ac:chgData name="Phan Thanh Duy" userId="7fe205da-551d-4fae-b045-58d66fb40073" providerId="ADAL" clId="{A441D81C-AEF8-464D-902E-B6449B34371D}" dt="2026-10-05T13:35:44.133" v="1153" actId="478"/>
          <ac:spMkLst>
            <pc:docMk/>
            <pc:sldMk cId="3959107077" sldId="316"/>
            <ac:spMk id="1032" creationId="{646A1CD2-8FA9-9205-297A-FD6CC61CDA0F}"/>
          </ac:spMkLst>
        </pc:spChg>
        <pc:spChg chg="mod">
          <ac:chgData name="Phan Thanh Duy" userId="7fe205da-551d-4fae-b045-58d66fb40073" providerId="ADAL" clId="{A441D81C-AEF8-464D-902E-B6449B34371D}" dt="2026-10-06T06:38:11.290" v="1791" actId="207"/>
          <ac:spMkLst>
            <pc:docMk/>
            <pc:sldMk cId="3959107077" sldId="316"/>
            <ac:spMk id="1039" creationId="{D9425BFF-AD2E-3F63-A29D-CAF94A7DA5D8}"/>
          </ac:spMkLst>
        </pc:spChg>
        <pc:spChg chg="del">
          <ac:chgData name="Phan Thanh Duy" userId="7fe205da-551d-4fae-b045-58d66fb40073" providerId="ADAL" clId="{A441D81C-AEF8-464D-902E-B6449B34371D}" dt="2026-10-05T13:35:44.133" v="1153" actId="478"/>
          <ac:spMkLst>
            <pc:docMk/>
            <pc:sldMk cId="3959107077" sldId="316"/>
            <ac:spMk id="1052" creationId="{C1395930-CCC1-B2D0-45DC-7C8664F77227}"/>
          </ac:spMkLst>
        </pc:spChg>
        <pc:spChg chg="del">
          <ac:chgData name="Phan Thanh Duy" userId="7fe205da-551d-4fae-b045-58d66fb40073" providerId="ADAL" clId="{A441D81C-AEF8-464D-902E-B6449B34371D}" dt="2026-10-05T13:35:44.133" v="1153" actId="478"/>
          <ac:spMkLst>
            <pc:docMk/>
            <pc:sldMk cId="3959107077" sldId="316"/>
            <ac:spMk id="1109" creationId="{3B8D8848-ED38-E25B-E6CA-DAC32AEECC6A}"/>
          </ac:spMkLst>
        </pc:spChg>
        <pc:spChg chg="del">
          <ac:chgData name="Phan Thanh Duy" userId="7fe205da-551d-4fae-b045-58d66fb40073" providerId="ADAL" clId="{A441D81C-AEF8-464D-902E-B6449B34371D}" dt="2026-10-05T13:35:44.133" v="1153" actId="478"/>
          <ac:spMkLst>
            <pc:docMk/>
            <pc:sldMk cId="3959107077" sldId="316"/>
            <ac:spMk id="1111" creationId="{F32FA967-ABCC-0728-5A5C-9E2E2749833D}"/>
          </ac:spMkLst>
        </pc:spChg>
        <pc:spChg chg="del">
          <ac:chgData name="Phan Thanh Duy" userId="7fe205da-551d-4fae-b045-58d66fb40073" providerId="ADAL" clId="{A441D81C-AEF8-464D-902E-B6449B34371D}" dt="2026-10-05T13:35:44.133" v="1153" actId="478"/>
          <ac:spMkLst>
            <pc:docMk/>
            <pc:sldMk cId="3959107077" sldId="316"/>
            <ac:spMk id="1342" creationId="{674802F4-BB33-E7BC-8586-AD53E0547144}"/>
          </ac:spMkLst>
        </pc:spChg>
        <pc:spChg chg="del">
          <ac:chgData name="Phan Thanh Duy" userId="7fe205da-551d-4fae-b045-58d66fb40073" providerId="ADAL" clId="{A441D81C-AEF8-464D-902E-B6449B34371D}" dt="2026-10-05T13:35:44.133" v="1153" actId="478"/>
          <ac:spMkLst>
            <pc:docMk/>
            <pc:sldMk cId="3959107077" sldId="316"/>
            <ac:spMk id="1348" creationId="{A8F596F7-B274-159B-AAE2-E957E47674D2}"/>
          </ac:spMkLst>
        </pc:spChg>
        <pc:grpChg chg="mod">
          <ac:chgData name="Phan Thanh Duy" userId="7fe205da-551d-4fae-b045-58d66fb40073" providerId="ADAL" clId="{A441D81C-AEF8-464D-902E-B6449B34371D}" dt="2026-10-06T06:00:07.092" v="1498" actId="962"/>
          <ac:grpSpMkLst>
            <pc:docMk/>
            <pc:sldMk cId="3959107077" sldId="316"/>
            <ac:grpSpMk id="1042" creationId="{F14889BF-4F38-978F-1C02-4B50915D1053}"/>
          </ac:grpSpMkLst>
        </pc:grpChg>
        <pc:picChg chg="add mod">
          <ac:chgData name="Phan Thanh Duy" userId="7fe205da-551d-4fae-b045-58d66fb40073" providerId="ADAL" clId="{A441D81C-AEF8-464D-902E-B6449B34371D}" dt="2026-10-06T03:44:18.723" v="1272" actId="1076"/>
          <ac:picMkLst>
            <pc:docMk/>
            <pc:sldMk cId="3959107077" sldId="316"/>
            <ac:picMk id="3" creationId="{D2B753BF-C31F-35D0-BA9B-3CDD4B2172D7}"/>
          </ac:picMkLst>
        </pc:picChg>
        <pc:picChg chg="add del mod">
          <ac:chgData name="Phan Thanh Duy" userId="7fe205da-551d-4fae-b045-58d66fb40073" providerId="ADAL" clId="{A441D81C-AEF8-464D-902E-B6449B34371D}" dt="2026-10-06T03:40:51.271" v="1236" actId="478"/>
          <ac:picMkLst>
            <pc:docMk/>
            <pc:sldMk cId="3959107077" sldId="316"/>
            <ac:picMk id="10" creationId="{EFDA53DB-1A87-C298-ECD4-65D129373569}"/>
          </ac:picMkLst>
        </pc:picChg>
        <pc:picChg chg="add mod">
          <ac:chgData name="Phan Thanh Duy" userId="7fe205da-551d-4fae-b045-58d66fb40073" providerId="ADAL" clId="{A441D81C-AEF8-464D-902E-B6449B34371D}" dt="2026-10-06T03:44:21.818" v="1273" actId="1076"/>
          <ac:picMkLst>
            <pc:docMk/>
            <pc:sldMk cId="3959107077" sldId="316"/>
            <ac:picMk id="12" creationId="{9A9CCFC9-2F07-ECF8-9E76-5596E56F6378}"/>
          </ac:picMkLst>
        </pc:picChg>
        <pc:picChg chg="add del">
          <ac:chgData name="Phan Thanh Duy" userId="7fe205da-551d-4fae-b045-58d66fb40073" providerId="ADAL" clId="{A441D81C-AEF8-464D-902E-B6449B34371D}" dt="2026-10-06T03:43:05.406" v="1250" actId="22"/>
          <ac:picMkLst>
            <pc:docMk/>
            <pc:sldMk cId="3959107077" sldId="316"/>
            <ac:picMk id="15" creationId="{A471F0F7-C06D-5135-E236-EEC71348997F}"/>
          </ac:picMkLst>
        </pc:picChg>
        <pc:cxnChg chg="add mod">
          <ac:chgData name="Phan Thanh Duy" userId="7fe205da-551d-4fae-b045-58d66fb40073" providerId="ADAL" clId="{A441D81C-AEF8-464D-902E-B6449B34371D}" dt="2026-10-06T06:04:01.108" v="1514" actId="962"/>
          <ac:cxnSpMkLst>
            <pc:docMk/>
            <pc:sldMk cId="3959107077" sldId="316"/>
            <ac:cxnSpMk id="6" creationId="{212E7686-FB91-8335-2128-722C5F284037}"/>
          </ac:cxnSpMkLst>
        </pc:cxnChg>
        <pc:cxnChg chg="del mod">
          <ac:chgData name="Phan Thanh Duy" userId="7fe205da-551d-4fae-b045-58d66fb40073" providerId="ADAL" clId="{A441D81C-AEF8-464D-902E-B6449B34371D}" dt="2026-10-05T13:36:22.319" v="1158" actId="478"/>
          <ac:cxnSpMkLst>
            <pc:docMk/>
            <pc:sldMk cId="3959107077" sldId="316"/>
            <ac:cxnSpMk id="11" creationId="{CB3FEBB2-ADF9-0A78-B779-636F886D606E}"/>
          </ac:cxnSpMkLst>
        </pc:cxnChg>
        <pc:cxnChg chg="add mod">
          <ac:chgData name="Phan Thanh Duy" userId="7fe205da-551d-4fae-b045-58d66fb40073" providerId="ADAL" clId="{A441D81C-AEF8-464D-902E-B6449B34371D}" dt="2026-10-06T03:43:02.122" v="1248"/>
          <ac:cxnSpMkLst>
            <pc:docMk/>
            <pc:sldMk cId="3959107077" sldId="316"/>
            <ac:cxnSpMk id="13" creationId="{9B14AC7E-22CE-BB57-2BAA-F6F45ACFECDC}"/>
          </ac:cxnSpMkLst>
        </pc:cxnChg>
        <pc:cxnChg chg="add mod">
          <ac:chgData name="Phan Thanh Duy" userId="7fe205da-551d-4fae-b045-58d66fb40073" providerId="ADAL" clId="{A441D81C-AEF8-464D-902E-B6449B34371D}" dt="2026-10-06T03:43:47.567" v="1265" actId="1076"/>
          <ac:cxnSpMkLst>
            <pc:docMk/>
            <pc:sldMk cId="3959107077" sldId="316"/>
            <ac:cxnSpMk id="16" creationId="{F5A8A28D-7CAA-0DD5-D4F4-F7A130309709}"/>
          </ac:cxnSpMkLst>
        </pc:cxnChg>
        <pc:cxnChg chg="add mod">
          <ac:chgData name="Phan Thanh Duy" userId="7fe205da-551d-4fae-b045-58d66fb40073" providerId="ADAL" clId="{A441D81C-AEF8-464D-902E-B6449B34371D}" dt="2026-10-06T03:43:59.035" v="1270" actId="14100"/>
          <ac:cxnSpMkLst>
            <pc:docMk/>
            <pc:sldMk cId="3959107077" sldId="316"/>
            <ac:cxnSpMk id="17" creationId="{A5CB7226-20EA-FE53-3822-302DB86CFD3A}"/>
          </ac:cxnSpMkLst>
        </pc:cxnChg>
        <pc:cxnChg chg="del mod">
          <ac:chgData name="Phan Thanh Duy" userId="7fe205da-551d-4fae-b045-58d66fb40073" providerId="ADAL" clId="{A441D81C-AEF8-464D-902E-B6449B34371D}" dt="2026-10-05T13:35:50.280" v="1154" actId="478"/>
          <ac:cxnSpMkLst>
            <pc:docMk/>
            <pc:sldMk cId="3959107077" sldId="316"/>
            <ac:cxnSpMk id="27" creationId="{A6E140EA-C925-420A-4CFF-816DC01B8382}"/>
          </ac:cxnSpMkLst>
        </pc:cxnChg>
        <pc:cxnChg chg="del">
          <ac:chgData name="Phan Thanh Duy" userId="7fe205da-551d-4fae-b045-58d66fb40073" providerId="ADAL" clId="{A441D81C-AEF8-464D-902E-B6449B34371D}" dt="2026-10-05T13:35:50.280" v="1154" actId="478"/>
          <ac:cxnSpMkLst>
            <pc:docMk/>
            <pc:sldMk cId="3959107077" sldId="316"/>
            <ac:cxnSpMk id="1025" creationId="{761AADC0-CA98-1996-D0AB-224CEE215CDD}"/>
          </ac:cxnSpMkLst>
        </pc:cxnChg>
        <pc:cxnChg chg="del">
          <ac:chgData name="Phan Thanh Duy" userId="7fe205da-551d-4fae-b045-58d66fb40073" providerId="ADAL" clId="{A441D81C-AEF8-464D-902E-B6449B34371D}" dt="2026-10-05T13:35:50.280" v="1154" actId="478"/>
          <ac:cxnSpMkLst>
            <pc:docMk/>
            <pc:sldMk cId="3959107077" sldId="316"/>
            <ac:cxnSpMk id="1033" creationId="{8B33E53F-DA39-E9B2-117B-6DA2ED6AA5A3}"/>
          </ac:cxnSpMkLst>
        </pc:cxnChg>
        <pc:cxnChg chg="del mod">
          <ac:chgData name="Phan Thanh Duy" userId="7fe205da-551d-4fae-b045-58d66fb40073" providerId="ADAL" clId="{A441D81C-AEF8-464D-902E-B6449B34371D}" dt="2026-10-05T13:35:50.280" v="1154" actId="478"/>
          <ac:cxnSpMkLst>
            <pc:docMk/>
            <pc:sldMk cId="3959107077" sldId="316"/>
            <ac:cxnSpMk id="1112" creationId="{D37E1C2E-67B6-E407-7EB2-68516B82C4D9}"/>
          </ac:cxnSpMkLst>
        </pc:cxnChg>
        <pc:cxnChg chg="del">
          <ac:chgData name="Phan Thanh Duy" userId="7fe205da-551d-4fae-b045-58d66fb40073" providerId="ADAL" clId="{A441D81C-AEF8-464D-902E-B6449B34371D}" dt="2026-10-05T13:35:50.280" v="1154" actId="478"/>
          <ac:cxnSpMkLst>
            <pc:docMk/>
            <pc:sldMk cId="3959107077" sldId="316"/>
            <ac:cxnSpMk id="1115" creationId="{91AE18B4-4D64-2E30-A94B-38CA0BFFFEA2}"/>
          </ac:cxnSpMkLst>
        </pc:cxnChg>
        <pc:cxnChg chg="del">
          <ac:chgData name="Phan Thanh Duy" userId="7fe205da-551d-4fae-b045-58d66fb40073" providerId="ADAL" clId="{A441D81C-AEF8-464D-902E-B6449B34371D}" dt="2026-10-05T13:35:50.280" v="1154" actId="478"/>
          <ac:cxnSpMkLst>
            <pc:docMk/>
            <pc:sldMk cId="3959107077" sldId="316"/>
            <ac:cxnSpMk id="1343" creationId="{54235C09-7DCA-77B7-AC61-146ED63E1C01}"/>
          </ac:cxnSpMkLst>
        </pc:cxnChg>
        <pc:cxnChg chg="del mod">
          <ac:chgData name="Phan Thanh Duy" userId="7fe205da-551d-4fae-b045-58d66fb40073" providerId="ADAL" clId="{A441D81C-AEF8-464D-902E-B6449B34371D}" dt="2026-10-05T13:35:50.280" v="1154" actId="478"/>
          <ac:cxnSpMkLst>
            <pc:docMk/>
            <pc:sldMk cId="3959107077" sldId="316"/>
            <ac:cxnSpMk id="1349" creationId="{5E464772-3291-81A8-8B18-064C038B3B45}"/>
          </ac:cxnSpMkLst>
        </pc:cxnChg>
      </pc:sldChg>
      <pc:sldChg chg="addSp delSp modSp add mod ord modTransition addAnim delAnim modAnim">
        <pc:chgData name="Phan Thanh Duy" userId="7fe205da-551d-4fae-b045-58d66fb40073" providerId="ADAL" clId="{A441D81C-AEF8-464D-902E-B6449B34371D}" dt="2026-10-06T06:38:50.518" v="1805" actId="1076"/>
        <pc:sldMkLst>
          <pc:docMk/>
          <pc:sldMk cId="3279762119" sldId="317"/>
        </pc:sldMkLst>
        <pc:spChg chg="del mod ord">
          <ac:chgData name="Phan Thanh Duy" userId="7fe205da-551d-4fae-b045-58d66fb40073" providerId="ADAL" clId="{A441D81C-AEF8-464D-902E-B6449B34371D}" dt="2026-10-06T06:36:55.383" v="1766" actId="478"/>
          <ac:spMkLst>
            <pc:docMk/>
            <pc:sldMk cId="3279762119" sldId="317"/>
            <ac:spMk id="5" creationId="{3EE33205-DDDD-C6A9-E47D-59913DFF9BBB}"/>
          </ac:spMkLst>
        </pc:spChg>
        <pc:spChg chg="add mod">
          <ac:chgData name="Phan Thanh Duy" userId="7fe205da-551d-4fae-b045-58d66fb40073" providerId="ADAL" clId="{A441D81C-AEF8-464D-902E-B6449B34371D}" dt="2026-10-06T03:53:51.421" v="1328" actId="1076"/>
          <ac:spMkLst>
            <pc:docMk/>
            <pc:sldMk cId="3279762119" sldId="317"/>
            <ac:spMk id="13" creationId="{A448F1F6-CD1B-2FD0-F9ED-B3B8F31B6673}"/>
          </ac:spMkLst>
        </pc:spChg>
        <pc:spChg chg="add mod">
          <ac:chgData name="Phan Thanh Duy" userId="7fe205da-551d-4fae-b045-58d66fb40073" providerId="ADAL" clId="{A441D81C-AEF8-464D-902E-B6449B34371D}" dt="2026-10-06T03:56:10.210" v="1398" actId="1076"/>
          <ac:spMkLst>
            <pc:docMk/>
            <pc:sldMk cId="3279762119" sldId="317"/>
            <ac:spMk id="16" creationId="{5B9427C6-9064-BBA6-4AD5-B00FDE2E0F5F}"/>
          </ac:spMkLst>
        </pc:spChg>
        <pc:spChg chg="add mod">
          <ac:chgData name="Phan Thanh Duy" userId="7fe205da-551d-4fae-b045-58d66fb40073" providerId="ADAL" clId="{A441D81C-AEF8-464D-902E-B6449B34371D}" dt="2026-10-06T03:56:10.210" v="1398" actId="1076"/>
          <ac:spMkLst>
            <pc:docMk/>
            <pc:sldMk cId="3279762119" sldId="317"/>
            <ac:spMk id="18" creationId="{5D88FE5C-DC1A-682B-5D96-9B334D0FB10A}"/>
          </ac:spMkLst>
        </pc:spChg>
        <pc:spChg chg="mod">
          <ac:chgData name="Phan Thanh Duy" userId="7fe205da-551d-4fae-b045-58d66fb40073" providerId="ADAL" clId="{A441D81C-AEF8-464D-902E-B6449B34371D}" dt="2026-10-06T06:38:50.518" v="1805" actId="1076"/>
          <ac:spMkLst>
            <pc:docMk/>
            <pc:sldMk cId="3279762119" sldId="317"/>
            <ac:spMk id="26" creationId="{43EBB679-3353-B34F-AD72-18EE3155D145}"/>
          </ac:spMkLst>
        </pc:spChg>
        <pc:spChg chg="del">
          <ac:chgData name="Phan Thanh Duy" userId="7fe205da-551d-4fae-b045-58d66fb40073" providerId="ADAL" clId="{A441D81C-AEF8-464D-902E-B6449B34371D}" dt="2026-10-06T03:45:08.146" v="1283" actId="478"/>
          <ac:spMkLst>
            <pc:docMk/>
            <pc:sldMk cId="3279762119" sldId="317"/>
            <ac:spMk id="1024" creationId="{AD3BA1DD-620B-E818-C724-A2139478CF90}"/>
          </ac:spMkLst>
        </pc:spChg>
        <pc:spChg chg="del">
          <ac:chgData name="Phan Thanh Duy" userId="7fe205da-551d-4fae-b045-58d66fb40073" providerId="ADAL" clId="{A441D81C-AEF8-464D-902E-B6449B34371D}" dt="2026-10-06T03:45:08.146" v="1283" actId="478"/>
          <ac:spMkLst>
            <pc:docMk/>
            <pc:sldMk cId="3279762119" sldId="317"/>
            <ac:spMk id="1032" creationId="{F165D985-D9EF-9A9E-043F-AEEFF30DA0E8}"/>
          </ac:spMkLst>
        </pc:spChg>
        <pc:spChg chg="mod">
          <ac:chgData name="Phan Thanh Duy" userId="7fe205da-551d-4fae-b045-58d66fb40073" providerId="ADAL" clId="{A441D81C-AEF8-464D-902E-B6449B34371D}" dt="2026-10-06T06:38:17.116" v="1794"/>
          <ac:spMkLst>
            <pc:docMk/>
            <pc:sldMk cId="3279762119" sldId="317"/>
            <ac:spMk id="1039" creationId="{DCA1960C-9471-F1EF-358B-688971390D72}"/>
          </ac:spMkLst>
        </pc:spChg>
        <pc:spChg chg="del">
          <ac:chgData name="Phan Thanh Duy" userId="7fe205da-551d-4fae-b045-58d66fb40073" providerId="ADAL" clId="{A441D81C-AEF8-464D-902E-B6449B34371D}" dt="2026-10-06T03:44:57.387" v="1281" actId="478"/>
          <ac:spMkLst>
            <pc:docMk/>
            <pc:sldMk cId="3279762119" sldId="317"/>
            <ac:spMk id="1052" creationId="{CE609597-7D0A-2783-F76C-9B90AFBAC13D}"/>
          </ac:spMkLst>
        </pc:spChg>
        <pc:spChg chg="del">
          <ac:chgData name="Phan Thanh Duy" userId="7fe205da-551d-4fae-b045-58d66fb40073" providerId="ADAL" clId="{A441D81C-AEF8-464D-902E-B6449B34371D}" dt="2026-10-06T03:44:57.387" v="1281" actId="478"/>
          <ac:spMkLst>
            <pc:docMk/>
            <pc:sldMk cId="3279762119" sldId="317"/>
            <ac:spMk id="1109" creationId="{31550894-0603-A360-0749-A7E568A3A42D}"/>
          </ac:spMkLst>
        </pc:spChg>
        <pc:spChg chg="del">
          <ac:chgData name="Phan Thanh Duy" userId="7fe205da-551d-4fae-b045-58d66fb40073" providerId="ADAL" clId="{A441D81C-AEF8-464D-902E-B6449B34371D}" dt="2026-10-06T03:44:57.387" v="1281" actId="478"/>
          <ac:spMkLst>
            <pc:docMk/>
            <pc:sldMk cId="3279762119" sldId="317"/>
            <ac:spMk id="1111" creationId="{7549997E-5575-76DE-59EF-01960F8D6B23}"/>
          </ac:spMkLst>
        </pc:spChg>
        <pc:spChg chg="del">
          <ac:chgData name="Phan Thanh Duy" userId="7fe205da-551d-4fae-b045-58d66fb40073" providerId="ADAL" clId="{A441D81C-AEF8-464D-902E-B6449B34371D}" dt="2026-10-06T03:44:57.387" v="1281" actId="478"/>
          <ac:spMkLst>
            <pc:docMk/>
            <pc:sldMk cId="3279762119" sldId="317"/>
            <ac:spMk id="1342" creationId="{2614DD13-98BB-A2A2-3DF6-9232AC5EF5CC}"/>
          </ac:spMkLst>
        </pc:spChg>
        <pc:spChg chg="del">
          <ac:chgData name="Phan Thanh Duy" userId="7fe205da-551d-4fae-b045-58d66fb40073" providerId="ADAL" clId="{A441D81C-AEF8-464D-902E-B6449B34371D}" dt="2026-10-06T03:44:57.387" v="1281" actId="478"/>
          <ac:spMkLst>
            <pc:docMk/>
            <pc:sldMk cId="3279762119" sldId="317"/>
            <ac:spMk id="1348" creationId="{2F3A0742-7EE6-2C11-232B-21F12042E478}"/>
          </ac:spMkLst>
        </pc:spChg>
        <pc:grpChg chg="mod">
          <ac:chgData name="Phan Thanh Duy" userId="7fe205da-551d-4fae-b045-58d66fb40073" providerId="ADAL" clId="{A441D81C-AEF8-464D-902E-B6449B34371D}" dt="2026-10-06T06:01:25.576" v="1502" actId="962"/>
          <ac:grpSpMkLst>
            <pc:docMk/>
            <pc:sldMk cId="3279762119" sldId="317"/>
            <ac:grpSpMk id="1042" creationId="{51FADE43-C112-EC0E-C8A8-37F89C52873B}"/>
          </ac:grpSpMkLst>
        </pc:grpChg>
        <pc:picChg chg="add del mod">
          <ac:chgData name="Phan Thanh Duy" userId="7fe205da-551d-4fae-b045-58d66fb40073" providerId="ADAL" clId="{A441D81C-AEF8-464D-902E-B6449B34371D}" dt="2026-10-06T03:51:29.464" v="1309" actId="478"/>
          <ac:picMkLst>
            <pc:docMk/>
            <pc:sldMk cId="3279762119" sldId="317"/>
            <ac:picMk id="6" creationId="{36EC96AC-D0EF-01E3-8F2E-E9D53A338855}"/>
          </ac:picMkLst>
        </pc:picChg>
        <pc:picChg chg="add mod">
          <ac:chgData name="Phan Thanh Duy" userId="7fe205da-551d-4fae-b045-58d66fb40073" providerId="ADAL" clId="{A441D81C-AEF8-464D-902E-B6449B34371D}" dt="2026-10-06T03:56:14.999" v="1399" actId="1076"/>
          <ac:picMkLst>
            <pc:docMk/>
            <pc:sldMk cId="3279762119" sldId="317"/>
            <ac:picMk id="10" creationId="{24004966-944B-DB1E-AEF0-48F96F7F4D0B}"/>
          </ac:picMkLst>
        </pc:picChg>
        <pc:picChg chg="add mod">
          <ac:chgData name="Phan Thanh Duy" userId="7fe205da-551d-4fae-b045-58d66fb40073" providerId="ADAL" clId="{A441D81C-AEF8-464D-902E-B6449B34371D}" dt="2026-10-06T03:53:38.455" v="1324" actId="1076"/>
          <ac:picMkLst>
            <pc:docMk/>
            <pc:sldMk cId="3279762119" sldId="317"/>
            <ac:picMk id="15" creationId="{A31DBF2D-05B8-DC33-5F0D-42CE7CF08774}"/>
          </ac:picMkLst>
        </pc:picChg>
        <pc:cxnChg chg="add del mod">
          <ac:chgData name="Phan Thanh Duy" userId="7fe205da-551d-4fae-b045-58d66fb40073" providerId="ADAL" clId="{A441D81C-AEF8-464D-902E-B6449B34371D}" dt="2026-10-06T03:51:26.505" v="1308" actId="478"/>
          <ac:cxnSpMkLst>
            <pc:docMk/>
            <pc:sldMk cId="3279762119" sldId="317"/>
            <ac:cxnSpMk id="7" creationId="{F4E464F8-4440-AEBA-6217-2AF389D5A86A}"/>
          </ac:cxnSpMkLst>
        </pc:cxnChg>
        <pc:cxnChg chg="mod">
          <ac:chgData name="Phan Thanh Duy" userId="7fe205da-551d-4fae-b045-58d66fb40073" providerId="ADAL" clId="{A441D81C-AEF8-464D-902E-B6449B34371D}" dt="2026-10-06T06:04:27.686" v="1515" actId="962"/>
          <ac:cxnSpMkLst>
            <pc:docMk/>
            <pc:sldMk cId="3279762119" sldId="317"/>
            <ac:cxnSpMk id="11" creationId="{18B7753E-EBE7-516E-06C1-345620BC13D0}"/>
          </ac:cxnSpMkLst>
        </pc:cxnChg>
        <pc:cxnChg chg="add mod">
          <ac:chgData name="Phan Thanh Duy" userId="7fe205da-551d-4fae-b045-58d66fb40073" providerId="ADAL" clId="{A441D81C-AEF8-464D-902E-B6449B34371D}" dt="2026-10-06T06:04:45.879" v="1516" actId="962"/>
          <ac:cxnSpMkLst>
            <pc:docMk/>
            <pc:sldMk cId="3279762119" sldId="317"/>
            <ac:cxnSpMk id="19" creationId="{4BE9414B-0903-B00B-C192-9E777720F061}"/>
          </ac:cxnSpMkLst>
        </pc:cxnChg>
        <pc:cxnChg chg="del mod">
          <ac:chgData name="Phan Thanh Duy" userId="7fe205da-551d-4fae-b045-58d66fb40073" providerId="ADAL" clId="{A441D81C-AEF8-464D-902E-B6449B34371D}" dt="2026-10-06T03:45:16.898" v="1287" actId="478"/>
          <ac:cxnSpMkLst>
            <pc:docMk/>
            <pc:sldMk cId="3279762119" sldId="317"/>
            <ac:cxnSpMk id="27" creationId="{9B7E9BA0-4706-07F3-149E-6E93A5F03918}"/>
          </ac:cxnSpMkLst>
        </pc:cxnChg>
        <pc:cxnChg chg="del mod">
          <ac:chgData name="Phan Thanh Duy" userId="7fe205da-551d-4fae-b045-58d66fb40073" providerId="ADAL" clId="{A441D81C-AEF8-464D-902E-B6449B34371D}" dt="2026-10-06T03:45:11.491" v="1285" actId="21"/>
          <ac:cxnSpMkLst>
            <pc:docMk/>
            <pc:sldMk cId="3279762119" sldId="317"/>
            <ac:cxnSpMk id="1025" creationId="{1D4A71DC-ACC7-45E1-E69E-5D7DDE31C06C}"/>
          </ac:cxnSpMkLst>
        </pc:cxnChg>
        <pc:cxnChg chg="del mod">
          <ac:chgData name="Phan Thanh Duy" userId="7fe205da-551d-4fae-b045-58d66fb40073" providerId="ADAL" clId="{A441D81C-AEF8-464D-902E-B6449B34371D}" dt="2026-10-06T03:45:09.795" v="1284" actId="21"/>
          <ac:cxnSpMkLst>
            <pc:docMk/>
            <pc:sldMk cId="3279762119" sldId="317"/>
            <ac:cxnSpMk id="1033" creationId="{08C6F128-4EFA-E247-A62B-66B5849A451B}"/>
          </ac:cxnSpMkLst>
        </pc:cxnChg>
        <pc:cxnChg chg="mod">
          <ac:chgData name="Phan Thanh Duy" userId="7fe205da-551d-4fae-b045-58d66fb40073" providerId="ADAL" clId="{A441D81C-AEF8-464D-902E-B6449B34371D}" dt="2026-10-06T03:45:08.146" v="1283" actId="478"/>
          <ac:cxnSpMkLst>
            <pc:docMk/>
            <pc:sldMk cId="3279762119" sldId="317"/>
            <ac:cxnSpMk id="1102" creationId="{E197D24C-3EB3-037F-6489-5F4EB3151AC0}"/>
          </ac:cxnSpMkLst>
        </pc:cxnChg>
        <pc:cxnChg chg="del mod">
          <ac:chgData name="Phan Thanh Duy" userId="7fe205da-551d-4fae-b045-58d66fb40073" providerId="ADAL" clId="{A441D81C-AEF8-464D-902E-B6449B34371D}" dt="2026-10-06T03:45:01.269" v="1282" actId="478"/>
          <ac:cxnSpMkLst>
            <pc:docMk/>
            <pc:sldMk cId="3279762119" sldId="317"/>
            <ac:cxnSpMk id="1112" creationId="{99ACCC93-26D1-9191-F1C0-4BEDBB775F2D}"/>
          </ac:cxnSpMkLst>
        </pc:cxnChg>
        <pc:cxnChg chg="del mod">
          <ac:chgData name="Phan Thanh Duy" userId="7fe205da-551d-4fae-b045-58d66fb40073" providerId="ADAL" clId="{A441D81C-AEF8-464D-902E-B6449B34371D}" dt="2026-10-06T03:45:01.269" v="1282" actId="478"/>
          <ac:cxnSpMkLst>
            <pc:docMk/>
            <pc:sldMk cId="3279762119" sldId="317"/>
            <ac:cxnSpMk id="1115" creationId="{802DA32F-0204-D4DF-3C9F-FBB50ED11FDC}"/>
          </ac:cxnSpMkLst>
        </pc:cxnChg>
        <pc:cxnChg chg="del mod">
          <ac:chgData name="Phan Thanh Duy" userId="7fe205da-551d-4fae-b045-58d66fb40073" providerId="ADAL" clId="{A441D81C-AEF8-464D-902E-B6449B34371D}" dt="2026-10-06T03:45:01.269" v="1282" actId="478"/>
          <ac:cxnSpMkLst>
            <pc:docMk/>
            <pc:sldMk cId="3279762119" sldId="317"/>
            <ac:cxnSpMk id="1343" creationId="{A973542F-B3ED-7474-F3D6-D077CD569CF2}"/>
          </ac:cxnSpMkLst>
        </pc:cxnChg>
        <pc:cxnChg chg="del mod">
          <ac:chgData name="Phan Thanh Duy" userId="7fe205da-551d-4fae-b045-58d66fb40073" providerId="ADAL" clId="{A441D81C-AEF8-464D-902E-B6449B34371D}" dt="2026-10-06T03:45:01.269" v="1282" actId="478"/>
          <ac:cxnSpMkLst>
            <pc:docMk/>
            <pc:sldMk cId="3279762119" sldId="317"/>
            <ac:cxnSpMk id="1349" creationId="{331B1969-B3D4-B896-6974-E0E0E98E2236}"/>
          </ac:cxnSpMkLst>
        </pc:cxnChg>
      </pc:sldChg>
      <pc:sldChg chg="addSp delSp modSp add mod modTransition addAnim delAnim modAnim">
        <pc:chgData name="Phan Thanh Duy" userId="7fe205da-551d-4fae-b045-58d66fb40073" providerId="ADAL" clId="{A441D81C-AEF8-464D-902E-B6449B34371D}" dt="2026-10-06T06:39:21.039" v="1810" actId="1076"/>
        <pc:sldMkLst>
          <pc:docMk/>
          <pc:sldMk cId="3371537904" sldId="318"/>
        </pc:sldMkLst>
        <pc:spChg chg="add mod">
          <ac:chgData name="Phan Thanh Duy" userId="7fe205da-551d-4fae-b045-58d66fb40073" providerId="ADAL" clId="{A441D81C-AEF8-464D-902E-B6449B34371D}" dt="2026-10-06T06:39:11.789" v="1808" actId="14100"/>
          <ac:spMkLst>
            <pc:docMk/>
            <pc:sldMk cId="3371537904" sldId="318"/>
            <ac:spMk id="3" creationId="{EE7E3078-6D73-F6ED-3BA2-C6A67C97C60C}"/>
          </ac:spMkLst>
        </pc:spChg>
        <pc:spChg chg="del">
          <ac:chgData name="Phan Thanh Duy" userId="7fe205da-551d-4fae-b045-58d66fb40073" providerId="ADAL" clId="{A441D81C-AEF8-464D-902E-B6449B34371D}" dt="2026-10-06T06:36:57.348" v="1767" actId="478"/>
          <ac:spMkLst>
            <pc:docMk/>
            <pc:sldMk cId="3371537904" sldId="318"/>
            <ac:spMk id="5" creationId="{B5FD1A11-1DEC-9563-1BD3-53DBB842081D}"/>
          </ac:spMkLst>
        </pc:spChg>
        <pc:spChg chg="add mod">
          <ac:chgData name="Phan Thanh Duy" userId="7fe205da-551d-4fae-b045-58d66fb40073" providerId="ADAL" clId="{A441D81C-AEF8-464D-902E-B6449B34371D}" dt="2026-10-06T06:39:21.039" v="1810" actId="1076"/>
          <ac:spMkLst>
            <pc:docMk/>
            <pc:sldMk cId="3371537904" sldId="318"/>
            <ac:spMk id="8" creationId="{1A534D41-C79A-D9D4-E8DF-FFC9692C3DB7}"/>
          </ac:spMkLst>
        </pc:spChg>
        <pc:spChg chg="add mod">
          <ac:chgData name="Phan Thanh Duy" userId="7fe205da-551d-4fae-b045-58d66fb40073" providerId="ADAL" clId="{A441D81C-AEF8-464D-902E-B6449B34371D}" dt="2026-10-06T06:39:14.517" v="1809" actId="14100"/>
          <ac:spMkLst>
            <pc:docMk/>
            <pc:sldMk cId="3371537904" sldId="318"/>
            <ac:spMk id="14" creationId="{8FEB0EF2-E3F3-27DD-7A58-9DC24C657FBD}"/>
          </ac:spMkLst>
        </pc:spChg>
        <pc:spChg chg="add mod">
          <ac:chgData name="Phan Thanh Duy" userId="7fe205da-551d-4fae-b045-58d66fb40073" providerId="ADAL" clId="{A441D81C-AEF8-464D-902E-B6449B34371D}" dt="2026-10-06T06:39:21.039" v="1810" actId="1076"/>
          <ac:spMkLst>
            <pc:docMk/>
            <pc:sldMk cId="3371537904" sldId="318"/>
            <ac:spMk id="16" creationId="{033E73B2-0401-5A06-CB52-232184A0FD5A}"/>
          </ac:spMkLst>
        </pc:spChg>
        <pc:spChg chg="mod">
          <ac:chgData name="Phan Thanh Duy" userId="7fe205da-551d-4fae-b045-58d66fb40073" providerId="ADAL" clId="{A441D81C-AEF8-464D-902E-B6449B34371D}" dt="2026-10-06T06:01:44.758" v="1504" actId="962"/>
          <ac:spMkLst>
            <pc:docMk/>
            <pc:sldMk cId="3371537904" sldId="318"/>
            <ac:spMk id="26" creationId="{F4FF1992-D42A-F6DB-9111-4DE6B0C0AA23}"/>
          </ac:spMkLst>
        </pc:spChg>
        <pc:spChg chg="mod">
          <ac:chgData name="Phan Thanh Duy" userId="7fe205da-551d-4fae-b045-58d66fb40073" providerId="ADAL" clId="{A441D81C-AEF8-464D-902E-B6449B34371D}" dt="2026-10-06T06:39:01.916" v="1806" actId="1076"/>
          <ac:spMkLst>
            <pc:docMk/>
            <pc:sldMk cId="3371537904" sldId="318"/>
            <ac:spMk id="1024" creationId="{127E8D95-BA85-858C-B884-84924D66E802}"/>
          </ac:spMkLst>
        </pc:spChg>
        <pc:spChg chg="del">
          <ac:chgData name="Phan Thanh Duy" userId="7fe205da-551d-4fae-b045-58d66fb40073" providerId="ADAL" clId="{A441D81C-AEF8-464D-902E-B6449B34371D}" dt="2026-10-06T03:57:14.524" v="1401" actId="478"/>
          <ac:spMkLst>
            <pc:docMk/>
            <pc:sldMk cId="3371537904" sldId="318"/>
            <ac:spMk id="1032" creationId="{D48905E1-6D75-A1DE-E61A-EC012961A42C}"/>
          </ac:spMkLst>
        </pc:spChg>
        <pc:spChg chg="mod">
          <ac:chgData name="Phan Thanh Duy" userId="7fe205da-551d-4fae-b045-58d66fb40073" providerId="ADAL" clId="{A441D81C-AEF8-464D-902E-B6449B34371D}" dt="2026-10-06T06:38:20.806" v="1797"/>
          <ac:spMkLst>
            <pc:docMk/>
            <pc:sldMk cId="3371537904" sldId="318"/>
            <ac:spMk id="1039" creationId="{BE5BA653-B4F1-F2E1-BFCD-EFCDC2597FCE}"/>
          </ac:spMkLst>
        </pc:spChg>
        <pc:spChg chg="del">
          <ac:chgData name="Phan Thanh Duy" userId="7fe205da-551d-4fae-b045-58d66fb40073" providerId="ADAL" clId="{A441D81C-AEF8-464D-902E-B6449B34371D}" dt="2026-10-06T03:57:14.524" v="1401" actId="478"/>
          <ac:spMkLst>
            <pc:docMk/>
            <pc:sldMk cId="3371537904" sldId="318"/>
            <ac:spMk id="1052" creationId="{DB3A13E9-395A-CB86-B5FC-BA682AB33197}"/>
          </ac:spMkLst>
        </pc:spChg>
        <pc:spChg chg="del">
          <ac:chgData name="Phan Thanh Duy" userId="7fe205da-551d-4fae-b045-58d66fb40073" providerId="ADAL" clId="{A441D81C-AEF8-464D-902E-B6449B34371D}" dt="2026-10-06T03:57:14.524" v="1401" actId="478"/>
          <ac:spMkLst>
            <pc:docMk/>
            <pc:sldMk cId="3371537904" sldId="318"/>
            <ac:spMk id="1109" creationId="{1B8429FF-DD95-5633-E771-68837E427658}"/>
          </ac:spMkLst>
        </pc:spChg>
        <pc:spChg chg="del">
          <ac:chgData name="Phan Thanh Duy" userId="7fe205da-551d-4fae-b045-58d66fb40073" providerId="ADAL" clId="{A441D81C-AEF8-464D-902E-B6449B34371D}" dt="2026-10-06T03:57:14.524" v="1401" actId="478"/>
          <ac:spMkLst>
            <pc:docMk/>
            <pc:sldMk cId="3371537904" sldId="318"/>
            <ac:spMk id="1111" creationId="{E410955F-4C99-8719-9238-BB76A5D79C52}"/>
          </ac:spMkLst>
        </pc:spChg>
        <pc:spChg chg="del">
          <ac:chgData name="Phan Thanh Duy" userId="7fe205da-551d-4fae-b045-58d66fb40073" providerId="ADAL" clId="{A441D81C-AEF8-464D-902E-B6449B34371D}" dt="2026-10-06T03:57:14.524" v="1401" actId="478"/>
          <ac:spMkLst>
            <pc:docMk/>
            <pc:sldMk cId="3371537904" sldId="318"/>
            <ac:spMk id="1342" creationId="{FD56F190-F1A4-E2D2-AF45-949408F13067}"/>
          </ac:spMkLst>
        </pc:spChg>
        <pc:spChg chg="del">
          <ac:chgData name="Phan Thanh Duy" userId="7fe205da-551d-4fae-b045-58d66fb40073" providerId="ADAL" clId="{A441D81C-AEF8-464D-902E-B6449B34371D}" dt="2026-10-06T03:57:14.524" v="1401" actId="478"/>
          <ac:spMkLst>
            <pc:docMk/>
            <pc:sldMk cId="3371537904" sldId="318"/>
            <ac:spMk id="1348" creationId="{FAFE983D-98DE-9FC6-635D-808647F5D16A}"/>
          </ac:spMkLst>
        </pc:spChg>
        <pc:grpChg chg="mod">
          <ac:chgData name="Phan Thanh Duy" userId="7fe205da-551d-4fae-b045-58d66fb40073" providerId="ADAL" clId="{A441D81C-AEF8-464D-902E-B6449B34371D}" dt="2026-10-06T06:25:16.138" v="1694" actId="1076"/>
          <ac:grpSpMkLst>
            <pc:docMk/>
            <pc:sldMk cId="3371537904" sldId="318"/>
            <ac:grpSpMk id="1056" creationId="{625944F9-0A4A-0CF5-AEB4-18E0C953F7E0}"/>
          </ac:grpSpMkLst>
        </pc:grpChg>
        <pc:picChg chg="add mod">
          <ac:chgData name="Phan Thanh Duy" userId="7fe205da-551d-4fae-b045-58d66fb40073" providerId="ADAL" clId="{A441D81C-AEF8-464D-902E-B6449B34371D}" dt="2026-10-06T06:39:08.054" v="1807" actId="1076"/>
          <ac:picMkLst>
            <pc:docMk/>
            <pc:sldMk cId="3371537904" sldId="318"/>
            <ac:picMk id="12" creationId="{1DA53A22-E522-222F-0242-B269022E0B02}"/>
          </ac:picMkLst>
        </pc:picChg>
        <pc:picChg chg="add mod">
          <ac:chgData name="Phan Thanh Duy" userId="7fe205da-551d-4fae-b045-58d66fb40073" providerId="ADAL" clId="{A441D81C-AEF8-464D-902E-B6449B34371D}" dt="2026-10-06T06:39:08.054" v="1807" actId="1076"/>
          <ac:picMkLst>
            <pc:docMk/>
            <pc:sldMk cId="3371537904" sldId="318"/>
            <ac:picMk id="18" creationId="{14FADED8-D5BB-2987-BC5B-53054F813AD8}"/>
          </ac:picMkLst>
        </pc:picChg>
        <pc:cxnChg chg="add del mod">
          <ac:chgData name="Phan Thanh Duy" userId="7fe205da-551d-4fae-b045-58d66fb40073" providerId="ADAL" clId="{A441D81C-AEF8-464D-902E-B6449B34371D}" dt="2026-10-06T03:57:36.676" v="1407" actId="478"/>
          <ac:cxnSpMkLst>
            <pc:docMk/>
            <pc:sldMk cId="3371537904" sldId="318"/>
            <ac:cxnSpMk id="3" creationId="{CF556555-534C-659A-C199-6EBCCF34F121}"/>
          </ac:cxnSpMkLst>
        </pc:cxnChg>
        <pc:cxnChg chg="add mod">
          <ac:chgData name="Phan Thanh Duy" userId="7fe205da-551d-4fae-b045-58d66fb40073" providerId="ADAL" clId="{A441D81C-AEF8-464D-902E-B6449B34371D}" dt="2026-10-06T06:05:22.317" v="1519" actId="962"/>
          <ac:cxnSpMkLst>
            <pc:docMk/>
            <pc:sldMk cId="3371537904" sldId="318"/>
            <ac:cxnSpMk id="7" creationId="{C903402A-10BA-FB6D-054F-C2262D3C3160}"/>
          </ac:cxnSpMkLst>
        </pc:cxnChg>
        <pc:cxnChg chg="mod">
          <ac:chgData name="Phan Thanh Duy" userId="7fe205da-551d-4fae-b045-58d66fb40073" providerId="ADAL" clId="{A441D81C-AEF8-464D-902E-B6449B34371D}" dt="2026-10-06T06:04:50.618" v="1517" actId="962"/>
          <ac:cxnSpMkLst>
            <pc:docMk/>
            <pc:sldMk cId="3371537904" sldId="318"/>
            <ac:cxnSpMk id="27" creationId="{101FEF39-780E-05F8-045E-C4092045D3CD}"/>
          </ac:cxnSpMkLst>
        </pc:cxnChg>
        <pc:cxnChg chg="del mod">
          <ac:chgData name="Phan Thanh Duy" userId="7fe205da-551d-4fae-b045-58d66fb40073" providerId="ADAL" clId="{A441D81C-AEF8-464D-902E-B6449B34371D}" dt="2026-10-06T03:57:23.772" v="1404" actId="478"/>
          <ac:cxnSpMkLst>
            <pc:docMk/>
            <pc:sldMk cId="3371537904" sldId="318"/>
            <ac:cxnSpMk id="1025" creationId="{309498D2-CC14-C95A-AD88-1F1310E9EF56}"/>
          </ac:cxnSpMkLst>
        </pc:cxnChg>
        <pc:cxnChg chg="del mod">
          <ac:chgData name="Phan Thanh Duy" userId="7fe205da-551d-4fae-b045-58d66fb40073" providerId="ADAL" clId="{A441D81C-AEF8-464D-902E-B6449B34371D}" dt="2026-10-06T03:57:19.759" v="1402" actId="478"/>
          <ac:cxnSpMkLst>
            <pc:docMk/>
            <pc:sldMk cId="3371537904" sldId="318"/>
            <ac:cxnSpMk id="1033" creationId="{2D450F7C-9AF7-A88C-36A4-D402A3E6208E}"/>
          </ac:cxnSpMkLst>
        </pc:cxnChg>
        <pc:cxnChg chg="del mod">
          <ac:chgData name="Phan Thanh Duy" userId="7fe205da-551d-4fae-b045-58d66fb40073" providerId="ADAL" clId="{A441D81C-AEF8-464D-902E-B6449B34371D}" dt="2026-10-06T03:57:14.524" v="1401" actId="478"/>
          <ac:cxnSpMkLst>
            <pc:docMk/>
            <pc:sldMk cId="3371537904" sldId="318"/>
            <ac:cxnSpMk id="1102" creationId="{63463918-3295-1E64-EA38-481A87B037B3}"/>
          </ac:cxnSpMkLst>
        </pc:cxnChg>
        <pc:cxnChg chg="del mod">
          <ac:chgData name="Phan Thanh Duy" userId="7fe205da-551d-4fae-b045-58d66fb40073" providerId="ADAL" clId="{A441D81C-AEF8-464D-902E-B6449B34371D}" dt="2026-10-06T03:57:14.524" v="1401" actId="478"/>
          <ac:cxnSpMkLst>
            <pc:docMk/>
            <pc:sldMk cId="3371537904" sldId="318"/>
            <ac:cxnSpMk id="1115" creationId="{718669E7-CC28-409F-6460-0A56B4E037AE}"/>
          </ac:cxnSpMkLst>
        </pc:cxnChg>
        <pc:cxnChg chg="del mod">
          <ac:chgData name="Phan Thanh Duy" userId="7fe205da-551d-4fae-b045-58d66fb40073" providerId="ADAL" clId="{A441D81C-AEF8-464D-902E-B6449B34371D}" dt="2026-10-06T03:57:14.524" v="1401" actId="478"/>
          <ac:cxnSpMkLst>
            <pc:docMk/>
            <pc:sldMk cId="3371537904" sldId="318"/>
            <ac:cxnSpMk id="1349" creationId="{710A995A-CB77-91B7-A7BE-AB211A3B208A}"/>
          </ac:cxnSpMkLst>
        </pc:cxnChg>
      </pc:sldChg>
      <pc:sldChg chg="add del">
        <pc:chgData name="Phan Thanh Duy" userId="7fe205da-551d-4fae-b045-58d66fb40073" providerId="ADAL" clId="{A441D81C-AEF8-464D-902E-B6449B34371D}" dt="2026-10-06T03:55:13.998" v="1384"/>
        <pc:sldMkLst>
          <pc:docMk/>
          <pc:sldMk cId="2103371489" sldId="319"/>
        </pc:sldMkLst>
      </pc:sldChg>
      <pc:sldChg chg="addSp delSp modSp add mod addAnim delAnim modAnim">
        <pc:chgData name="Phan Thanh Duy" userId="7fe205da-551d-4fae-b045-58d66fb40073" providerId="ADAL" clId="{A441D81C-AEF8-464D-902E-B6449B34371D}" dt="2026-10-06T06:59:44.422" v="1909" actId="14100"/>
        <pc:sldMkLst>
          <pc:docMk/>
          <pc:sldMk cId="3275686439" sldId="319"/>
        </pc:sldMkLst>
        <pc:spChg chg="del">
          <ac:chgData name="Phan Thanh Duy" userId="7fe205da-551d-4fae-b045-58d66fb40073" providerId="ADAL" clId="{A441D81C-AEF8-464D-902E-B6449B34371D}" dt="2026-10-06T06:28:49.068" v="1714" actId="478"/>
          <ac:spMkLst>
            <pc:docMk/>
            <pc:sldMk cId="3275686439" sldId="319"/>
            <ac:spMk id="3" creationId="{F6FC0737-C68D-0DBF-57B8-E4E1F26622F8}"/>
          </ac:spMkLst>
        </pc:spChg>
        <pc:spChg chg="del">
          <ac:chgData name="Phan Thanh Duy" userId="7fe205da-551d-4fae-b045-58d66fb40073" providerId="ADAL" clId="{A441D81C-AEF8-464D-902E-B6449B34371D}" dt="2026-10-06T06:36:59.312" v="1768" actId="478"/>
          <ac:spMkLst>
            <pc:docMk/>
            <pc:sldMk cId="3275686439" sldId="319"/>
            <ac:spMk id="5" creationId="{A5CE051C-0ECB-6AF3-1023-61555FC4C5E5}"/>
          </ac:spMkLst>
        </pc:spChg>
        <pc:spChg chg="add">
          <ac:chgData name="Phan Thanh Duy" userId="7fe205da-551d-4fae-b045-58d66fb40073" providerId="ADAL" clId="{A441D81C-AEF8-464D-902E-B6449B34371D}" dt="2026-10-06T06:28:20.466" v="1705" actId="22"/>
          <ac:spMkLst>
            <pc:docMk/>
            <pc:sldMk cId="3275686439" sldId="319"/>
            <ac:spMk id="6" creationId="{6D928B00-EC7A-DC85-A1CA-91F1AB8C56A4}"/>
          </ac:spMkLst>
        </pc:spChg>
        <pc:spChg chg="del">
          <ac:chgData name="Phan Thanh Duy" userId="7fe205da-551d-4fae-b045-58d66fb40073" providerId="ADAL" clId="{A441D81C-AEF8-464D-902E-B6449B34371D}" dt="2026-10-06T06:28:49.068" v="1714" actId="478"/>
          <ac:spMkLst>
            <pc:docMk/>
            <pc:sldMk cId="3275686439" sldId="319"/>
            <ac:spMk id="8" creationId="{3172766F-3AAF-CDAE-6284-0761E39FAB1C}"/>
          </ac:spMkLst>
        </pc:spChg>
        <pc:spChg chg="del">
          <ac:chgData name="Phan Thanh Duy" userId="7fe205da-551d-4fae-b045-58d66fb40073" providerId="ADAL" clId="{A441D81C-AEF8-464D-902E-B6449B34371D}" dt="2026-10-06T06:28:44.713" v="1713" actId="478"/>
          <ac:spMkLst>
            <pc:docMk/>
            <pc:sldMk cId="3275686439" sldId="319"/>
            <ac:spMk id="14" creationId="{BD207B38-FDD8-28FC-FB2F-BAA943735F3E}"/>
          </ac:spMkLst>
        </pc:spChg>
        <pc:spChg chg="del">
          <ac:chgData name="Phan Thanh Duy" userId="7fe205da-551d-4fae-b045-58d66fb40073" providerId="ADAL" clId="{A441D81C-AEF8-464D-902E-B6449B34371D}" dt="2026-10-06T06:28:44.713" v="1713" actId="478"/>
          <ac:spMkLst>
            <pc:docMk/>
            <pc:sldMk cId="3275686439" sldId="319"/>
            <ac:spMk id="16" creationId="{531F5773-CF07-DB1A-3FCC-A47BF2C5B6AC}"/>
          </ac:spMkLst>
        </pc:spChg>
        <pc:spChg chg="add mod">
          <ac:chgData name="Phan Thanh Duy" userId="7fe205da-551d-4fae-b045-58d66fb40073" providerId="ADAL" clId="{A441D81C-AEF8-464D-902E-B6449B34371D}" dt="2026-10-06T06:40:16.254" v="1813" actId="1076"/>
          <ac:spMkLst>
            <pc:docMk/>
            <pc:sldMk cId="3275686439" sldId="319"/>
            <ac:spMk id="17" creationId="{ACB155BD-E8ED-612F-236B-4A980AF802A5}"/>
          </ac:spMkLst>
        </pc:spChg>
        <pc:spChg chg="add mod">
          <ac:chgData name="Phan Thanh Duy" userId="7fe205da-551d-4fae-b045-58d66fb40073" providerId="ADAL" clId="{A441D81C-AEF8-464D-902E-B6449B34371D}" dt="2026-10-06T06:40:16.254" v="1813" actId="1076"/>
          <ac:spMkLst>
            <pc:docMk/>
            <pc:sldMk cId="3275686439" sldId="319"/>
            <ac:spMk id="22" creationId="{DFDDE10F-B2A7-1E87-B5D5-0A4A07C0C3D6}"/>
          </ac:spMkLst>
        </pc:spChg>
        <pc:spChg chg="del mod">
          <ac:chgData name="Phan Thanh Duy" userId="7fe205da-551d-4fae-b045-58d66fb40073" providerId="ADAL" clId="{A441D81C-AEF8-464D-902E-B6449B34371D}" dt="2026-10-06T06:28:42.243" v="1712" actId="478"/>
          <ac:spMkLst>
            <pc:docMk/>
            <pc:sldMk cId="3275686439" sldId="319"/>
            <ac:spMk id="1024" creationId="{8E35E3BA-DB13-760E-6AB8-79C92B30231D}"/>
          </ac:spMkLst>
        </pc:spChg>
        <pc:spChg chg="add mod ord">
          <ac:chgData name="Phan Thanh Duy" userId="7fe205da-551d-4fae-b045-58d66fb40073" providerId="ADAL" clId="{A441D81C-AEF8-464D-902E-B6449B34371D}" dt="2026-10-06T06:59:44.422" v="1909" actId="14100"/>
          <ac:spMkLst>
            <pc:docMk/>
            <pc:sldMk cId="3275686439" sldId="319"/>
            <ac:spMk id="1034" creationId="{D4BDCF0C-750D-B434-D5CF-77526E04AB80}"/>
          </ac:spMkLst>
        </pc:spChg>
        <pc:spChg chg="mod">
          <ac:chgData name="Phan Thanh Duy" userId="7fe205da-551d-4fae-b045-58d66fb40073" providerId="ADAL" clId="{A441D81C-AEF8-464D-902E-B6449B34371D}" dt="2026-10-06T06:38:25.266" v="1800"/>
          <ac:spMkLst>
            <pc:docMk/>
            <pc:sldMk cId="3275686439" sldId="319"/>
            <ac:spMk id="1039" creationId="{FBAD4EEC-FD83-2AC3-056A-96ABCF3AA357}"/>
          </ac:spMkLst>
        </pc:spChg>
        <pc:grpChg chg="del">
          <ac:chgData name="Phan Thanh Duy" userId="7fe205da-551d-4fae-b045-58d66fb40073" providerId="ADAL" clId="{A441D81C-AEF8-464D-902E-B6449B34371D}" dt="2026-10-06T06:28:44.713" v="1713" actId="478"/>
          <ac:grpSpMkLst>
            <pc:docMk/>
            <pc:sldMk cId="3275686439" sldId="319"/>
            <ac:grpSpMk id="1056" creationId="{412583AE-C5F6-04EB-E779-8B11610B5540}"/>
          </ac:grpSpMkLst>
        </pc:grpChg>
        <pc:grpChg chg="del">
          <ac:chgData name="Phan Thanh Duy" userId="7fe205da-551d-4fae-b045-58d66fb40073" providerId="ADAL" clId="{A441D81C-AEF8-464D-902E-B6449B34371D}" dt="2026-10-06T06:28:44.713" v="1713" actId="478"/>
          <ac:grpSpMkLst>
            <pc:docMk/>
            <pc:sldMk cId="3275686439" sldId="319"/>
            <ac:grpSpMk id="1061" creationId="{1716541F-A2CE-F579-1112-2C77B9F3DB31}"/>
          </ac:grpSpMkLst>
        </pc:grpChg>
        <pc:picChg chg="del">
          <ac:chgData name="Phan Thanh Duy" userId="7fe205da-551d-4fae-b045-58d66fb40073" providerId="ADAL" clId="{A441D81C-AEF8-464D-902E-B6449B34371D}" dt="2026-10-06T06:28:49.068" v="1714" actId="478"/>
          <ac:picMkLst>
            <pc:docMk/>
            <pc:sldMk cId="3275686439" sldId="319"/>
            <ac:picMk id="12" creationId="{C3E7C9B8-5160-CAAA-5AC5-38991A063EF0}"/>
          </ac:picMkLst>
        </pc:picChg>
        <pc:picChg chg="del">
          <ac:chgData name="Phan Thanh Duy" userId="7fe205da-551d-4fae-b045-58d66fb40073" providerId="ADAL" clId="{A441D81C-AEF8-464D-902E-B6449B34371D}" dt="2026-10-06T06:28:44.713" v="1713" actId="478"/>
          <ac:picMkLst>
            <pc:docMk/>
            <pc:sldMk cId="3275686439" sldId="319"/>
            <ac:picMk id="18" creationId="{32D096B1-3518-E661-D9B2-538DE752AAA1}"/>
          </ac:picMkLst>
        </pc:picChg>
        <pc:picChg chg="add del mod">
          <ac:chgData name="Phan Thanh Duy" userId="7fe205da-551d-4fae-b045-58d66fb40073" providerId="ADAL" clId="{A441D81C-AEF8-464D-902E-B6449B34371D}" dt="2026-10-06T06:30:03.936" v="1724" actId="478"/>
          <ac:picMkLst>
            <pc:docMk/>
            <pc:sldMk cId="3275686439" sldId="319"/>
            <ac:picMk id="19" creationId="{6843EB07-957C-B804-D01D-60B0E2A6942F}"/>
          </ac:picMkLst>
        </pc:picChg>
        <pc:picChg chg="add mod">
          <ac:chgData name="Phan Thanh Duy" userId="7fe205da-551d-4fae-b045-58d66fb40073" providerId="ADAL" clId="{A441D81C-AEF8-464D-902E-B6449B34371D}" dt="2026-10-06T06:40:18.988" v="1814" actId="1076"/>
          <ac:picMkLst>
            <pc:docMk/>
            <pc:sldMk cId="3275686439" sldId="319"/>
            <ac:picMk id="20" creationId="{5E678B7F-E625-DE2F-D89C-E40E244AEC61}"/>
          </ac:picMkLst>
        </pc:picChg>
        <pc:cxnChg chg="add mod">
          <ac:chgData name="Phan Thanh Duy" userId="7fe205da-551d-4fae-b045-58d66fb40073" providerId="ADAL" clId="{A441D81C-AEF8-464D-902E-B6449B34371D}" dt="2026-10-06T06:28:23.384" v="1706"/>
          <ac:cxnSpMkLst>
            <pc:docMk/>
            <pc:sldMk cId="3275686439" sldId="319"/>
            <ac:cxnSpMk id="10" creationId="{8BBF1135-C201-0BB9-5639-8FF721AC599A}"/>
          </ac:cxnSpMkLst>
        </pc:cxnChg>
        <pc:cxnChg chg="add mod">
          <ac:chgData name="Phan Thanh Duy" userId="7fe205da-551d-4fae-b045-58d66fb40073" providerId="ADAL" clId="{A441D81C-AEF8-464D-902E-B6449B34371D}" dt="2026-10-06T06:28:37.522" v="1710"/>
          <ac:cxnSpMkLst>
            <pc:docMk/>
            <pc:sldMk cId="3275686439" sldId="319"/>
            <ac:cxnSpMk id="13" creationId="{961D5F97-7F71-809C-D64F-62E740808C74}"/>
          </ac:cxnSpMkLst>
        </pc:cxnChg>
        <pc:cxnChg chg="add mod">
          <ac:chgData name="Phan Thanh Duy" userId="7fe205da-551d-4fae-b045-58d66fb40073" providerId="ADAL" clId="{A441D81C-AEF8-464D-902E-B6449B34371D}" dt="2026-10-06T06:47:04.610" v="1848" actId="962"/>
          <ac:cxnSpMkLst>
            <pc:docMk/>
            <pc:sldMk cId="3275686439" sldId="319"/>
            <ac:cxnSpMk id="24" creationId="{03CEB09B-C7D4-C731-6D1A-0E069E568DCD}"/>
          </ac:cxnSpMkLst>
        </pc:cxnChg>
        <pc:cxnChg chg="add mod">
          <ac:chgData name="Phan Thanh Duy" userId="7fe205da-551d-4fae-b045-58d66fb40073" providerId="ADAL" clId="{A441D81C-AEF8-464D-902E-B6449B34371D}" dt="2026-10-06T06:35:24.235" v="1753" actId="1076"/>
          <ac:cxnSpMkLst>
            <pc:docMk/>
            <pc:sldMk cId="3275686439" sldId="319"/>
            <ac:cxnSpMk id="29" creationId="{C966B800-3B70-1C6D-072D-A2821A7C8BB6}"/>
          </ac:cxnSpMkLst>
        </pc:cxnChg>
        <pc:cxnChg chg="add mod">
          <ac:chgData name="Phan Thanh Duy" userId="7fe205da-551d-4fae-b045-58d66fb40073" providerId="ADAL" clId="{A441D81C-AEF8-464D-902E-B6449B34371D}" dt="2026-10-06T06:35:53.234" v="1762" actId="14100"/>
          <ac:cxnSpMkLst>
            <pc:docMk/>
            <pc:sldMk cId="3275686439" sldId="319"/>
            <ac:cxnSpMk id="1025" creationId="{07C7F881-B4AE-1F19-BFB5-CEFCEA9E1DC7}"/>
          </ac:cxnSpMkLst>
        </pc:cxnChg>
      </pc:sldChg>
      <pc:sldChg chg="delSp modSp add del mod ord">
        <pc:chgData name="Phan Thanh Duy" userId="7fe205da-551d-4fae-b045-58d66fb40073" providerId="ADAL" clId="{A441D81C-AEF8-464D-902E-B6449B34371D}" dt="2026-10-06T06:28:12.865" v="1703" actId="47"/>
        <pc:sldMkLst>
          <pc:docMk/>
          <pc:sldMk cId="3295629829" sldId="319"/>
        </pc:sldMkLst>
        <pc:spChg chg="mod">
          <ac:chgData name="Phan Thanh Duy" userId="7fe205da-551d-4fae-b045-58d66fb40073" providerId="ADAL" clId="{A441D81C-AEF8-464D-902E-B6449B34371D}" dt="2026-10-06T06:28:10.986" v="1702" actId="6549"/>
          <ac:spMkLst>
            <pc:docMk/>
            <pc:sldMk cId="3295629829" sldId="319"/>
            <ac:spMk id="1032" creationId="{042C8873-BAC4-3643-2E0C-C9FA4A23E234}"/>
          </ac:spMkLst>
        </pc:spChg>
        <pc:spChg chg="del">
          <ac:chgData name="Phan Thanh Duy" userId="7fe205da-551d-4fae-b045-58d66fb40073" providerId="ADAL" clId="{A441D81C-AEF8-464D-902E-B6449B34371D}" dt="2026-10-06T06:27:53.647" v="1700" actId="478"/>
          <ac:spMkLst>
            <pc:docMk/>
            <pc:sldMk cId="3295629829" sldId="319"/>
            <ac:spMk id="1052" creationId="{DDBEF92C-9F1D-2841-4A7B-B843324EB0FF}"/>
          </ac:spMkLst>
        </pc:spChg>
        <pc:spChg chg="del">
          <ac:chgData name="Phan Thanh Duy" userId="7fe205da-551d-4fae-b045-58d66fb40073" providerId="ADAL" clId="{A441D81C-AEF8-464D-902E-B6449B34371D}" dt="2026-10-06T06:27:53.647" v="1700" actId="478"/>
          <ac:spMkLst>
            <pc:docMk/>
            <pc:sldMk cId="3295629829" sldId="319"/>
            <ac:spMk id="1109" creationId="{BA34E07A-8AA3-DADE-0F39-595D797734C0}"/>
          </ac:spMkLst>
        </pc:spChg>
        <pc:spChg chg="del">
          <ac:chgData name="Phan Thanh Duy" userId="7fe205da-551d-4fae-b045-58d66fb40073" providerId="ADAL" clId="{A441D81C-AEF8-464D-902E-B6449B34371D}" dt="2026-10-06T06:27:53.647" v="1700" actId="478"/>
          <ac:spMkLst>
            <pc:docMk/>
            <pc:sldMk cId="3295629829" sldId="319"/>
            <ac:spMk id="1111" creationId="{411FC549-FA36-61C0-FD16-D62E174D6193}"/>
          </ac:spMkLst>
        </pc:spChg>
        <pc:spChg chg="del">
          <ac:chgData name="Phan Thanh Duy" userId="7fe205da-551d-4fae-b045-58d66fb40073" providerId="ADAL" clId="{A441D81C-AEF8-464D-902E-B6449B34371D}" dt="2026-10-06T06:27:53.647" v="1700" actId="478"/>
          <ac:spMkLst>
            <pc:docMk/>
            <pc:sldMk cId="3295629829" sldId="319"/>
            <ac:spMk id="1342" creationId="{961C81DD-77E0-54CE-CB7F-49B6E9FC4661}"/>
          </ac:spMkLst>
        </pc:spChg>
        <pc:spChg chg="del">
          <ac:chgData name="Phan Thanh Duy" userId="7fe205da-551d-4fae-b045-58d66fb40073" providerId="ADAL" clId="{A441D81C-AEF8-464D-902E-B6449B34371D}" dt="2026-10-06T06:27:53.647" v="1700" actId="478"/>
          <ac:spMkLst>
            <pc:docMk/>
            <pc:sldMk cId="3295629829" sldId="319"/>
            <ac:spMk id="1348" creationId="{DF6935BE-EFA7-658F-A200-9E8D93D205FE}"/>
          </ac:spMkLst>
        </pc:spChg>
        <pc:cxnChg chg="del mod">
          <ac:chgData name="Phan Thanh Duy" userId="7fe205da-551d-4fae-b045-58d66fb40073" providerId="ADAL" clId="{A441D81C-AEF8-464D-902E-B6449B34371D}" dt="2026-10-06T06:28:01.692" v="1701" actId="478"/>
          <ac:cxnSpMkLst>
            <pc:docMk/>
            <pc:sldMk cId="3295629829" sldId="319"/>
            <ac:cxnSpMk id="1102" creationId="{58869CBD-484E-7A37-EFC4-0C532BCBD04C}"/>
          </ac:cxnSpMkLst>
        </pc:cxnChg>
        <pc:cxnChg chg="del mod">
          <ac:chgData name="Phan Thanh Duy" userId="7fe205da-551d-4fae-b045-58d66fb40073" providerId="ADAL" clId="{A441D81C-AEF8-464D-902E-B6449B34371D}" dt="2026-10-06T06:27:53.647" v="1700" actId="478"/>
          <ac:cxnSpMkLst>
            <pc:docMk/>
            <pc:sldMk cId="3295629829" sldId="319"/>
            <ac:cxnSpMk id="1112" creationId="{7C2DCE22-D05A-39BE-C54C-F8832CFC72DE}"/>
          </ac:cxnSpMkLst>
        </pc:cxnChg>
        <pc:cxnChg chg="del mod">
          <ac:chgData name="Phan Thanh Duy" userId="7fe205da-551d-4fae-b045-58d66fb40073" providerId="ADAL" clId="{A441D81C-AEF8-464D-902E-B6449B34371D}" dt="2026-10-06T06:27:53.647" v="1700" actId="478"/>
          <ac:cxnSpMkLst>
            <pc:docMk/>
            <pc:sldMk cId="3295629829" sldId="319"/>
            <ac:cxnSpMk id="1115" creationId="{8E2E4DBC-1888-80B6-C3C3-F2248686A1D7}"/>
          </ac:cxnSpMkLst>
        </pc:cxnChg>
        <pc:cxnChg chg="del mod">
          <ac:chgData name="Phan Thanh Duy" userId="7fe205da-551d-4fae-b045-58d66fb40073" providerId="ADAL" clId="{A441D81C-AEF8-464D-902E-B6449B34371D}" dt="2026-10-06T06:27:53.647" v="1700" actId="478"/>
          <ac:cxnSpMkLst>
            <pc:docMk/>
            <pc:sldMk cId="3295629829" sldId="319"/>
            <ac:cxnSpMk id="1343" creationId="{37893703-F996-1D2A-95B9-4B786E3CD0A8}"/>
          </ac:cxnSpMkLst>
        </pc:cxnChg>
        <pc:cxnChg chg="del mod">
          <ac:chgData name="Phan Thanh Duy" userId="7fe205da-551d-4fae-b045-58d66fb40073" providerId="ADAL" clId="{A441D81C-AEF8-464D-902E-B6449B34371D}" dt="2026-10-06T06:27:53.647" v="1700" actId="478"/>
          <ac:cxnSpMkLst>
            <pc:docMk/>
            <pc:sldMk cId="3295629829" sldId="319"/>
            <ac:cxnSpMk id="1349" creationId="{D6BF8959-2A7B-5132-2A39-C88F237324D7}"/>
          </ac:cxnSpMkLst>
        </pc:cxnChg>
      </pc:sldChg>
      <pc:sldChg chg="addSp delSp modSp add mod modTransition addAnim delAnim modAnim">
        <pc:chgData name="Phan Thanh Duy" userId="7fe205da-551d-4fae-b045-58d66fb40073" providerId="ADAL" clId="{A441D81C-AEF8-464D-902E-B6449B34371D}" dt="2026-10-06T07:01:05.968" v="1920" actId="478"/>
        <pc:sldMkLst>
          <pc:docMk/>
          <pc:sldMk cId="2251343422" sldId="320"/>
        </pc:sldMkLst>
        <pc:spChg chg="add del">
          <ac:chgData name="Phan Thanh Duy" userId="7fe205da-551d-4fae-b045-58d66fb40073" providerId="ADAL" clId="{A441D81C-AEF8-464D-902E-B6449B34371D}" dt="2026-10-06T06:41:00.545" v="1817" actId="22"/>
          <ac:spMkLst>
            <pc:docMk/>
            <pc:sldMk cId="2251343422" sldId="320"/>
            <ac:spMk id="3" creationId="{2B2679C6-0FDA-F746-A74B-FCF6D2292EFD}"/>
          </ac:spMkLst>
        </pc:spChg>
        <pc:spChg chg="mod">
          <ac:chgData name="Phan Thanh Duy" userId="7fe205da-551d-4fae-b045-58d66fb40073" providerId="ADAL" clId="{A441D81C-AEF8-464D-902E-B6449B34371D}" dt="2026-10-06T06:42:12.461" v="1826" actId="1076"/>
          <ac:spMkLst>
            <pc:docMk/>
            <pc:sldMk cId="2251343422" sldId="320"/>
            <ac:spMk id="4" creationId="{C8F145AF-4031-4AEE-60D9-735C60D9A547}"/>
          </ac:spMkLst>
        </pc:spChg>
        <pc:spChg chg="mod">
          <ac:chgData name="Phan Thanh Duy" userId="7fe205da-551d-4fae-b045-58d66fb40073" providerId="ADAL" clId="{A441D81C-AEF8-464D-902E-B6449B34371D}" dt="2026-10-06T06:42:12.461" v="1826" actId="1076"/>
          <ac:spMkLst>
            <pc:docMk/>
            <pc:sldMk cId="2251343422" sldId="320"/>
            <ac:spMk id="6" creationId="{FE8AB7D2-B6AC-583F-D695-6E297C5C2405}"/>
          </ac:spMkLst>
        </pc:spChg>
        <pc:spChg chg="add mod">
          <ac:chgData name="Phan Thanh Duy" userId="7fe205da-551d-4fae-b045-58d66fb40073" providerId="ADAL" clId="{A441D81C-AEF8-464D-902E-B6449B34371D}" dt="2026-10-06T06:42:12.461" v="1826" actId="1076"/>
          <ac:spMkLst>
            <pc:docMk/>
            <pc:sldMk cId="2251343422" sldId="320"/>
            <ac:spMk id="8" creationId="{0CB3E866-207D-4DD1-F951-495AB342C045}"/>
          </ac:spMkLst>
        </pc:spChg>
        <pc:spChg chg="mod">
          <ac:chgData name="Phan Thanh Duy" userId="7fe205da-551d-4fae-b045-58d66fb40073" providerId="ADAL" clId="{A441D81C-AEF8-464D-902E-B6449B34371D}" dt="2026-10-06T06:42:12.461" v="1826" actId="1076"/>
          <ac:spMkLst>
            <pc:docMk/>
            <pc:sldMk cId="2251343422" sldId="320"/>
            <ac:spMk id="9" creationId="{5FA0759E-EDB3-2D08-7D3C-446157F12A59}"/>
          </ac:spMkLst>
        </pc:spChg>
        <pc:spChg chg="add mod">
          <ac:chgData name="Phan Thanh Duy" userId="7fe205da-551d-4fae-b045-58d66fb40073" providerId="ADAL" clId="{A441D81C-AEF8-464D-902E-B6449B34371D}" dt="2026-10-06T06:42:12.461" v="1826" actId="1076"/>
          <ac:spMkLst>
            <pc:docMk/>
            <pc:sldMk cId="2251343422" sldId="320"/>
            <ac:spMk id="12" creationId="{0E8092EB-43CE-5265-74F5-CF9ABEC56E20}"/>
          </ac:spMkLst>
        </pc:spChg>
        <pc:spChg chg="add del">
          <ac:chgData name="Phan Thanh Duy" userId="7fe205da-551d-4fae-b045-58d66fb40073" providerId="ADAL" clId="{A441D81C-AEF8-464D-902E-B6449B34371D}" dt="2026-10-06T06:53:07.580" v="1862" actId="22"/>
          <ac:spMkLst>
            <pc:docMk/>
            <pc:sldMk cId="2251343422" sldId="320"/>
            <ac:spMk id="16" creationId="{CBE3728F-20B9-4C0E-0C04-67EFEEBCAD76}"/>
          </ac:spMkLst>
        </pc:spChg>
        <pc:spChg chg="del">
          <ac:chgData name="Phan Thanh Duy" userId="7fe205da-551d-4fae-b045-58d66fb40073" providerId="ADAL" clId="{A441D81C-AEF8-464D-902E-B6449B34371D}" dt="2026-10-06T06:41:19.468" v="1819" actId="478"/>
          <ac:spMkLst>
            <pc:docMk/>
            <pc:sldMk cId="2251343422" sldId="320"/>
            <ac:spMk id="17" creationId="{F490660C-C23C-B263-622D-768BE76821D9}"/>
          </ac:spMkLst>
        </pc:spChg>
        <pc:spChg chg="add mod">
          <ac:chgData name="Phan Thanh Duy" userId="7fe205da-551d-4fae-b045-58d66fb40073" providerId="ADAL" clId="{A441D81C-AEF8-464D-902E-B6449B34371D}" dt="2026-10-06T06:56:52.653" v="1874" actId="1076"/>
          <ac:spMkLst>
            <pc:docMk/>
            <pc:sldMk cId="2251343422" sldId="320"/>
            <ac:spMk id="19" creationId="{3AA3A210-D3D0-A45C-1E98-0A9EB22E418E}"/>
          </ac:spMkLst>
        </pc:spChg>
        <pc:spChg chg="del">
          <ac:chgData name="Phan Thanh Duy" userId="7fe205da-551d-4fae-b045-58d66fb40073" providerId="ADAL" clId="{A441D81C-AEF8-464D-902E-B6449B34371D}" dt="2026-10-06T06:41:19.468" v="1819" actId="478"/>
          <ac:spMkLst>
            <pc:docMk/>
            <pc:sldMk cId="2251343422" sldId="320"/>
            <ac:spMk id="22" creationId="{245CF0A5-E610-7473-0A63-3DF1E78C1C30}"/>
          </ac:spMkLst>
        </pc:spChg>
        <pc:spChg chg="mod">
          <ac:chgData name="Phan Thanh Duy" userId="7fe205da-551d-4fae-b045-58d66fb40073" providerId="ADAL" clId="{A441D81C-AEF8-464D-902E-B6449B34371D}" dt="2026-10-06T06:42:12.461" v="1826" actId="1076"/>
          <ac:spMkLst>
            <pc:docMk/>
            <pc:sldMk cId="2251343422" sldId="320"/>
            <ac:spMk id="26" creationId="{4D157BEA-18BF-3CFC-69DE-07F4EDBBC54D}"/>
          </ac:spMkLst>
        </pc:spChg>
        <pc:spChg chg="add del mod">
          <ac:chgData name="Phan Thanh Duy" userId="7fe205da-551d-4fae-b045-58d66fb40073" providerId="ADAL" clId="{A441D81C-AEF8-464D-902E-B6449B34371D}" dt="2026-10-06T07:01:05.968" v="1920" actId="478"/>
          <ac:spMkLst>
            <pc:docMk/>
            <pc:sldMk cId="2251343422" sldId="320"/>
            <ac:spMk id="1033" creationId="{FD1BAD1C-4844-508E-30FA-3A2CA6DB8855}"/>
          </ac:spMkLst>
        </pc:spChg>
        <pc:spChg chg="add mod ord">
          <ac:chgData name="Phan Thanh Duy" userId="7fe205da-551d-4fae-b045-58d66fb40073" providerId="ADAL" clId="{A441D81C-AEF8-464D-902E-B6449B34371D}" dt="2026-10-06T06:59:22.072" v="1902" actId="14100"/>
          <ac:spMkLst>
            <pc:docMk/>
            <pc:sldMk cId="2251343422" sldId="320"/>
            <ac:spMk id="1035" creationId="{2C3C9BFC-E239-0BFE-F44C-DE900A9FFDF2}"/>
          </ac:spMkLst>
        </pc:spChg>
        <pc:spChg chg="add del mod">
          <ac:chgData name="Phan Thanh Duy" userId="7fe205da-551d-4fae-b045-58d66fb40073" providerId="ADAL" clId="{A441D81C-AEF8-464D-902E-B6449B34371D}" dt="2026-10-06T07:00:50.106" v="1917" actId="478"/>
          <ac:spMkLst>
            <pc:docMk/>
            <pc:sldMk cId="2251343422" sldId="320"/>
            <ac:spMk id="1037" creationId="{EB0721F3-2420-1DF6-08D0-C7F6E62987BA}"/>
          </ac:spMkLst>
        </pc:spChg>
        <pc:spChg chg="add mod">
          <ac:chgData name="Phan Thanh Duy" userId="7fe205da-551d-4fae-b045-58d66fb40073" providerId="ADAL" clId="{A441D81C-AEF8-464D-902E-B6449B34371D}" dt="2026-10-06T07:00:48.687" v="1914" actId="1076"/>
          <ac:spMkLst>
            <pc:docMk/>
            <pc:sldMk cId="2251343422" sldId="320"/>
            <ac:spMk id="1038" creationId="{7A723AFA-E8DB-7601-DFD1-9E21A3460746}"/>
          </ac:spMkLst>
        </pc:spChg>
        <pc:spChg chg="add mod">
          <ac:chgData name="Phan Thanh Duy" userId="7fe205da-551d-4fae-b045-58d66fb40073" providerId="ADAL" clId="{A441D81C-AEF8-464D-902E-B6449B34371D}" dt="2026-10-06T07:00:49.373" v="1916"/>
          <ac:spMkLst>
            <pc:docMk/>
            <pc:sldMk cId="2251343422" sldId="320"/>
            <ac:spMk id="1040" creationId="{0AB0D16F-F658-FFB1-0B1B-9FAE19B3B07A}"/>
          </ac:spMkLst>
        </pc:spChg>
        <pc:spChg chg="add mod">
          <ac:chgData name="Phan Thanh Duy" userId="7fe205da-551d-4fae-b045-58d66fb40073" providerId="ADAL" clId="{A441D81C-AEF8-464D-902E-B6449B34371D}" dt="2026-10-06T07:00:48.687" v="1914" actId="1076"/>
          <ac:spMkLst>
            <pc:docMk/>
            <pc:sldMk cId="2251343422" sldId="320"/>
            <ac:spMk id="1041" creationId="{32D26E0B-8950-6CC2-2491-75F7B207A8A0}"/>
          </ac:spMkLst>
        </pc:spChg>
        <pc:picChg chg="mod">
          <ac:chgData name="Phan Thanh Duy" userId="7fe205da-551d-4fae-b045-58d66fb40073" providerId="ADAL" clId="{A441D81C-AEF8-464D-902E-B6449B34371D}" dt="2026-10-06T06:56:57.896" v="1876" actId="1076"/>
          <ac:picMkLst>
            <pc:docMk/>
            <pc:sldMk cId="2251343422" sldId="320"/>
            <ac:picMk id="20" creationId="{78FA93D2-854F-8475-5720-9891B27702E9}"/>
          </ac:picMkLst>
        </pc:picChg>
        <pc:cxnChg chg="mod">
          <ac:chgData name="Phan Thanh Duy" userId="7fe205da-551d-4fae-b045-58d66fb40073" providerId="ADAL" clId="{A441D81C-AEF8-464D-902E-B6449B34371D}" dt="2026-10-06T06:42:12.461" v="1826" actId="1076"/>
          <ac:cxnSpMkLst>
            <pc:docMk/>
            <pc:sldMk cId="2251343422" sldId="320"/>
            <ac:cxnSpMk id="7" creationId="{60897FDA-3572-564B-D677-3D0DDE5C9D16}"/>
          </ac:cxnSpMkLst>
        </pc:cxnChg>
        <pc:cxnChg chg="mod">
          <ac:chgData name="Phan Thanh Duy" userId="7fe205da-551d-4fae-b045-58d66fb40073" providerId="ADAL" clId="{A441D81C-AEF8-464D-902E-B6449B34371D}" dt="2026-10-06T06:42:12.461" v="1826" actId="1076"/>
          <ac:cxnSpMkLst>
            <pc:docMk/>
            <pc:sldMk cId="2251343422" sldId="320"/>
            <ac:cxnSpMk id="11" creationId="{666838D1-9592-9E8B-3A4B-119ADA16D25A}"/>
          </ac:cxnSpMkLst>
        </pc:cxnChg>
        <pc:cxnChg chg="add mod">
          <ac:chgData name="Phan Thanh Duy" userId="7fe205da-551d-4fae-b045-58d66fb40073" providerId="ADAL" clId="{A441D81C-AEF8-464D-902E-B6449B34371D}" dt="2026-10-06T06:48:32.455" v="1849" actId="962"/>
          <ac:cxnSpMkLst>
            <pc:docMk/>
            <pc:sldMk cId="2251343422" sldId="320"/>
            <ac:cxnSpMk id="13" creationId="{F7C817CB-BD85-418D-5332-988B4C35E4F9}"/>
          </ac:cxnSpMkLst>
        </pc:cxnChg>
        <pc:cxnChg chg="add mod">
          <ac:chgData name="Phan Thanh Duy" userId="7fe205da-551d-4fae-b045-58d66fb40073" providerId="ADAL" clId="{A441D81C-AEF8-464D-902E-B6449B34371D}" dt="2026-10-06T06:41:54.196" v="1823" actId="1076"/>
          <ac:cxnSpMkLst>
            <pc:docMk/>
            <pc:sldMk cId="2251343422" sldId="320"/>
            <ac:cxnSpMk id="14" creationId="{55B3CBC7-451D-237E-528B-47F808998BEE}"/>
          </ac:cxnSpMkLst>
        </pc:cxnChg>
        <pc:cxnChg chg="del mod">
          <ac:chgData name="Phan Thanh Duy" userId="7fe205da-551d-4fae-b045-58d66fb40073" providerId="ADAL" clId="{A441D81C-AEF8-464D-902E-B6449B34371D}" dt="2026-10-06T06:41:19.468" v="1819" actId="478"/>
          <ac:cxnSpMkLst>
            <pc:docMk/>
            <pc:sldMk cId="2251343422" sldId="320"/>
            <ac:cxnSpMk id="24" creationId="{ECAA6740-94E0-AAD9-5E15-865589D77FB6}"/>
          </ac:cxnSpMkLst>
        </pc:cxnChg>
        <pc:cxnChg chg="mod">
          <ac:chgData name="Phan Thanh Duy" userId="7fe205da-551d-4fae-b045-58d66fb40073" providerId="ADAL" clId="{A441D81C-AEF8-464D-902E-B6449B34371D}" dt="2026-10-06T06:42:12.461" v="1826" actId="1076"/>
          <ac:cxnSpMkLst>
            <pc:docMk/>
            <pc:sldMk cId="2251343422" sldId="320"/>
            <ac:cxnSpMk id="27" creationId="{B9B8162B-3576-75A5-95A5-1AA860741F2E}"/>
          </ac:cxnSpMkLst>
        </pc:cxnChg>
        <pc:cxnChg chg="del mod">
          <ac:chgData name="Phan Thanh Duy" userId="7fe205da-551d-4fae-b045-58d66fb40073" providerId="ADAL" clId="{A441D81C-AEF8-464D-902E-B6449B34371D}" dt="2026-10-06T06:42:15.531" v="1827" actId="478"/>
          <ac:cxnSpMkLst>
            <pc:docMk/>
            <pc:sldMk cId="2251343422" sldId="320"/>
            <ac:cxnSpMk id="29" creationId="{10B856BD-7082-8F8D-CBEB-2FB92C695F08}"/>
          </ac:cxnSpMkLst>
        </pc:cxnChg>
        <pc:cxnChg chg="add mod">
          <ac:chgData name="Phan Thanh Duy" userId="7fe205da-551d-4fae-b045-58d66fb40073" providerId="ADAL" clId="{A441D81C-AEF8-464D-902E-B6449B34371D}" dt="2026-10-06T06:57:28.237" v="1889" actId="14100"/>
          <ac:cxnSpMkLst>
            <pc:docMk/>
            <pc:sldMk cId="2251343422" sldId="320"/>
            <ac:cxnSpMk id="30" creationId="{7EA4A336-B849-8556-8C33-2B3E961926CA}"/>
          </ac:cxnSpMkLst>
        </pc:cxnChg>
        <pc:cxnChg chg="mod">
          <ac:chgData name="Phan Thanh Duy" userId="7fe205da-551d-4fae-b045-58d66fb40073" providerId="ADAL" clId="{A441D81C-AEF8-464D-902E-B6449B34371D}" dt="2026-10-06T06:57:08.981" v="1880" actId="14100"/>
          <ac:cxnSpMkLst>
            <pc:docMk/>
            <pc:sldMk cId="2251343422" sldId="320"/>
            <ac:cxnSpMk id="1025" creationId="{020CC4BF-5B77-3B42-A61A-3BC1437CCCA2}"/>
          </ac:cxnSpMkLst>
        </pc:cxnChg>
        <pc:cxnChg chg="add mod">
          <ac:chgData name="Phan Thanh Duy" userId="7fe205da-551d-4fae-b045-58d66fb40073" providerId="ADAL" clId="{A441D81C-AEF8-464D-902E-B6449B34371D}" dt="2026-10-06T06:57:34.901" v="1891" actId="1076"/>
          <ac:cxnSpMkLst>
            <pc:docMk/>
            <pc:sldMk cId="2251343422" sldId="320"/>
            <ac:cxnSpMk id="1031" creationId="{2BFEAD1F-F2D0-1017-FD2E-1AC060339A4B}"/>
          </ac:cxnSpMkLst>
        </pc:cxnChg>
        <pc:cxnChg chg="add mod">
          <ac:chgData name="Phan Thanh Duy" userId="7fe205da-551d-4fae-b045-58d66fb40073" providerId="ADAL" clId="{A441D81C-AEF8-464D-902E-B6449B34371D}" dt="2026-10-06T06:57:38.983" v="1893" actId="1076"/>
          <ac:cxnSpMkLst>
            <pc:docMk/>
            <pc:sldMk cId="2251343422" sldId="320"/>
            <ac:cxnSpMk id="1032" creationId="{1EA8E95F-58F7-9306-9ABF-E5DA1B078B75}"/>
          </ac:cxnSpMkLst>
        </pc:cxnChg>
      </pc:sldChg>
      <pc:sldChg chg="addSp delSp modSp add mod modTransition modAnim">
        <pc:chgData name="Phan Thanh Duy" userId="7fe205da-551d-4fae-b045-58d66fb40073" providerId="ADAL" clId="{A441D81C-AEF8-464D-902E-B6449B34371D}" dt="2026-10-06T07:02:43.029" v="1921" actId="478"/>
        <pc:sldMkLst>
          <pc:docMk/>
          <pc:sldMk cId="2365168681" sldId="321"/>
        </pc:sldMkLst>
        <pc:spChg chg="add">
          <ac:chgData name="Phan Thanh Duy" userId="7fe205da-551d-4fae-b045-58d66fb40073" providerId="ADAL" clId="{A441D81C-AEF8-464D-902E-B6449B34371D}" dt="2026-10-06T06:44:43.783" v="1841" actId="22"/>
          <ac:spMkLst>
            <pc:docMk/>
            <pc:sldMk cId="2365168681" sldId="321"/>
            <ac:spMk id="3" creationId="{9F6DEF1A-5F50-578D-AFD0-6826753391AC}"/>
          </ac:spMkLst>
        </pc:spChg>
        <pc:spChg chg="add mod">
          <ac:chgData name="Phan Thanh Duy" userId="7fe205da-551d-4fae-b045-58d66fb40073" providerId="ADAL" clId="{A441D81C-AEF8-464D-902E-B6449B34371D}" dt="2026-10-06T06:45:20.850" v="1842"/>
          <ac:spMkLst>
            <pc:docMk/>
            <pc:sldMk cId="2365168681" sldId="321"/>
            <ac:spMk id="5" creationId="{C975EDB1-1BA5-495D-8EAE-A6E7606F799D}"/>
          </ac:spMkLst>
        </pc:spChg>
        <pc:spChg chg="del">
          <ac:chgData name="Phan Thanh Duy" userId="7fe205da-551d-4fae-b045-58d66fb40073" providerId="ADAL" clId="{A441D81C-AEF8-464D-902E-B6449B34371D}" dt="2026-10-06T06:45:28.681" v="1844" actId="478"/>
          <ac:spMkLst>
            <pc:docMk/>
            <pc:sldMk cId="2365168681" sldId="321"/>
            <ac:spMk id="17" creationId="{4F1BBFE1-2124-6D30-051B-24DEEAE52E1D}"/>
          </ac:spMkLst>
        </pc:spChg>
        <pc:spChg chg="del">
          <ac:chgData name="Phan Thanh Duy" userId="7fe205da-551d-4fae-b045-58d66fb40073" providerId="ADAL" clId="{A441D81C-AEF8-464D-902E-B6449B34371D}" dt="2026-10-06T06:45:28.681" v="1844" actId="478"/>
          <ac:spMkLst>
            <pc:docMk/>
            <pc:sldMk cId="2365168681" sldId="321"/>
            <ac:spMk id="22" creationId="{9E3D067C-AB05-6E25-1D76-18A1BB7BFBBC}"/>
          </ac:spMkLst>
        </pc:spChg>
        <pc:picChg chg="del">
          <ac:chgData name="Phan Thanh Duy" userId="7fe205da-551d-4fae-b045-58d66fb40073" providerId="ADAL" clId="{A441D81C-AEF8-464D-902E-B6449B34371D}" dt="2026-10-06T06:45:25.922" v="1843" actId="478"/>
          <ac:picMkLst>
            <pc:docMk/>
            <pc:sldMk cId="2365168681" sldId="321"/>
            <ac:picMk id="20" creationId="{FC14E014-9857-C951-C332-954A6F83CF99}"/>
          </ac:picMkLst>
        </pc:picChg>
        <pc:cxnChg chg="add mod">
          <ac:chgData name="Phan Thanh Duy" userId="7fe205da-551d-4fae-b045-58d66fb40073" providerId="ADAL" clId="{A441D81C-AEF8-464D-902E-B6449B34371D}" dt="2026-10-06T06:45:20.850" v="1842"/>
          <ac:cxnSpMkLst>
            <pc:docMk/>
            <pc:sldMk cId="2365168681" sldId="321"/>
            <ac:cxnSpMk id="8" creationId="{87DA8B5F-573F-5E6E-6BF8-ECAECDA9593B}"/>
          </ac:cxnSpMkLst>
        </pc:cxnChg>
        <pc:cxnChg chg="del mod">
          <ac:chgData name="Phan Thanh Duy" userId="7fe205da-551d-4fae-b045-58d66fb40073" providerId="ADAL" clId="{A441D81C-AEF8-464D-902E-B6449B34371D}" dt="2026-10-06T06:45:28.681" v="1844" actId="478"/>
          <ac:cxnSpMkLst>
            <pc:docMk/>
            <pc:sldMk cId="2365168681" sldId="321"/>
            <ac:cxnSpMk id="24" creationId="{44270E91-722F-A492-F862-C160B8B34362}"/>
          </ac:cxnSpMkLst>
        </pc:cxnChg>
        <pc:cxnChg chg="del">
          <ac:chgData name="Phan Thanh Duy" userId="7fe205da-551d-4fae-b045-58d66fb40073" providerId="ADAL" clId="{A441D81C-AEF8-464D-902E-B6449B34371D}" dt="2026-10-06T07:02:43.029" v="1921" actId="478"/>
          <ac:cxnSpMkLst>
            <pc:docMk/>
            <pc:sldMk cId="2365168681" sldId="321"/>
            <ac:cxnSpMk id="29" creationId="{8AAA0C99-4964-3E3E-BC04-7D7DB7706921}"/>
          </ac:cxnSpMkLst>
        </pc:cxnChg>
        <pc:cxnChg chg="del">
          <ac:chgData name="Phan Thanh Duy" userId="7fe205da-551d-4fae-b045-58d66fb40073" providerId="ADAL" clId="{A441D81C-AEF8-464D-902E-B6449B34371D}" dt="2026-10-06T07:02:43.029" v="1921" actId="478"/>
          <ac:cxnSpMkLst>
            <pc:docMk/>
            <pc:sldMk cId="2365168681" sldId="321"/>
            <ac:cxnSpMk id="1025" creationId="{E5C6E8C5-9D0A-0907-74D8-8C657BFD0BFD}"/>
          </ac:cxnSpMkLst>
        </pc:cxnChg>
      </pc:sldChg>
      <pc:sldChg chg="addSp delSp modSp add mod addAnim delAnim modAnim">
        <pc:chgData name="Phan Thanh Duy" userId="7fe205da-551d-4fae-b045-58d66fb40073" providerId="ADAL" clId="{A441D81C-AEF8-464D-902E-B6449B34371D}" dt="2026-10-06T07:19:50.573" v="2126" actId="962"/>
        <pc:sldMkLst>
          <pc:docMk/>
          <pc:sldMk cId="1646853774" sldId="322"/>
        </pc:sldMkLst>
        <pc:spChg chg="add mod">
          <ac:chgData name="Phan Thanh Duy" userId="7fe205da-551d-4fae-b045-58d66fb40073" providerId="ADAL" clId="{A441D81C-AEF8-464D-902E-B6449B34371D}" dt="2026-10-06T07:03:28.944" v="1923"/>
          <ac:spMkLst>
            <pc:docMk/>
            <pc:sldMk cId="1646853774" sldId="322"/>
            <ac:spMk id="2" creationId="{AD31A267-7BF5-88B0-13B1-926F40706709}"/>
          </ac:spMkLst>
        </pc:spChg>
        <pc:spChg chg="add mod">
          <ac:chgData name="Phan Thanh Duy" userId="7fe205da-551d-4fae-b045-58d66fb40073" providerId="ADAL" clId="{A441D81C-AEF8-464D-902E-B6449B34371D}" dt="2026-10-06T07:03:28.944" v="1923"/>
          <ac:spMkLst>
            <pc:docMk/>
            <pc:sldMk cId="1646853774" sldId="322"/>
            <ac:spMk id="3" creationId="{82A8D86E-381D-1ECF-A0B8-A2A295BF4667}"/>
          </ac:spMkLst>
        </pc:spChg>
        <pc:spChg chg="add mod">
          <ac:chgData name="Phan Thanh Duy" userId="7fe205da-551d-4fae-b045-58d66fb40073" providerId="ADAL" clId="{A441D81C-AEF8-464D-902E-B6449B34371D}" dt="2026-10-06T07:03:28.944" v="1923"/>
          <ac:spMkLst>
            <pc:docMk/>
            <pc:sldMk cId="1646853774" sldId="322"/>
            <ac:spMk id="5" creationId="{B3F1E6B9-11A9-DB21-26BF-E0FE86508405}"/>
          </ac:spMkLst>
        </pc:spChg>
        <pc:spChg chg="mod">
          <ac:chgData name="Phan Thanh Duy" userId="7fe205da-551d-4fae-b045-58d66fb40073" providerId="ADAL" clId="{A441D81C-AEF8-464D-902E-B6449B34371D}" dt="2026-10-06T07:17:30.096" v="2113" actId="1076"/>
          <ac:spMkLst>
            <pc:docMk/>
            <pc:sldMk cId="1646853774" sldId="322"/>
            <ac:spMk id="12" creationId="{85D227AD-0276-03B1-A4BA-024840CF2676}"/>
          </ac:spMkLst>
        </pc:spChg>
        <pc:spChg chg="add mod">
          <ac:chgData name="Phan Thanh Duy" userId="7fe205da-551d-4fae-b045-58d66fb40073" providerId="ADAL" clId="{A441D81C-AEF8-464D-902E-B6449B34371D}" dt="2026-10-06T07:17:29.472" v="2112" actId="14100"/>
          <ac:spMkLst>
            <pc:docMk/>
            <pc:sldMk cId="1646853774" sldId="322"/>
            <ac:spMk id="16" creationId="{102B88ED-5095-5475-AD75-CC9BE08836E8}"/>
          </ac:spMkLst>
        </pc:spChg>
        <pc:spChg chg="del">
          <ac:chgData name="Phan Thanh Duy" userId="7fe205da-551d-4fae-b045-58d66fb40073" providerId="ADAL" clId="{A441D81C-AEF8-464D-902E-B6449B34371D}" dt="2026-10-06T07:03:43.579" v="1926" actId="478"/>
          <ac:spMkLst>
            <pc:docMk/>
            <pc:sldMk cId="1646853774" sldId="322"/>
            <ac:spMk id="19" creationId="{3D5EA274-011D-871C-37E9-85F338B81A78}"/>
          </ac:spMkLst>
        </pc:spChg>
        <pc:spChg chg="add mod">
          <ac:chgData name="Phan Thanh Duy" userId="7fe205da-551d-4fae-b045-58d66fb40073" providerId="ADAL" clId="{A441D81C-AEF8-464D-902E-B6449B34371D}" dt="2026-10-06T07:08:37.778" v="2030" actId="1076"/>
          <ac:spMkLst>
            <pc:docMk/>
            <pc:sldMk cId="1646853774" sldId="322"/>
            <ac:spMk id="22" creationId="{A4AD9DB4-273C-265E-6D3F-E564647AA013}"/>
          </ac:spMkLst>
        </pc:spChg>
        <pc:spChg chg="add mod">
          <ac:chgData name="Phan Thanh Duy" userId="7fe205da-551d-4fae-b045-58d66fb40073" providerId="ADAL" clId="{A441D81C-AEF8-464D-902E-B6449B34371D}" dt="2026-10-06T07:08:18.659" v="2027" actId="14100"/>
          <ac:spMkLst>
            <pc:docMk/>
            <pc:sldMk cId="1646853774" sldId="322"/>
            <ac:spMk id="29" creationId="{A753BF58-633F-677C-0762-D4D89E4D85D6}"/>
          </ac:spMkLst>
        </pc:spChg>
        <pc:spChg chg="mod">
          <ac:chgData name="Phan Thanh Duy" userId="7fe205da-551d-4fae-b045-58d66fb40073" providerId="ADAL" clId="{A441D81C-AEF8-464D-902E-B6449B34371D}" dt="2026-10-06T07:08:27.058" v="2029" actId="14100"/>
          <ac:spMkLst>
            <pc:docMk/>
            <pc:sldMk cId="1646853774" sldId="322"/>
            <ac:spMk id="1035" creationId="{E2A07D6D-62F8-2E01-9F2D-C312263126E0}"/>
          </ac:spMkLst>
        </pc:spChg>
        <pc:cxnChg chg="mod">
          <ac:chgData name="Phan Thanh Duy" userId="7fe205da-551d-4fae-b045-58d66fb40073" providerId="ADAL" clId="{A441D81C-AEF8-464D-902E-B6449B34371D}" dt="2026-10-06T07:19:50.573" v="2126" actId="962"/>
          <ac:cxnSpMkLst>
            <pc:docMk/>
            <pc:sldMk cId="1646853774" sldId="322"/>
            <ac:cxnSpMk id="7" creationId="{DF64C152-3D2A-F452-6AD0-CF83DA13C5D3}"/>
          </ac:cxnSpMkLst>
        </pc:cxnChg>
        <pc:cxnChg chg="mod">
          <ac:chgData name="Phan Thanh Duy" userId="7fe205da-551d-4fae-b045-58d66fb40073" providerId="ADAL" clId="{A441D81C-AEF8-464D-902E-B6449B34371D}" dt="2026-10-06T07:19:29.904" v="2121" actId="962"/>
          <ac:cxnSpMkLst>
            <pc:docMk/>
            <pc:sldMk cId="1646853774" sldId="322"/>
            <ac:cxnSpMk id="10" creationId="{E68F4B88-88A1-CE16-9A75-4116239CA1F5}"/>
          </ac:cxnSpMkLst>
        </pc:cxnChg>
        <pc:cxnChg chg="mod">
          <ac:chgData name="Phan Thanh Duy" userId="7fe205da-551d-4fae-b045-58d66fb40073" providerId="ADAL" clId="{A441D81C-AEF8-464D-902E-B6449B34371D}" dt="2026-10-06T07:19:25.642" v="2120" actId="962"/>
          <ac:cxnSpMkLst>
            <pc:docMk/>
            <pc:sldMk cId="1646853774" sldId="322"/>
            <ac:cxnSpMk id="13" creationId="{84B6D5D4-0048-415D-AC76-76402F1D571C}"/>
          </ac:cxnSpMkLst>
        </pc:cxnChg>
        <pc:cxnChg chg="mod">
          <ac:chgData name="Phan Thanh Duy" userId="7fe205da-551d-4fae-b045-58d66fb40073" providerId="ADAL" clId="{A441D81C-AEF8-464D-902E-B6449B34371D}" dt="2026-10-06T07:18:37.794" v="2115" actId="962"/>
          <ac:cxnSpMkLst>
            <pc:docMk/>
            <pc:sldMk cId="1646853774" sldId="322"/>
            <ac:cxnSpMk id="14" creationId="{8DD7EF70-58FA-AFB8-C06E-B2F5C839350C}"/>
          </ac:cxnSpMkLst>
        </pc:cxnChg>
        <pc:cxnChg chg="add mod">
          <ac:chgData name="Phan Thanh Duy" userId="7fe205da-551d-4fae-b045-58d66fb40073" providerId="ADAL" clId="{A441D81C-AEF8-464D-902E-B6449B34371D}" dt="2026-10-06T07:18:54.541" v="2117" actId="962"/>
          <ac:cxnSpMkLst>
            <pc:docMk/>
            <pc:sldMk cId="1646853774" sldId="322"/>
            <ac:cxnSpMk id="17" creationId="{0EB65A74-27FE-6A28-8A10-DFC7572A4B79}"/>
          </ac:cxnSpMkLst>
        </pc:cxnChg>
        <pc:cxnChg chg="del">
          <ac:chgData name="Phan Thanh Duy" userId="7fe205da-551d-4fae-b045-58d66fb40073" providerId="ADAL" clId="{A441D81C-AEF8-464D-902E-B6449B34371D}" dt="2026-10-06T07:04:36.243" v="1935" actId="478"/>
          <ac:cxnSpMkLst>
            <pc:docMk/>
            <pc:sldMk cId="1646853774" sldId="322"/>
            <ac:cxnSpMk id="30" creationId="{0EB3EA57-2C4B-1A87-74AB-1EB9B53F6FC9}"/>
          </ac:cxnSpMkLst>
        </pc:cxnChg>
        <pc:cxnChg chg="mod">
          <ac:chgData name="Phan Thanh Duy" userId="7fe205da-551d-4fae-b045-58d66fb40073" providerId="ADAL" clId="{A441D81C-AEF8-464D-902E-B6449B34371D}" dt="2026-10-06T07:04:34.693" v="1934" actId="1076"/>
          <ac:cxnSpMkLst>
            <pc:docMk/>
            <pc:sldMk cId="1646853774" sldId="322"/>
            <ac:cxnSpMk id="1025" creationId="{8B426C2B-A673-E0CA-CAEC-99304FC42965}"/>
          </ac:cxnSpMkLst>
        </pc:cxnChg>
        <pc:cxnChg chg="del">
          <ac:chgData name="Phan Thanh Duy" userId="7fe205da-551d-4fae-b045-58d66fb40073" providerId="ADAL" clId="{A441D81C-AEF8-464D-902E-B6449B34371D}" dt="2026-10-06T07:04:39.315" v="1936" actId="478"/>
          <ac:cxnSpMkLst>
            <pc:docMk/>
            <pc:sldMk cId="1646853774" sldId="322"/>
            <ac:cxnSpMk id="1031" creationId="{DDA18A0A-A42F-2671-5633-9CD5960B86CA}"/>
          </ac:cxnSpMkLst>
        </pc:cxnChg>
        <pc:cxnChg chg="mod">
          <ac:chgData name="Phan Thanh Duy" userId="7fe205da-551d-4fae-b045-58d66fb40073" providerId="ADAL" clId="{A441D81C-AEF8-464D-902E-B6449B34371D}" dt="2026-10-06T07:04:46.930" v="1939" actId="14100"/>
          <ac:cxnSpMkLst>
            <pc:docMk/>
            <pc:sldMk cId="1646853774" sldId="322"/>
            <ac:cxnSpMk id="1032" creationId="{9E5DB5EB-C5DC-BB63-1FD8-C07006D4626C}"/>
          </ac:cxnSpMkLst>
        </pc:cxnChg>
      </pc:sldChg>
      <pc:sldChg chg="add del">
        <pc:chgData name="Phan Thanh Duy" userId="7fe205da-551d-4fae-b045-58d66fb40073" providerId="ADAL" clId="{A441D81C-AEF8-464D-902E-B6449B34371D}" dt="2026-10-06T06:44:41.228" v="1840"/>
        <pc:sldMkLst>
          <pc:docMk/>
          <pc:sldMk cId="1920517127" sldId="322"/>
        </pc:sldMkLst>
      </pc:sldChg>
      <pc:sldChg chg="addSp delSp modSp add mod modTransition modAnim">
        <pc:chgData name="Phan Thanh Duy" userId="7fe205da-551d-4fae-b045-58d66fb40073" providerId="ADAL" clId="{A441D81C-AEF8-464D-902E-B6449B34371D}" dt="2026-10-06T07:37:59.367" v="2247"/>
        <pc:sldMkLst>
          <pc:docMk/>
          <pc:sldMk cId="2439464774" sldId="323"/>
        </pc:sldMkLst>
        <pc:spChg chg="add mod">
          <ac:chgData name="Phan Thanh Duy" userId="7fe205da-551d-4fae-b045-58d66fb40073" providerId="ADAL" clId="{A441D81C-AEF8-464D-902E-B6449B34371D}" dt="2026-10-06T07:22:47.908" v="2137" actId="14100"/>
          <ac:spMkLst>
            <pc:docMk/>
            <pc:sldMk cId="2439464774" sldId="323"/>
            <ac:spMk id="3" creationId="{AED2C872-E2A2-0AD0-B2F2-77B48CE3CB78}"/>
          </ac:spMkLst>
        </pc:spChg>
        <pc:spChg chg="add mod">
          <ac:chgData name="Phan Thanh Duy" userId="7fe205da-551d-4fae-b045-58d66fb40073" providerId="ADAL" clId="{A441D81C-AEF8-464D-902E-B6449B34371D}" dt="2026-10-06T07:23:31.772" v="2147" actId="1076"/>
          <ac:spMkLst>
            <pc:docMk/>
            <pc:sldMk cId="2439464774" sldId="323"/>
            <ac:spMk id="19" creationId="{FDA71ACE-50D9-D7A0-F084-09496F56493F}"/>
          </ac:spMkLst>
        </pc:spChg>
        <pc:spChg chg="del">
          <ac:chgData name="Phan Thanh Duy" userId="7fe205da-551d-4fae-b045-58d66fb40073" providerId="ADAL" clId="{A441D81C-AEF8-464D-902E-B6449B34371D}" dt="2026-10-06T07:24:51.264" v="2164" actId="478"/>
          <ac:spMkLst>
            <pc:docMk/>
            <pc:sldMk cId="2439464774" sldId="323"/>
            <ac:spMk id="22" creationId="{1FDFCC22-1B40-44B4-E768-7696C0D4E314}"/>
          </ac:spMkLst>
        </pc:spChg>
        <pc:spChg chg="del">
          <ac:chgData name="Phan Thanh Duy" userId="7fe205da-551d-4fae-b045-58d66fb40073" providerId="ADAL" clId="{A441D81C-AEF8-464D-902E-B6449B34371D}" dt="2026-10-06T07:24:55.473" v="2165" actId="478"/>
          <ac:spMkLst>
            <pc:docMk/>
            <pc:sldMk cId="2439464774" sldId="323"/>
            <ac:spMk id="29" creationId="{3F2D1A4C-43EC-BF8A-56A7-9143B0F258CE}"/>
          </ac:spMkLst>
        </pc:spChg>
        <pc:spChg chg="add mod">
          <ac:chgData name="Phan Thanh Duy" userId="7fe205da-551d-4fae-b045-58d66fb40073" providerId="ADAL" clId="{A441D81C-AEF8-464D-902E-B6449B34371D}" dt="2026-10-06T07:24:34.188" v="2163" actId="1076"/>
          <ac:spMkLst>
            <pc:docMk/>
            <pc:sldMk cId="2439464774" sldId="323"/>
            <ac:spMk id="1026" creationId="{B2754B4E-C1EF-A262-EADB-D311C2E0045E}"/>
          </ac:spMkLst>
        </pc:spChg>
        <pc:spChg chg="del">
          <ac:chgData name="Phan Thanh Duy" userId="7fe205da-551d-4fae-b045-58d66fb40073" providerId="ADAL" clId="{A441D81C-AEF8-464D-902E-B6449B34371D}" dt="2026-10-06T07:24:57.581" v="2166" actId="478"/>
          <ac:spMkLst>
            <pc:docMk/>
            <pc:sldMk cId="2439464774" sldId="323"/>
            <ac:spMk id="1035" creationId="{2250ADB3-753F-24EE-6229-53181F0E97A2}"/>
          </ac:spMkLst>
        </pc:spChg>
        <pc:picChg chg="del">
          <ac:chgData name="Phan Thanh Duy" userId="7fe205da-551d-4fae-b045-58d66fb40073" providerId="ADAL" clId="{A441D81C-AEF8-464D-902E-B6449B34371D}" dt="2026-10-06T07:24:55.473" v="2165" actId="478"/>
          <ac:picMkLst>
            <pc:docMk/>
            <pc:sldMk cId="2439464774" sldId="323"/>
            <ac:picMk id="20" creationId="{959CEB23-6646-2954-5E19-8C4FD57E9911}"/>
          </ac:picMkLst>
        </pc:picChg>
        <pc:cxnChg chg="mod">
          <ac:chgData name="Phan Thanh Duy" userId="7fe205da-551d-4fae-b045-58d66fb40073" providerId="ADAL" clId="{A441D81C-AEF8-464D-902E-B6449B34371D}" dt="2026-10-06T07:22:47.908" v="2137" actId="14100"/>
          <ac:cxnSpMkLst>
            <pc:docMk/>
            <pc:sldMk cId="2439464774" sldId="323"/>
            <ac:cxnSpMk id="17" creationId="{9623D83E-E102-DB53-2F38-28EAC8CA6A62}"/>
          </ac:cxnSpMkLst>
        </pc:cxnChg>
        <pc:cxnChg chg="add mod">
          <ac:chgData name="Phan Thanh Duy" userId="7fe205da-551d-4fae-b045-58d66fb40073" providerId="ADAL" clId="{A441D81C-AEF8-464D-902E-B6449B34371D}" dt="2026-10-06T07:23:31.772" v="2147" actId="1076"/>
          <ac:cxnSpMkLst>
            <pc:docMk/>
            <pc:sldMk cId="2439464774" sldId="323"/>
            <ac:cxnSpMk id="21" creationId="{9165CEA1-BDB1-4BBF-334F-9E143A51B8E4}"/>
          </ac:cxnSpMkLst>
        </pc:cxnChg>
        <pc:cxnChg chg="add mod">
          <ac:chgData name="Phan Thanh Duy" userId="7fe205da-551d-4fae-b045-58d66fb40073" providerId="ADAL" clId="{A441D81C-AEF8-464D-902E-B6449B34371D}" dt="2026-10-06T07:24:34.188" v="2163" actId="1076"/>
          <ac:cxnSpMkLst>
            <pc:docMk/>
            <pc:sldMk cId="2439464774" sldId="323"/>
            <ac:cxnSpMk id="1027" creationId="{9ADCA3AD-F7C5-E768-AD9D-3D2A13A51B0D}"/>
          </ac:cxnSpMkLst>
        </pc:cxnChg>
        <pc:cxnChg chg="del">
          <ac:chgData name="Phan Thanh Duy" userId="7fe205da-551d-4fae-b045-58d66fb40073" providerId="ADAL" clId="{A441D81C-AEF8-464D-902E-B6449B34371D}" dt="2026-10-06T07:24:57.581" v="2166" actId="478"/>
          <ac:cxnSpMkLst>
            <pc:docMk/>
            <pc:sldMk cId="2439464774" sldId="323"/>
            <ac:cxnSpMk id="1032" creationId="{C91F8190-1567-E835-1CBE-01F69554ABFF}"/>
          </ac:cxnSpMkLst>
        </pc:cxnChg>
      </pc:sldChg>
      <pc:sldChg chg="modSp add mod ord modTransition">
        <pc:chgData name="Phan Thanh Duy" userId="7fe205da-551d-4fae-b045-58d66fb40073" providerId="ADAL" clId="{A441D81C-AEF8-464D-902E-B6449B34371D}" dt="2026-10-06T08:17:10.770" v="2559"/>
        <pc:sldMkLst>
          <pc:docMk/>
          <pc:sldMk cId="3965440558" sldId="324"/>
        </pc:sldMkLst>
        <pc:spChg chg="mod">
          <ac:chgData name="Phan Thanh Duy" userId="7fe205da-551d-4fae-b045-58d66fb40073" providerId="ADAL" clId="{A441D81C-AEF8-464D-902E-B6449B34371D}" dt="2026-10-06T07:30:50.235" v="2239" actId="1076"/>
          <ac:spMkLst>
            <pc:docMk/>
            <pc:sldMk cId="3965440558" sldId="324"/>
            <ac:spMk id="1026" creationId="{8BADA2A0-7A0B-DC9D-85EE-47F44C053F1C}"/>
          </ac:spMkLst>
        </pc:spChg>
        <pc:spChg chg="mod">
          <ac:chgData name="Phan Thanh Duy" userId="7fe205da-551d-4fae-b045-58d66fb40073" providerId="ADAL" clId="{A441D81C-AEF8-464D-902E-B6449B34371D}" dt="2026-10-06T07:31:10.649" v="2242" actId="1076"/>
          <ac:spMkLst>
            <pc:docMk/>
            <pc:sldMk cId="3965440558" sldId="324"/>
            <ac:spMk id="1027" creationId="{7EEDCE09-478B-41BF-E429-A27934A95BA3}"/>
          </ac:spMkLst>
        </pc:spChg>
        <pc:spChg chg="mod">
          <ac:chgData name="Phan Thanh Duy" userId="7fe205da-551d-4fae-b045-58d66fb40073" providerId="ADAL" clId="{A441D81C-AEF8-464D-902E-B6449B34371D}" dt="2026-10-06T07:31:05.399" v="2241" actId="1076"/>
          <ac:spMkLst>
            <pc:docMk/>
            <pc:sldMk cId="3965440558" sldId="324"/>
            <ac:spMk id="1029" creationId="{50788305-10F6-B10A-9835-8D1CE9AAB879}"/>
          </ac:spMkLst>
        </pc:spChg>
        <pc:spChg chg="mod">
          <ac:chgData name="Phan Thanh Duy" userId="7fe205da-551d-4fae-b045-58d66fb40073" providerId="ADAL" clId="{A441D81C-AEF8-464D-902E-B6449B34371D}" dt="2026-10-06T07:29:31.800" v="2221" actId="1076"/>
          <ac:spMkLst>
            <pc:docMk/>
            <pc:sldMk cId="3965440558" sldId="324"/>
            <ac:spMk id="1362" creationId="{27B3E3DC-A636-37EE-1812-96838C08730F}"/>
          </ac:spMkLst>
        </pc:spChg>
        <pc:spChg chg="mod">
          <ac:chgData name="Phan Thanh Duy" userId="7fe205da-551d-4fae-b045-58d66fb40073" providerId="ADAL" clId="{A441D81C-AEF8-464D-902E-B6449B34371D}" dt="2026-10-06T07:30:37.461" v="2237" actId="14100"/>
          <ac:spMkLst>
            <pc:docMk/>
            <pc:sldMk cId="3965440558" sldId="324"/>
            <ac:spMk id="1363" creationId="{8580FF8D-0CAD-1777-063D-8F76F6EF06DF}"/>
          </ac:spMkLst>
        </pc:spChg>
        <pc:spChg chg="mod">
          <ac:chgData name="Phan Thanh Duy" userId="7fe205da-551d-4fae-b045-58d66fb40073" providerId="ADAL" clId="{A441D81C-AEF8-464D-902E-B6449B34371D}" dt="2026-10-06T07:30:02.540" v="2228" actId="1076"/>
          <ac:spMkLst>
            <pc:docMk/>
            <pc:sldMk cId="3965440558" sldId="324"/>
            <ac:spMk id="1365" creationId="{A64DB122-0222-A6D1-DB26-FFAD2A8D87E6}"/>
          </ac:spMkLst>
        </pc:spChg>
        <pc:spChg chg="mod">
          <ac:chgData name="Phan Thanh Duy" userId="7fe205da-551d-4fae-b045-58d66fb40073" providerId="ADAL" clId="{A441D81C-AEF8-464D-902E-B6449B34371D}" dt="2026-10-06T07:30:25.865" v="2235" actId="1076"/>
          <ac:spMkLst>
            <pc:docMk/>
            <pc:sldMk cId="3965440558" sldId="324"/>
            <ac:spMk id="1368" creationId="{94C7B1B3-EE87-C7E9-E334-93172B12E419}"/>
          </ac:spMkLst>
        </pc:spChg>
        <pc:spChg chg="mod">
          <ac:chgData name="Phan Thanh Duy" userId="7fe205da-551d-4fae-b045-58d66fb40073" providerId="ADAL" clId="{A441D81C-AEF8-464D-902E-B6449B34371D}" dt="2026-10-06T07:30:21.686" v="2234" actId="1076"/>
          <ac:spMkLst>
            <pc:docMk/>
            <pc:sldMk cId="3965440558" sldId="324"/>
            <ac:spMk id="1370" creationId="{6503DD52-3AA3-214E-5091-E2AF839DC5B5}"/>
          </ac:spMkLst>
        </pc:spChg>
        <pc:spChg chg="mod">
          <ac:chgData name="Phan Thanh Duy" userId="7fe205da-551d-4fae-b045-58d66fb40073" providerId="ADAL" clId="{A441D81C-AEF8-464D-902E-B6449B34371D}" dt="2026-10-06T07:28:34.387" v="2207" actId="1076"/>
          <ac:spMkLst>
            <pc:docMk/>
            <pc:sldMk cId="3965440558" sldId="324"/>
            <ac:spMk id="1371" creationId="{45B37B2E-F22E-FF55-DD67-638F734B4B49}"/>
          </ac:spMkLst>
        </pc:spChg>
        <pc:spChg chg="mod">
          <ac:chgData name="Phan Thanh Duy" userId="7fe205da-551d-4fae-b045-58d66fb40073" providerId="ADAL" clId="{A441D81C-AEF8-464D-902E-B6449B34371D}" dt="2026-10-06T07:30:46.943" v="2238" actId="1076"/>
          <ac:spMkLst>
            <pc:docMk/>
            <pc:sldMk cId="3965440558" sldId="324"/>
            <ac:spMk id="1374" creationId="{E0D0003E-D054-DE9A-2E3D-6E5D9B701C63}"/>
          </ac:spMkLst>
        </pc:spChg>
        <pc:cxnChg chg="mod">
          <ac:chgData name="Phan Thanh Duy" userId="7fe205da-551d-4fae-b045-58d66fb40073" providerId="ADAL" clId="{A441D81C-AEF8-464D-902E-B6449B34371D}" dt="2026-10-06T07:31:10.649" v="2242" actId="1076"/>
          <ac:cxnSpMkLst>
            <pc:docMk/>
            <pc:sldMk cId="3965440558" sldId="324"/>
            <ac:cxnSpMk id="1028" creationId="{B65C42B6-1A9C-AB5B-D7FA-0C0702573720}"/>
          </ac:cxnSpMkLst>
        </pc:cxnChg>
        <pc:cxnChg chg="mod">
          <ac:chgData name="Phan Thanh Duy" userId="7fe205da-551d-4fae-b045-58d66fb40073" providerId="ADAL" clId="{A441D81C-AEF8-464D-902E-B6449B34371D}" dt="2026-10-06T07:31:10.649" v="2242" actId="1076"/>
          <ac:cxnSpMkLst>
            <pc:docMk/>
            <pc:sldMk cId="3965440558" sldId="324"/>
            <ac:cxnSpMk id="1030" creationId="{95860942-AB0B-6CC0-796C-1D0A99B9626E}"/>
          </ac:cxnSpMkLst>
        </pc:cxnChg>
        <pc:cxnChg chg="mod">
          <ac:chgData name="Phan Thanh Duy" userId="7fe205da-551d-4fae-b045-58d66fb40073" providerId="ADAL" clId="{A441D81C-AEF8-464D-902E-B6449B34371D}" dt="2026-10-06T07:30:37.461" v="2237" actId="14100"/>
          <ac:cxnSpMkLst>
            <pc:docMk/>
            <pc:sldMk cId="3965440558" sldId="324"/>
            <ac:cxnSpMk id="1364" creationId="{1D780935-4306-7473-0F4E-181A866E34EB}"/>
          </ac:cxnSpMkLst>
        </pc:cxnChg>
        <pc:cxnChg chg="mod">
          <ac:chgData name="Phan Thanh Duy" userId="7fe205da-551d-4fae-b045-58d66fb40073" providerId="ADAL" clId="{A441D81C-AEF8-464D-902E-B6449B34371D}" dt="2026-10-06T07:30:37.461" v="2237" actId="14100"/>
          <ac:cxnSpMkLst>
            <pc:docMk/>
            <pc:sldMk cId="3965440558" sldId="324"/>
            <ac:cxnSpMk id="1366" creationId="{6A644823-E5C1-4506-9E08-DFC20516A482}"/>
          </ac:cxnSpMkLst>
        </pc:cxnChg>
        <pc:cxnChg chg="mod">
          <ac:chgData name="Phan Thanh Duy" userId="7fe205da-551d-4fae-b045-58d66fb40073" providerId="ADAL" clId="{A441D81C-AEF8-464D-902E-B6449B34371D}" dt="2026-10-06T07:30:25.865" v="2235" actId="1076"/>
          <ac:cxnSpMkLst>
            <pc:docMk/>
            <pc:sldMk cId="3965440558" sldId="324"/>
            <ac:cxnSpMk id="1367" creationId="{536CEEEC-94F6-8C3F-EB18-D628909264EA}"/>
          </ac:cxnSpMkLst>
        </pc:cxnChg>
        <pc:cxnChg chg="mod">
          <ac:chgData name="Phan Thanh Duy" userId="7fe205da-551d-4fae-b045-58d66fb40073" providerId="ADAL" clId="{A441D81C-AEF8-464D-902E-B6449B34371D}" dt="2026-10-06T07:30:25.865" v="2235" actId="1076"/>
          <ac:cxnSpMkLst>
            <pc:docMk/>
            <pc:sldMk cId="3965440558" sldId="324"/>
            <ac:cxnSpMk id="1369" creationId="{D5E3FE73-5F51-4B16-5478-687B1BDA9ECD}"/>
          </ac:cxnSpMkLst>
        </pc:cxnChg>
        <pc:cxnChg chg="mod">
          <ac:chgData name="Phan Thanh Duy" userId="7fe205da-551d-4fae-b045-58d66fb40073" providerId="ADAL" clId="{A441D81C-AEF8-464D-902E-B6449B34371D}" dt="2026-10-06T07:30:21.686" v="2234" actId="1076"/>
          <ac:cxnSpMkLst>
            <pc:docMk/>
            <pc:sldMk cId="3965440558" sldId="324"/>
            <ac:cxnSpMk id="1372" creationId="{B89B46AC-4136-02FF-5E2C-EB9E081B0346}"/>
          </ac:cxnSpMkLst>
        </pc:cxnChg>
        <pc:cxnChg chg="mod">
          <ac:chgData name="Phan Thanh Duy" userId="7fe205da-551d-4fae-b045-58d66fb40073" providerId="ADAL" clId="{A441D81C-AEF8-464D-902E-B6449B34371D}" dt="2026-10-06T07:30:46.943" v="2238" actId="1076"/>
          <ac:cxnSpMkLst>
            <pc:docMk/>
            <pc:sldMk cId="3965440558" sldId="324"/>
            <ac:cxnSpMk id="1373" creationId="{669AE882-4D9A-971D-15C1-EE8389F4D670}"/>
          </ac:cxnSpMkLst>
        </pc:cxnChg>
        <pc:cxnChg chg="mod">
          <ac:chgData name="Phan Thanh Duy" userId="7fe205da-551d-4fae-b045-58d66fb40073" providerId="ADAL" clId="{A441D81C-AEF8-464D-902E-B6449B34371D}" dt="2026-10-06T07:30:50.235" v="2239" actId="1076"/>
          <ac:cxnSpMkLst>
            <pc:docMk/>
            <pc:sldMk cId="3965440558" sldId="324"/>
            <ac:cxnSpMk id="1375" creationId="{41B0AACC-ACD7-752F-CC48-4E753DB00A7D}"/>
          </ac:cxnSpMkLst>
        </pc:cxnChg>
      </pc:sldChg>
      <pc:sldChg chg="addSp delSp modSp add mod ord modTransition">
        <pc:chgData name="Phan Thanh Duy" userId="7fe205da-551d-4fae-b045-58d66fb40073" providerId="ADAL" clId="{A441D81C-AEF8-464D-902E-B6449B34371D}" dt="2026-10-06T09:14:29.407" v="2991"/>
        <pc:sldMkLst>
          <pc:docMk/>
          <pc:sldMk cId="2610422756" sldId="325"/>
        </pc:sldMkLst>
        <pc:spChg chg="add del mod">
          <ac:chgData name="Phan Thanh Duy" userId="7fe205da-551d-4fae-b045-58d66fb40073" providerId="ADAL" clId="{A441D81C-AEF8-464D-902E-B6449B34371D}" dt="2026-10-06T07:47:32.580" v="2350" actId="478"/>
          <ac:spMkLst>
            <pc:docMk/>
            <pc:sldMk cId="2610422756" sldId="325"/>
            <ac:spMk id="2" creationId="{4AD01DE3-1BCE-ECE1-B6EC-7FA5F436A4E5}"/>
          </ac:spMkLst>
        </pc:spChg>
        <pc:spChg chg="add del mod">
          <ac:chgData name="Phan Thanh Duy" userId="7fe205da-551d-4fae-b045-58d66fb40073" providerId="ADAL" clId="{A441D81C-AEF8-464D-902E-B6449B34371D}" dt="2026-10-06T07:47:25.366" v="2348" actId="478"/>
          <ac:spMkLst>
            <pc:docMk/>
            <pc:sldMk cId="2610422756" sldId="325"/>
            <ac:spMk id="3" creationId="{F4C09ED6-8291-236D-87D0-74B5CA945C95}"/>
          </ac:spMkLst>
        </pc:spChg>
        <pc:spChg chg="add del">
          <ac:chgData name="Phan Thanh Duy" userId="7fe205da-551d-4fae-b045-58d66fb40073" providerId="ADAL" clId="{A441D81C-AEF8-464D-902E-B6449B34371D}" dt="2026-10-06T07:43:58.877" v="2333" actId="478"/>
          <ac:spMkLst>
            <pc:docMk/>
            <pc:sldMk cId="2610422756" sldId="325"/>
            <ac:spMk id="4" creationId="{F41E2287-1B9C-D94C-964A-65D97E090ACB}"/>
          </ac:spMkLst>
        </pc:spChg>
        <pc:spChg chg="add mod">
          <ac:chgData name="Phan Thanh Duy" userId="7fe205da-551d-4fae-b045-58d66fb40073" providerId="ADAL" clId="{A441D81C-AEF8-464D-902E-B6449B34371D}" dt="2026-10-06T08:08:55.028" v="2523" actId="1076"/>
          <ac:spMkLst>
            <pc:docMk/>
            <pc:sldMk cId="2610422756" sldId="325"/>
            <ac:spMk id="5" creationId="{04847F15-C740-2014-7EFF-DB851A9BC533}"/>
          </ac:spMkLst>
        </pc:spChg>
        <pc:spChg chg="add del mod">
          <ac:chgData name="Phan Thanh Duy" userId="7fe205da-551d-4fae-b045-58d66fb40073" providerId="ADAL" clId="{A441D81C-AEF8-464D-902E-B6449B34371D}" dt="2026-10-06T07:50:55.705" v="2370" actId="478"/>
          <ac:spMkLst>
            <pc:docMk/>
            <pc:sldMk cId="2610422756" sldId="325"/>
            <ac:spMk id="6" creationId="{B88B6AC8-DA2C-6D32-1F9B-D94F4362C079}"/>
          </ac:spMkLst>
        </pc:spChg>
        <pc:spChg chg="add del mod">
          <ac:chgData name="Phan Thanh Duy" userId="7fe205da-551d-4fae-b045-58d66fb40073" providerId="ADAL" clId="{A441D81C-AEF8-464D-902E-B6449B34371D}" dt="2026-10-06T07:47:27.957" v="2349" actId="478"/>
          <ac:spMkLst>
            <pc:docMk/>
            <pc:sldMk cId="2610422756" sldId="325"/>
            <ac:spMk id="10" creationId="{9ED94ED9-A65F-3C1A-B84E-4341D7DCDACC}"/>
          </ac:spMkLst>
        </pc:spChg>
        <pc:spChg chg="add del mod">
          <ac:chgData name="Phan Thanh Duy" userId="7fe205da-551d-4fae-b045-58d66fb40073" providerId="ADAL" clId="{A441D81C-AEF8-464D-902E-B6449B34371D}" dt="2026-10-06T07:51:00.753" v="2371" actId="478"/>
          <ac:spMkLst>
            <pc:docMk/>
            <pc:sldMk cId="2610422756" sldId="325"/>
            <ac:spMk id="14" creationId="{05908A5D-19AA-BEB4-FD1D-92E547995375}"/>
          </ac:spMkLst>
        </pc:spChg>
        <pc:spChg chg="add mod">
          <ac:chgData name="Phan Thanh Duy" userId="7fe205da-551d-4fae-b045-58d66fb40073" providerId="ADAL" clId="{A441D81C-AEF8-464D-902E-B6449B34371D}" dt="2026-10-06T08:08:55.028" v="2523" actId="1076"/>
          <ac:spMkLst>
            <pc:docMk/>
            <pc:sldMk cId="2610422756" sldId="325"/>
            <ac:spMk id="15" creationId="{25E3DD8B-31E3-A77D-430B-C88D7A0D9B8A}"/>
          </ac:spMkLst>
        </pc:spChg>
        <pc:spChg chg="add mod">
          <ac:chgData name="Phan Thanh Duy" userId="7fe205da-551d-4fae-b045-58d66fb40073" providerId="ADAL" clId="{A441D81C-AEF8-464D-902E-B6449B34371D}" dt="2026-10-06T08:09:06.325" v="2524" actId="1076"/>
          <ac:spMkLst>
            <pc:docMk/>
            <pc:sldMk cId="2610422756" sldId="325"/>
            <ac:spMk id="17" creationId="{A119E2EF-EFDD-C465-9DCA-8AC4A4399505}"/>
          </ac:spMkLst>
        </pc:spChg>
        <pc:spChg chg="add mod">
          <ac:chgData name="Phan Thanh Duy" userId="7fe205da-551d-4fae-b045-58d66fb40073" providerId="ADAL" clId="{A441D81C-AEF8-464D-902E-B6449B34371D}" dt="2026-10-06T08:10:53.381" v="2543"/>
          <ac:spMkLst>
            <pc:docMk/>
            <pc:sldMk cId="2610422756" sldId="325"/>
            <ac:spMk id="19" creationId="{F3387ECB-B4FA-8197-FA21-BAA0E13A1047}"/>
          </ac:spMkLst>
        </pc:spChg>
        <pc:spChg chg="mod">
          <ac:chgData name="Phan Thanh Duy" userId="7fe205da-551d-4fae-b045-58d66fb40073" providerId="ADAL" clId="{A441D81C-AEF8-464D-902E-B6449B34371D}" dt="2026-10-06T07:43:51.901" v="2314" actId="1076"/>
          <ac:spMkLst>
            <pc:docMk/>
            <pc:sldMk cId="2610422756" sldId="325"/>
            <ac:spMk id="23" creationId="{ADBAD4C6-3041-A2C6-7126-FBD2BE94DC91}"/>
          </ac:spMkLst>
        </pc:spChg>
        <pc:spChg chg="mod">
          <ac:chgData name="Phan Thanh Duy" userId="7fe205da-551d-4fae-b045-58d66fb40073" providerId="ADAL" clId="{A441D81C-AEF8-464D-902E-B6449B34371D}" dt="2026-10-06T07:43:58.253" v="2332" actId="20577"/>
          <ac:spMkLst>
            <pc:docMk/>
            <pc:sldMk cId="2610422756" sldId="325"/>
            <ac:spMk id="1039" creationId="{71776D9E-9DD6-1691-E6B0-7B1DF8AA8B12}"/>
          </ac:spMkLst>
        </pc:spChg>
        <pc:grpChg chg="mod">
          <ac:chgData name="Phan Thanh Duy" userId="7fe205da-551d-4fae-b045-58d66fb40073" providerId="ADAL" clId="{A441D81C-AEF8-464D-902E-B6449B34371D}" dt="2026-10-06T07:43:52.093" v="2315" actId="14100"/>
          <ac:grpSpMkLst>
            <pc:docMk/>
            <pc:sldMk cId="2610422756" sldId="325"/>
            <ac:grpSpMk id="1042" creationId="{781AF829-8B26-C8CD-BAAF-6310F7FB9CCF}"/>
          </ac:grpSpMkLst>
        </pc:grpChg>
        <pc:grpChg chg="mod">
          <ac:chgData name="Phan Thanh Duy" userId="7fe205da-551d-4fae-b045-58d66fb40073" providerId="ADAL" clId="{A441D81C-AEF8-464D-902E-B6449B34371D}" dt="2026-10-06T08:08:44.704" v="2520" actId="1076"/>
          <ac:grpSpMkLst>
            <pc:docMk/>
            <pc:sldMk cId="2610422756" sldId="325"/>
            <ac:grpSpMk id="1056" creationId="{2115F11A-675B-69B9-6143-4D238BE741F1}"/>
          </ac:grpSpMkLst>
        </pc:grpChg>
        <pc:grpChg chg="mod">
          <ac:chgData name="Phan Thanh Duy" userId="7fe205da-551d-4fae-b045-58d66fb40073" providerId="ADAL" clId="{A441D81C-AEF8-464D-902E-B6449B34371D}" dt="2026-10-06T08:08:44.704" v="2520" actId="1076"/>
          <ac:grpSpMkLst>
            <pc:docMk/>
            <pc:sldMk cId="2610422756" sldId="325"/>
            <ac:grpSpMk id="1061" creationId="{711806E7-8CF0-D52D-C0A4-28D80F9552E9}"/>
          </ac:grpSpMkLst>
        </pc:grpChg>
        <pc:picChg chg="add mod">
          <ac:chgData name="Phan Thanh Duy" userId="7fe205da-551d-4fae-b045-58d66fb40073" providerId="ADAL" clId="{A441D81C-AEF8-464D-902E-B6449B34371D}" dt="2026-10-06T08:08:55.028" v="2523" actId="1076"/>
          <ac:picMkLst>
            <pc:docMk/>
            <pc:sldMk cId="2610422756" sldId="325"/>
            <ac:picMk id="8" creationId="{AFE16B97-9C98-14BA-1EC6-34E3303DDC62}"/>
          </ac:picMkLst>
        </pc:picChg>
        <pc:picChg chg="add mod">
          <ac:chgData name="Phan Thanh Duy" userId="7fe205da-551d-4fae-b045-58d66fb40073" providerId="ADAL" clId="{A441D81C-AEF8-464D-902E-B6449B34371D}" dt="2026-10-06T08:09:06.325" v="2524" actId="1076"/>
          <ac:picMkLst>
            <pc:docMk/>
            <pc:sldMk cId="2610422756" sldId="325"/>
            <ac:picMk id="12" creationId="{BA5B7695-FAB7-0CD8-60A6-4A50CF4E394F}"/>
          </ac:picMkLst>
        </pc:picChg>
      </pc:sldChg>
      <pc:sldChg chg="modSp add mod modTransition">
        <pc:chgData name="Phan Thanh Duy" userId="7fe205da-551d-4fae-b045-58d66fb40073" providerId="ADAL" clId="{A441D81C-AEF8-464D-902E-B6449B34371D}" dt="2026-10-06T08:19:42.133" v="2620"/>
        <pc:sldMkLst>
          <pc:docMk/>
          <pc:sldMk cId="1618851655" sldId="326"/>
        </pc:sldMkLst>
        <pc:spChg chg="mod">
          <ac:chgData name="Phan Thanh Duy" userId="7fe205da-551d-4fae-b045-58d66fb40073" providerId="ADAL" clId="{A441D81C-AEF8-464D-902E-B6449B34371D}" dt="2026-10-06T08:12:15.244" v="2557" actId="20577"/>
          <ac:spMkLst>
            <pc:docMk/>
            <pc:sldMk cId="1618851655" sldId="326"/>
            <ac:spMk id="19" creationId="{476C6EAA-B154-C53C-800C-202DF0A7D3F6}"/>
          </ac:spMkLst>
        </pc:spChg>
        <pc:spChg chg="mod">
          <ac:chgData name="Phan Thanh Duy" userId="7fe205da-551d-4fae-b045-58d66fb40073" providerId="ADAL" clId="{A441D81C-AEF8-464D-902E-B6449B34371D}" dt="2026-10-06T08:18:17.085" v="2616" actId="962"/>
          <ac:spMkLst>
            <pc:docMk/>
            <pc:sldMk cId="1618851655" sldId="326"/>
            <ac:spMk id="23" creationId="{FF66CDA0-5654-1398-C5A1-558FCEE858E8}"/>
          </ac:spMkLst>
        </pc:spChg>
        <pc:picChg chg="mod">
          <ac:chgData name="Phan Thanh Duy" userId="7fe205da-551d-4fae-b045-58d66fb40073" providerId="ADAL" clId="{A441D81C-AEF8-464D-902E-B6449B34371D}" dt="2026-10-06T08:11:28.913" v="2547" actId="14100"/>
          <ac:picMkLst>
            <pc:docMk/>
            <pc:sldMk cId="1618851655" sldId="326"/>
            <ac:picMk id="8" creationId="{BCDA59AE-A0F0-4141-BE55-44395270D302}"/>
          </ac:picMkLst>
        </pc:picChg>
        <pc:picChg chg="mod">
          <ac:chgData name="Phan Thanh Duy" userId="7fe205da-551d-4fae-b045-58d66fb40073" providerId="ADAL" clId="{A441D81C-AEF8-464D-902E-B6449B34371D}" dt="2026-10-06T08:11:44.830" v="2550" actId="14100"/>
          <ac:picMkLst>
            <pc:docMk/>
            <pc:sldMk cId="1618851655" sldId="326"/>
            <ac:picMk id="12" creationId="{675C2594-4774-7E68-19FA-EEA2D4C73473}"/>
          </ac:picMkLst>
        </pc:picChg>
      </pc:sldChg>
      <pc:sldChg chg="modSp add mod ord modTransition">
        <pc:chgData name="Phan Thanh Duy" userId="7fe205da-551d-4fae-b045-58d66fb40073" providerId="ADAL" clId="{A441D81C-AEF8-464D-902E-B6449B34371D}" dt="2026-10-06T08:20:18.723" v="2623"/>
        <pc:sldMkLst>
          <pc:docMk/>
          <pc:sldMk cId="261101127" sldId="327"/>
        </pc:sldMkLst>
        <pc:spChg chg="mod">
          <ac:chgData name="Phan Thanh Duy" userId="7fe205da-551d-4fae-b045-58d66fb40073" providerId="ADAL" clId="{A441D81C-AEF8-464D-902E-B6449B34371D}" dt="2026-10-06T08:17:39.918" v="2609" actId="14100"/>
          <ac:spMkLst>
            <pc:docMk/>
            <pc:sldMk cId="261101127" sldId="327"/>
            <ac:spMk id="2" creationId="{0AFA97A6-0ABF-AF32-4650-772663227807}"/>
          </ac:spMkLst>
        </pc:spChg>
        <pc:spChg chg="mod">
          <ac:chgData name="Phan Thanh Duy" userId="7fe205da-551d-4fae-b045-58d66fb40073" providerId="ADAL" clId="{A441D81C-AEF8-464D-902E-B6449B34371D}" dt="2026-10-06T08:18:22.565" v="2617" actId="962"/>
          <ac:spMkLst>
            <pc:docMk/>
            <pc:sldMk cId="261101127" sldId="327"/>
            <ac:spMk id="1112" creationId="{80684CCA-BE9E-D357-A30B-52FB3D9BB0A4}"/>
          </ac:spMkLst>
        </pc:spChg>
        <pc:spChg chg="mod">
          <ac:chgData name="Phan Thanh Duy" userId="7fe205da-551d-4fae-b045-58d66fb40073" providerId="ADAL" clId="{A441D81C-AEF8-464D-902E-B6449B34371D}" dt="2026-10-06T08:17:31.208" v="2576" actId="14100"/>
          <ac:spMkLst>
            <pc:docMk/>
            <pc:sldMk cId="261101127" sldId="327"/>
            <ac:spMk id="1113" creationId="{237EA76C-FAB4-2EFC-D12F-9F5D78B5E542}"/>
          </ac:spMkLst>
        </pc:spChg>
      </pc:sldChg>
      <pc:sldChg chg="modSp add del mod">
        <pc:chgData name="Phan Thanh Duy" userId="7fe205da-551d-4fae-b045-58d66fb40073" providerId="ADAL" clId="{A441D81C-AEF8-464D-902E-B6449B34371D}" dt="2026-10-06T09:02:48.127" v="2663" actId="47"/>
        <pc:sldMkLst>
          <pc:docMk/>
          <pc:sldMk cId="1052502190" sldId="328"/>
        </pc:sldMkLst>
        <pc:spChg chg="mod">
          <ac:chgData name="Phan Thanh Duy" userId="7fe205da-551d-4fae-b045-58d66fb40073" providerId="ADAL" clId="{A441D81C-AEF8-464D-902E-B6449B34371D}" dt="2026-10-06T09:01:54.193" v="2662" actId="1076"/>
          <ac:spMkLst>
            <pc:docMk/>
            <pc:sldMk cId="1052502190" sldId="328"/>
            <ac:spMk id="1363" creationId="{410E4942-6F62-A40C-CB96-7302AD3CAB01}"/>
          </ac:spMkLst>
        </pc:spChg>
        <pc:cxnChg chg="mod">
          <ac:chgData name="Phan Thanh Duy" userId="7fe205da-551d-4fae-b045-58d66fb40073" providerId="ADAL" clId="{A441D81C-AEF8-464D-902E-B6449B34371D}" dt="2026-10-06T09:01:54.193" v="2662" actId="1076"/>
          <ac:cxnSpMkLst>
            <pc:docMk/>
            <pc:sldMk cId="1052502190" sldId="328"/>
            <ac:cxnSpMk id="1364" creationId="{B746DDA5-305D-3944-3EC2-F1D25AE96A61}"/>
          </ac:cxnSpMkLst>
        </pc:cxnChg>
        <pc:cxnChg chg="mod">
          <ac:chgData name="Phan Thanh Duy" userId="7fe205da-551d-4fae-b045-58d66fb40073" providerId="ADAL" clId="{A441D81C-AEF8-464D-902E-B6449B34371D}" dt="2026-10-06T09:01:54.193" v="2662" actId="1076"/>
          <ac:cxnSpMkLst>
            <pc:docMk/>
            <pc:sldMk cId="1052502190" sldId="328"/>
            <ac:cxnSpMk id="1366" creationId="{A7819321-3634-37D1-1581-B63E58128783}"/>
          </ac:cxnSpMkLst>
        </pc:cxnChg>
      </pc:sldChg>
      <pc:sldChg chg="addSp delSp modSp add mod">
        <pc:chgData name="Phan Thanh Duy" userId="7fe205da-551d-4fae-b045-58d66fb40073" providerId="ADAL" clId="{A441D81C-AEF8-464D-902E-B6449B34371D}" dt="2026-10-06T09:11:29.032" v="2988" actId="20577"/>
        <pc:sldMkLst>
          <pc:docMk/>
          <pc:sldMk cId="3006262485" sldId="328"/>
        </pc:sldMkLst>
        <pc:spChg chg="add mod">
          <ac:chgData name="Phan Thanh Duy" userId="7fe205da-551d-4fae-b045-58d66fb40073" providerId="ADAL" clId="{A441D81C-AEF8-464D-902E-B6449B34371D}" dt="2026-10-06T09:08:56.584" v="2961" actId="1076"/>
          <ac:spMkLst>
            <pc:docMk/>
            <pc:sldMk cId="3006262485" sldId="328"/>
            <ac:spMk id="5" creationId="{D6D5841A-19F3-D2F6-C2B8-224E68C80A85}"/>
          </ac:spMkLst>
        </pc:spChg>
        <pc:spChg chg="add mod">
          <ac:chgData name="Phan Thanh Duy" userId="7fe205da-551d-4fae-b045-58d66fb40073" providerId="ADAL" clId="{A441D81C-AEF8-464D-902E-B6449B34371D}" dt="2026-10-06T09:11:29.032" v="2988" actId="20577"/>
          <ac:spMkLst>
            <pc:docMk/>
            <pc:sldMk cId="3006262485" sldId="328"/>
            <ac:spMk id="7" creationId="{94578FE3-DF60-7AC3-0C2E-65C8F0CB4964}"/>
          </ac:spMkLst>
        </pc:spChg>
        <pc:spChg chg="del">
          <ac:chgData name="Phan Thanh Duy" userId="7fe205da-551d-4fae-b045-58d66fb40073" providerId="ADAL" clId="{A441D81C-AEF8-464D-902E-B6449B34371D}" dt="2026-10-06T09:03:22.994" v="2665" actId="478"/>
          <ac:spMkLst>
            <pc:docMk/>
            <pc:sldMk cId="3006262485" sldId="328"/>
            <ac:spMk id="1026" creationId="{1316945A-A589-9000-0F5D-51EAAFA2E305}"/>
          </ac:spMkLst>
        </pc:spChg>
        <pc:spChg chg="del">
          <ac:chgData name="Phan Thanh Duy" userId="7fe205da-551d-4fae-b045-58d66fb40073" providerId="ADAL" clId="{A441D81C-AEF8-464D-902E-B6449B34371D}" dt="2026-10-06T09:03:22.994" v="2665" actId="478"/>
          <ac:spMkLst>
            <pc:docMk/>
            <pc:sldMk cId="3006262485" sldId="328"/>
            <ac:spMk id="1027" creationId="{D2B04DAB-2038-F157-4C65-D8E7C5DCFE33}"/>
          </ac:spMkLst>
        </pc:spChg>
        <pc:spChg chg="del">
          <ac:chgData name="Phan Thanh Duy" userId="7fe205da-551d-4fae-b045-58d66fb40073" providerId="ADAL" clId="{A441D81C-AEF8-464D-902E-B6449B34371D}" dt="2026-10-06T09:03:25.558" v="2666" actId="478"/>
          <ac:spMkLst>
            <pc:docMk/>
            <pc:sldMk cId="3006262485" sldId="328"/>
            <ac:spMk id="1029" creationId="{51192101-F081-71DF-3DF6-2BA47E8FAC49}"/>
          </ac:spMkLst>
        </pc:spChg>
        <pc:spChg chg="del">
          <ac:chgData name="Phan Thanh Duy" userId="7fe205da-551d-4fae-b045-58d66fb40073" providerId="ADAL" clId="{A441D81C-AEF8-464D-902E-B6449B34371D}" dt="2026-10-06T09:03:25.558" v="2666" actId="478"/>
          <ac:spMkLst>
            <pc:docMk/>
            <pc:sldMk cId="3006262485" sldId="328"/>
            <ac:spMk id="1362" creationId="{4D8AB283-B46B-798E-CC19-4858063A81E9}"/>
          </ac:spMkLst>
        </pc:spChg>
        <pc:spChg chg="del">
          <ac:chgData name="Phan Thanh Duy" userId="7fe205da-551d-4fae-b045-58d66fb40073" providerId="ADAL" clId="{A441D81C-AEF8-464D-902E-B6449B34371D}" dt="2026-10-06T09:03:22.994" v="2665" actId="478"/>
          <ac:spMkLst>
            <pc:docMk/>
            <pc:sldMk cId="3006262485" sldId="328"/>
            <ac:spMk id="1363" creationId="{2CFD54BA-A200-B92A-9D53-807C23248B37}"/>
          </ac:spMkLst>
        </pc:spChg>
        <pc:spChg chg="del">
          <ac:chgData name="Phan Thanh Duy" userId="7fe205da-551d-4fae-b045-58d66fb40073" providerId="ADAL" clId="{A441D81C-AEF8-464D-902E-B6449B34371D}" dt="2026-10-06T09:03:22.994" v="2665" actId="478"/>
          <ac:spMkLst>
            <pc:docMk/>
            <pc:sldMk cId="3006262485" sldId="328"/>
            <ac:spMk id="1365" creationId="{D3EA10D7-8F1F-C82B-09D6-D3447D38BBCC}"/>
          </ac:spMkLst>
        </pc:spChg>
        <pc:spChg chg="del">
          <ac:chgData name="Phan Thanh Duy" userId="7fe205da-551d-4fae-b045-58d66fb40073" providerId="ADAL" clId="{A441D81C-AEF8-464D-902E-B6449B34371D}" dt="2026-10-06T09:03:22.994" v="2665" actId="478"/>
          <ac:spMkLst>
            <pc:docMk/>
            <pc:sldMk cId="3006262485" sldId="328"/>
            <ac:spMk id="1368" creationId="{DCAFD8ED-2C74-E10A-F5CF-1EEA3108D60B}"/>
          </ac:spMkLst>
        </pc:spChg>
        <pc:spChg chg="del">
          <ac:chgData name="Phan Thanh Duy" userId="7fe205da-551d-4fae-b045-58d66fb40073" providerId="ADAL" clId="{A441D81C-AEF8-464D-902E-B6449B34371D}" dt="2026-10-06T09:03:22.994" v="2665" actId="478"/>
          <ac:spMkLst>
            <pc:docMk/>
            <pc:sldMk cId="3006262485" sldId="328"/>
            <ac:spMk id="1370" creationId="{40271C47-D5FC-140E-DD44-AD632066427F}"/>
          </ac:spMkLst>
        </pc:spChg>
        <pc:spChg chg="del">
          <ac:chgData name="Phan Thanh Duy" userId="7fe205da-551d-4fae-b045-58d66fb40073" providerId="ADAL" clId="{A441D81C-AEF8-464D-902E-B6449B34371D}" dt="2026-10-06T09:03:22.994" v="2665" actId="478"/>
          <ac:spMkLst>
            <pc:docMk/>
            <pc:sldMk cId="3006262485" sldId="328"/>
            <ac:spMk id="1371" creationId="{F086D075-A747-A3AF-C075-99463FA0921F}"/>
          </ac:spMkLst>
        </pc:spChg>
        <pc:spChg chg="del">
          <ac:chgData name="Phan Thanh Duy" userId="7fe205da-551d-4fae-b045-58d66fb40073" providerId="ADAL" clId="{A441D81C-AEF8-464D-902E-B6449B34371D}" dt="2026-10-06T09:03:22.994" v="2665" actId="478"/>
          <ac:spMkLst>
            <pc:docMk/>
            <pc:sldMk cId="3006262485" sldId="328"/>
            <ac:spMk id="1374" creationId="{AB6E29E5-F2D4-C9CE-32B3-50F98ABEDBE4}"/>
          </ac:spMkLst>
        </pc:spChg>
        <pc:picChg chg="add mod">
          <ac:chgData name="Phan Thanh Duy" userId="7fe205da-551d-4fae-b045-58d66fb40073" providerId="ADAL" clId="{A441D81C-AEF8-464D-902E-B6449B34371D}" dt="2026-10-06T09:09:01.333" v="2963" actId="1076"/>
          <ac:picMkLst>
            <pc:docMk/>
            <pc:sldMk cId="3006262485" sldId="328"/>
            <ac:picMk id="3" creationId="{13EE1591-7284-96D2-8771-E71A8BC23DDE}"/>
          </ac:picMkLst>
        </pc:picChg>
        <pc:cxnChg chg="del mod">
          <ac:chgData name="Phan Thanh Duy" userId="7fe205da-551d-4fae-b045-58d66fb40073" providerId="ADAL" clId="{A441D81C-AEF8-464D-902E-B6449B34371D}" dt="2026-10-06T09:03:22.994" v="2665" actId="478"/>
          <ac:cxnSpMkLst>
            <pc:docMk/>
            <pc:sldMk cId="3006262485" sldId="328"/>
            <ac:cxnSpMk id="1364" creationId="{5FCCF2D3-3308-84C4-7E11-C36DF1D3E32A}"/>
          </ac:cxnSpMkLst>
        </pc:cxnChg>
        <pc:cxnChg chg="del mod">
          <ac:chgData name="Phan Thanh Duy" userId="7fe205da-551d-4fae-b045-58d66fb40073" providerId="ADAL" clId="{A441D81C-AEF8-464D-902E-B6449B34371D}" dt="2026-10-06T09:03:22.994" v="2665" actId="478"/>
          <ac:cxnSpMkLst>
            <pc:docMk/>
            <pc:sldMk cId="3006262485" sldId="328"/>
            <ac:cxnSpMk id="1372" creationId="{2B36A279-6478-2BD4-902C-19939155D98A}"/>
          </ac:cxnSpMkLst>
        </pc:cxnChg>
      </pc:sldChg>
      <pc:sldChg chg="add">
        <pc:chgData name="Phan Thanh Duy" userId="7fe205da-551d-4fae-b045-58d66fb40073" providerId="ADAL" clId="{A441D81C-AEF8-464D-902E-B6449B34371D}" dt="2026-10-06T10:13:01.821" v="2992"/>
        <pc:sldMkLst>
          <pc:docMk/>
          <pc:sldMk cId="1846340774" sldId="329"/>
        </pc:sldMkLst>
      </pc:sldChg>
      <pc:sldChg chg="add">
        <pc:chgData name="Phan Thanh Duy" userId="7fe205da-551d-4fae-b045-58d66fb40073" providerId="ADAL" clId="{A441D81C-AEF8-464D-902E-B6449B34371D}" dt="2026-10-06T10:13:01.821" v="2992"/>
        <pc:sldMkLst>
          <pc:docMk/>
          <pc:sldMk cId="3072166256" sldId="330"/>
        </pc:sldMkLst>
      </pc:sldChg>
      <pc:sldChg chg="add">
        <pc:chgData name="Phan Thanh Duy" userId="7fe205da-551d-4fae-b045-58d66fb40073" providerId="ADAL" clId="{A441D81C-AEF8-464D-902E-B6449B34371D}" dt="2026-10-06T10:13:01.821" v="2992"/>
        <pc:sldMkLst>
          <pc:docMk/>
          <pc:sldMk cId="57099797" sldId="331"/>
        </pc:sldMkLst>
      </pc:sldChg>
      <pc:sldChg chg="add">
        <pc:chgData name="Phan Thanh Duy" userId="7fe205da-551d-4fae-b045-58d66fb40073" providerId="ADAL" clId="{A441D81C-AEF8-464D-902E-B6449B34371D}" dt="2026-10-06T10:13:01.821" v="2992"/>
        <pc:sldMkLst>
          <pc:docMk/>
          <pc:sldMk cId="3985805051" sldId="332"/>
        </pc:sldMkLst>
      </pc:sldChg>
      <pc:sldChg chg="add">
        <pc:chgData name="Phan Thanh Duy" userId="7fe205da-551d-4fae-b045-58d66fb40073" providerId="ADAL" clId="{A441D81C-AEF8-464D-902E-B6449B34371D}" dt="2026-10-06T10:13:01.821" v="2992"/>
        <pc:sldMkLst>
          <pc:docMk/>
          <pc:sldMk cId="946336030" sldId="333"/>
        </pc:sldMkLst>
      </pc:sldChg>
      <pc:sldChg chg="add">
        <pc:chgData name="Phan Thanh Duy" userId="7fe205da-551d-4fae-b045-58d66fb40073" providerId="ADAL" clId="{A441D81C-AEF8-464D-902E-B6449B34371D}" dt="2026-10-06T10:13:01.821" v="2992"/>
        <pc:sldMkLst>
          <pc:docMk/>
          <pc:sldMk cId="3381262676" sldId="334"/>
        </pc:sldMkLst>
      </pc:sldChg>
      <pc:sldChg chg="add">
        <pc:chgData name="Phan Thanh Duy" userId="7fe205da-551d-4fae-b045-58d66fb40073" providerId="ADAL" clId="{A441D81C-AEF8-464D-902E-B6449B34371D}" dt="2026-10-06T10:13:01.821" v="2992"/>
        <pc:sldMkLst>
          <pc:docMk/>
          <pc:sldMk cId="2064647016" sldId="335"/>
        </pc:sldMkLst>
      </pc:sldChg>
      <pc:sldChg chg="add">
        <pc:chgData name="Phan Thanh Duy" userId="7fe205da-551d-4fae-b045-58d66fb40073" providerId="ADAL" clId="{A441D81C-AEF8-464D-902E-B6449B34371D}" dt="2026-10-06T10:13:01.821" v="2992"/>
        <pc:sldMkLst>
          <pc:docMk/>
          <pc:sldMk cId="544355724" sldId="336"/>
        </pc:sldMkLst>
      </pc:sldChg>
      <pc:sldChg chg="add">
        <pc:chgData name="Phan Thanh Duy" userId="7fe205da-551d-4fae-b045-58d66fb40073" providerId="ADAL" clId="{A441D81C-AEF8-464D-902E-B6449B34371D}" dt="2026-10-06T10:13:01.821" v="2992"/>
        <pc:sldMkLst>
          <pc:docMk/>
          <pc:sldMk cId="1639352003" sldId="337"/>
        </pc:sldMkLst>
      </pc:sldChg>
      <pc:sldChg chg="add">
        <pc:chgData name="Phan Thanh Duy" userId="7fe205da-551d-4fae-b045-58d66fb40073" providerId="ADAL" clId="{A441D81C-AEF8-464D-902E-B6449B34371D}" dt="2026-10-06T10:13:01.821" v="2992"/>
        <pc:sldMkLst>
          <pc:docMk/>
          <pc:sldMk cId="3735159372" sldId="338"/>
        </pc:sldMkLst>
      </pc:sldChg>
      <pc:sldChg chg="add">
        <pc:chgData name="Phan Thanh Duy" userId="7fe205da-551d-4fae-b045-58d66fb40073" providerId="ADAL" clId="{A441D81C-AEF8-464D-902E-B6449B34371D}" dt="2026-10-06T10:13:01.821" v="2992"/>
        <pc:sldMkLst>
          <pc:docMk/>
          <pc:sldMk cId="2592141811" sldId="339"/>
        </pc:sldMkLst>
      </pc:sldChg>
      <pc:sldChg chg="add">
        <pc:chgData name="Phan Thanh Duy" userId="7fe205da-551d-4fae-b045-58d66fb40073" providerId="ADAL" clId="{A441D81C-AEF8-464D-902E-B6449B34371D}" dt="2026-10-06T10:13:01.821" v="2992"/>
        <pc:sldMkLst>
          <pc:docMk/>
          <pc:sldMk cId="471639748" sldId="340"/>
        </pc:sldMkLst>
      </pc:sldChg>
      <pc:sldChg chg="add">
        <pc:chgData name="Phan Thanh Duy" userId="7fe205da-551d-4fae-b045-58d66fb40073" providerId="ADAL" clId="{A441D81C-AEF8-464D-902E-B6449B34371D}" dt="2026-10-06T10:13:01.821" v="2992"/>
        <pc:sldMkLst>
          <pc:docMk/>
          <pc:sldMk cId="2038032505" sldId="341"/>
        </pc:sldMkLst>
      </pc:sldChg>
      <pc:sldChg chg="add">
        <pc:chgData name="Phan Thanh Duy" userId="7fe205da-551d-4fae-b045-58d66fb40073" providerId="ADAL" clId="{A441D81C-AEF8-464D-902E-B6449B34371D}" dt="2026-10-06T10:13:01.821" v="2992"/>
        <pc:sldMkLst>
          <pc:docMk/>
          <pc:sldMk cId="14426336" sldId="34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9"/>
        <p:cNvGrpSpPr/>
        <p:nvPr/>
      </p:nvGrpSpPr>
      <p:grpSpPr>
        <a:xfrm>
          <a:off x="0" y="0"/>
          <a:ext cx="0" cy="0"/>
          <a:chOff x="0" y="0"/>
          <a:chExt cx="0" cy="0"/>
        </a:xfrm>
      </p:grpSpPr>
      <p:sp>
        <p:nvSpPr>
          <p:cNvPr id="920" name="Google Shape;920;g11f682941b8_0_1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1" name="Google Shape;921;g11f682941b8_0_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0"/>
        <p:cNvGrpSpPr/>
        <p:nvPr/>
      </p:nvGrpSpPr>
      <p:grpSpPr>
        <a:xfrm>
          <a:off x="0" y="0"/>
          <a:ext cx="0" cy="0"/>
          <a:chOff x="0" y="0"/>
          <a:chExt cx="0" cy="0"/>
        </a:xfrm>
      </p:grpSpPr>
      <p:sp>
        <p:nvSpPr>
          <p:cNvPr id="981" name="Google Shape;981;g11f3b086d1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2" name="Google Shape;982;g11f3b086d1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p:cNvGrpSpPr/>
        <p:nvPr/>
      </p:nvGrpSpPr>
      <p:grpSpPr>
        <a:xfrm>
          <a:off x="0" y="0"/>
          <a:ext cx="0" cy="0"/>
          <a:chOff x="0" y="0"/>
          <a:chExt cx="0" cy="0"/>
        </a:xfrm>
      </p:grpSpPr>
      <p:sp>
        <p:nvSpPr>
          <p:cNvPr id="1109" name="Google Shape;1109;g11efcb08b7f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1633E753-E83C-D42D-AA5C-CB8D418F2BA0}"/>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2292EB90-BB61-D1AD-ABCA-798B1AC69F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5853CED0-CDB5-9371-6819-CE0D08D2D5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082386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97EE4D9E-7E9F-9469-6463-D0FFEE18CD16}"/>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6C563766-A364-392B-480D-F3468EA639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63FF14F9-5026-8B80-C86A-D12596D3FD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512965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445EF57A-DA80-957C-ED40-7CF89835833D}"/>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E68F10F3-2476-268D-8CD3-5C8F08E0E6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92D3A457-7405-DB4C-E7B0-A4A7443D56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351593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C9A64F5E-3C91-A502-221F-98435670F09F}"/>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CA201030-463C-4933-23FC-E5405C7A26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369CE23F-7945-B22E-1A85-6FD540EB05B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420774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81E636CD-74AC-6FB8-FB65-31476B5A51E7}"/>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51FC63BB-6A56-8C39-F3B3-1AAF6E3EB7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A35A30DE-61D5-B371-D79B-EF1BF2FC59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826378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F0F658EC-4ABE-D046-E27B-5EBA3F858910}"/>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71E8AA75-B95C-C22F-4AEB-480E70AA9E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26CB9877-8151-71E6-237F-699A616AFD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384060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A378926D-E29C-FC27-26B8-FC6ABEB2AC27}"/>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B974F2D0-B3A5-4353-C143-79BCC8018E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9A8B6C74-E4AE-AEA4-EAA2-1806B439F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450509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036FF75F-1EC9-5654-5ED0-4F8A3E55DEBB}"/>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050D6A01-C937-0360-C56D-9951FD08BB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35106767-C795-7B51-3C81-0C7DB64CDD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858140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AB9213D6-71CB-50A9-E95C-122AC89D93A1}"/>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1341EA40-D4E9-7D07-84EE-1BD2E33AAB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3D0885D6-4D32-E606-19E1-409AF79C08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642105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E895FB98-725D-0FF0-26DF-D0A285366531}"/>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8BBC706F-EA7C-2B54-26A9-F99216A859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5BB3E8BB-AFF3-B9C5-8C6C-46D9CD8759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180431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ACB0C25F-AC06-C40D-01C5-57439A5B57C3}"/>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7F65599F-36A1-30C5-5B28-6FF34C5CAD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99E6A217-2D8D-AFF3-24BD-6C2AC369B9A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17610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7D2925A3-208C-142C-9556-93634E7CB0F8}"/>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A94C9A2E-65AA-D71E-1C58-D5E3D2F538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1AD26C59-BC01-CA4D-6D6E-023A8BDFEB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64436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36794879-8863-B667-5FC1-6DBF15FC6FC0}"/>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A408C243-C212-A69C-0830-113C1EB0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8B9213FD-C947-B67C-FF33-01FA11BC0C2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575120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35C9B86D-5F19-81E0-F013-6F39B5DABDCA}"/>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5940D2B6-A23E-07B8-0977-8612B18884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C7E9EF34-2C30-118F-B9E7-E9D6049811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67133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a:extLst>
            <a:ext uri="{FF2B5EF4-FFF2-40B4-BE49-F238E27FC236}">
              <a16:creationId xmlns:a16="http://schemas.microsoft.com/office/drawing/2014/main" id="{88F17D75-1DB2-E7E2-D4C3-DAB1494300DA}"/>
            </a:ext>
          </a:extLst>
        </p:cNvPr>
        <p:cNvGrpSpPr/>
        <p:nvPr/>
      </p:nvGrpSpPr>
      <p:grpSpPr>
        <a:xfrm>
          <a:off x="0" y="0"/>
          <a:ext cx="0" cy="0"/>
          <a:chOff x="0" y="0"/>
          <a:chExt cx="0" cy="0"/>
        </a:xfrm>
      </p:grpSpPr>
      <p:sp>
        <p:nvSpPr>
          <p:cNvPr id="1109" name="Google Shape;1109;g11efcb08b7f_0_25:notes">
            <a:extLst>
              <a:ext uri="{FF2B5EF4-FFF2-40B4-BE49-F238E27FC236}">
                <a16:creationId xmlns:a16="http://schemas.microsoft.com/office/drawing/2014/main" id="{AFAE3E38-A5E0-93C9-AD26-F1D3354822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a:extLst>
              <a:ext uri="{FF2B5EF4-FFF2-40B4-BE49-F238E27FC236}">
                <a16:creationId xmlns:a16="http://schemas.microsoft.com/office/drawing/2014/main" id="{D18D5ABE-476D-EE77-FBE3-FBFE65316C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54373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586BF7F8-A2BA-5455-FCB0-9DB36D4D4C2D}"/>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8FDABE60-6024-85D3-229B-F01DA24682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356F2EC0-9E41-855A-310E-F2C6CF29F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38396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40452756-B41C-31A5-D783-0197EA79B503}"/>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DFA6550B-E7F3-D416-E3A9-0927BB70BB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D268E2FE-7D74-E84E-456F-C54D037EA3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276499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FFEA27CC-2709-A2B9-29CC-11CF07291C49}"/>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8601EF48-55A8-D824-8BE7-3DB97E6D527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D92F467D-ACA2-CC3F-ADAA-238CC7155C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928993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E798C53B-0099-B4E6-02EA-6BF07D5BD375}"/>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F1590591-2257-C328-A7A5-8C50876D97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813A1FA9-8C0C-F016-F229-330FC45736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50979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F3453C2B-8E6F-B3C9-5729-E59622653A17}"/>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5E9420ED-BF02-E4C0-292C-F5C926A8A1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3D4CE5AB-F7A7-7939-D35D-99EC609A42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050366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4F0289B9-F1EF-FF00-73D7-DB9444CC1C5B}"/>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CF861066-337F-ED27-FBFF-C86EA095F24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CE630D37-6131-876C-22FC-67EA246E73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172688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29DD5626-29D4-55C6-4233-FAAEB093F40F}"/>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6F6170B6-0167-08E4-5734-A5EC2CA309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EFD5231A-6210-5D75-62DF-63A8B57025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004651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2C906EA0-A569-4EDE-7E0A-A06FE889D376}"/>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1AC0C201-44A0-9165-FF24-B5E5F884A3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2AA28753-2487-889E-457F-F24CD6AD14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412853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7D5B8F41-5415-B1CD-4C5E-E185C4D9B883}"/>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A6869816-A89E-BCE1-ADF0-79E819DD501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92F06F6C-7670-7732-4B38-7AB364851B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702151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E07B22F9-878C-FD7B-3DD4-C61A7F9C1007}"/>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495B4203-51EE-4F40-2C05-1DEF0A6308F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9A396C45-C1CB-DC5C-09AB-DECC18216C9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424192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B2E90A45-FBEF-2DE9-5585-D112ED1AD909}"/>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6E437C36-42CA-D8A0-6C41-F9E8F5F63D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A733D0CE-C24A-A62B-9072-25DF358B1E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9725571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A6EBFE71-AA00-48BA-4C91-1573CB28465F}"/>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D9D86D44-E551-4105-CC1B-60DD7D2523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069B6534-8871-50A0-31F8-E91229E612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75761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24BBD56A-2DB6-F693-FDA7-C3570A060AB7}"/>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230E3F03-178C-0FF0-EC53-B51CD58F85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5470AF1F-AD23-B63D-8CF2-8280064243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369886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9B91602F-B5BF-2BEA-EED7-61AACC9DD68E}"/>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53A81D49-6A89-C991-7C8F-243DBD59DD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7A6A31C9-91FF-4B1E-2787-1B5FA0DF75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4821576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p:cNvGrpSpPr/>
        <p:nvPr/>
      </p:nvGrpSpPr>
      <p:grpSpPr>
        <a:xfrm>
          <a:off x="0" y="0"/>
          <a:ext cx="0" cy="0"/>
          <a:chOff x="0" y="0"/>
          <a:chExt cx="0" cy="0"/>
        </a:xfrm>
      </p:grpSpPr>
      <p:sp>
        <p:nvSpPr>
          <p:cNvPr id="1034" name="Google Shape;1034;g11efcb08b7f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E95A6C7A-8C87-9430-3BD7-DEE152D2D79F}"/>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9B22720F-50E3-1713-5979-D93A487590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86DB7F7C-F741-F1AB-4645-0897B86654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41395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a:extLst>
            <a:ext uri="{FF2B5EF4-FFF2-40B4-BE49-F238E27FC236}">
              <a16:creationId xmlns:a16="http://schemas.microsoft.com/office/drawing/2014/main" id="{00025741-BDE7-82C7-08A4-C10475928985}"/>
            </a:ext>
          </a:extLst>
        </p:cNvPr>
        <p:cNvGrpSpPr/>
        <p:nvPr/>
      </p:nvGrpSpPr>
      <p:grpSpPr>
        <a:xfrm>
          <a:off x="0" y="0"/>
          <a:ext cx="0" cy="0"/>
          <a:chOff x="0" y="0"/>
          <a:chExt cx="0" cy="0"/>
        </a:xfrm>
      </p:grpSpPr>
      <p:sp>
        <p:nvSpPr>
          <p:cNvPr id="1109" name="Google Shape;1109;g11efcb08b7f_0_25:notes">
            <a:extLst>
              <a:ext uri="{FF2B5EF4-FFF2-40B4-BE49-F238E27FC236}">
                <a16:creationId xmlns:a16="http://schemas.microsoft.com/office/drawing/2014/main" id="{FFD6E58E-6B5F-17C0-603E-45C4BA5FBB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a:extLst>
              <a:ext uri="{FF2B5EF4-FFF2-40B4-BE49-F238E27FC236}">
                <a16:creationId xmlns:a16="http://schemas.microsoft.com/office/drawing/2014/main" id="{66E054D3-0C95-169E-1F88-12CC389B28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4088073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8"/>
        <p:cNvGrpSpPr/>
        <p:nvPr/>
      </p:nvGrpSpPr>
      <p:grpSpPr>
        <a:xfrm>
          <a:off x="0" y="0"/>
          <a:ext cx="0" cy="0"/>
          <a:chOff x="0" y="0"/>
          <a:chExt cx="0" cy="0"/>
        </a:xfrm>
      </p:grpSpPr>
      <p:sp>
        <p:nvSpPr>
          <p:cNvPr id="1249" name="Google Shape;1249;g11efcb08b7f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0" name="Google Shape;1250;g11efcb08b7f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p:cNvGrpSpPr/>
        <p:nvPr/>
      </p:nvGrpSpPr>
      <p:grpSpPr>
        <a:xfrm>
          <a:off x="0" y="0"/>
          <a:ext cx="0" cy="0"/>
          <a:chOff x="0" y="0"/>
          <a:chExt cx="0" cy="0"/>
        </a:xfrm>
      </p:grpSpPr>
      <p:sp>
        <p:nvSpPr>
          <p:cNvPr id="1340" name="Google Shape;1340;g11efcb08b7f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9FBA243E-9483-F76D-A1C0-97E07228E438}"/>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D5D82315-58F8-97D6-30A3-B5A3FCF2701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46C60998-E0BB-B77C-BB57-E498DFAE83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024562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a:extLst>
            <a:ext uri="{FF2B5EF4-FFF2-40B4-BE49-F238E27FC236}">
              <a16:creationId xmlns:a16="http://schemas.microsoft.com/office/drawing/2014/main" id="{B7D63AB8-1645-4350-A5FE-40759F48434D}"/>
            </a:ext>
          </a:extLst>
        </p:cNvPr>
        <p:cNvGrpSpPr/>
        <p:nvPr/>
      </p:nvGrpSpPr>
      <p:grpSpPr>
        <a:xfrm>
          <a:off x="0" y="0"/>
          <a:ext cx="0" cy="0"/>
          <a:chOff x="0" y="0"/>
          <a:chExt cx="0" cy="0"/>
        </a:xfrm>
      </p:grpSpPr>
      <p:sp>
        <p:nvSpPr>
          <p:cNvPr id="1034" name="Google Shape;1034;g11efcb08b7f_0_9:notes">
            <a:extLst>
              <a:ext uri="{FF2B5EF4-FFF2-40B4-BE49-F238E27FC236}">
                <a16:creationId xmlns:a16="http://schemas.microsoft.com/office/drawing/2014/main" id="{38708747-ECC9-31E5-8390-38FB22CD9A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5" name="Google Shape;1035;g11efcb08b7f_0_9:notes">
            <a:extLst>
              <a:ext uri="{FF2B5EF4-FFF2-40B4-BE49-F238E27FC236}">
                <a16:creationId xmlns:a16="http://schemas.microsoft.com/office/drawing/2014/main" id="{AAB47AE2-5CC2-139E-3BE6-41B569872B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403740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5803FBA7-DF4D-F116-5A93-04FB6136775C}"/>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BBDD8A20-108E-E8B6-FF75-6D1D7AD8BA8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9FF0C70C-C08F-BC86-8C36-1B6EA44C5D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63494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E51B11A5-6A2D-8AE8-B862-EB438CA79497}"/>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6E237E0C-ACE7-6EE6-B1BF-062F16DADC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E721C204-9243-B60F-A8B3-03B7F882A5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985086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91B14C26-247A-7239-3102-F078C8B3DA7A}"/>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1EEFD883-CD3A-C1CC-0BD6-E65A916742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D3F80698-15A8-2BA6-6015-FC6696B970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3820573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a:extLst>
            <a:ext uri="{FF2B5EF4-FFF2-40B4-BE49-F238E27FC236}">
              <a16:creationId xmlns:a16="http://schemas.microsoft.com/office/drawing/2014/main" id="{B742F0C9-7198-22DE-03D6-062AD8CA038A}"/>
            </a:ext>
          </a:extLst>
        </p:cNvPr>
        <p:cNvGrpSpPr/>
        <p:nvPr/>
      </p:nvGrpSpPr>
      <p:grpSpPr>
        <a:xfrm>
          <a:off x="0" y="0"/>
          <a:ext cx="0" cy="0"/>
          <a:chOff x="0" y="0"/>
          <a:chExt cx="0" cy="0"/>
        </a:xfrm>
      </p:grpSpPr>
      <p:sp>
        <p:nvSpPr>
          <p:cNvPr id="1109" name="Google Shape;1109;g11efcb08b7f_0_25:notes">
            <a:extLst>
              <a:ext uri="{FF2B5EF4-FFF2-40B4-BE49-F238E27FC236}">
                <a16:creationId xmlns:a16="http://schemas.microsoft.com/office/drawing/2014/main" id="{3C611B4B-8E3C-9496-83D7-35FDE7B2EE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11efcb08b7f_0_25:notes">
            <a:extLst>
              <a:ext uri="{FF2B5EF4-FFF2-40B4-BE49-F238E27FC236}">
                <a16:creationId xmlns:a16="http://schemas.microsoft.com/office/drawing/2014/main" id="{F5CD46F4-2C71-E74F-F4DB-82E29783EC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2950785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BABCD982-DDE3-5EE0-381D-FE2644722468}"/>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7469BBCA-D873-8088-0384-73BCC61E29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204D413B-AB2C-11E5-A22E-74FAE07F35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200681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2C1F8924-CEFA-2FEE-5228-D313EB810305}"/>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D621F2C5-3EBF-720F-AEAA-B712C64600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7EBC0465-3FB3-9428-159C-A60C479220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914398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6A3515D7-D5C6-0711-BC60-7267743EB801}"/>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A7E482B0-1456-E5C4-A4D6-CA20E8AFF3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A8484413-54A5-342C-7296-2ADCDF01B8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425484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827A6EEC-E1BE-0241-BA49-0D5B9652466D}"/>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03B6C526-64D1-69E1-2CE1-D3965DE3F0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1AA88782-C373-5A80-7F6E-A1D739D296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132483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F804D810-5167-0BBD-3FCB-115537D2299A}"/>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1FD85FFE-2580-E22A-9302-93274169D6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2C9C1183-03AB-88DF-C564-9973FBCF99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04410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3F314688-75EF-D270-5468-FB9D1E6BF6A6}"/>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3B7B607A-5A9A-24CA-75FB-649086055EE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286CD6A5-4A92-2F8A-4ADD-D33E062896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643359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a:extLst>
            <a:ext uri="{FF2B5EF4-FFF2-40B4-BE49-F238E27FC236}">
              <a16:creationId xmlns:a16="http://schemas.microsoft.com/office/drawing/2014/main" id="{BB7BFC9E-6C88-14E9-B537-366EA5F17CDF}"/>
            </a:ext>
          </a:extLst>
        </p:cNvPr>
        <p:cNvGrpSpPr/>
        <p:nvPr/>
      </p:nvGrpSpPr>
      <p:grpSpPr>
        <a:xfrm>
          <a:off x="0" y="0"/>
          <a:ext cx="0" cy="0"/>
          <a:chOff x="0" y="0"/>
          <a:chExt cx="0" cy="0"/>
        </a:xfrm>
      </p:grpSpPr>
      <p:sp>
        <p:nvSpPr>
          <p:cNvPr id="1340" name="Google Shape;1340;g11efcb08b7f_0_61:notes">
            <a:extLst>
              <a:ext uri="{FF2B5EF4-FFF2-40B4-BE49-F238E27FC236}">
                <a16:creationId xmlns:a16="http://schemas.microsoft.com/office/drawing/2014/main" id="{1957E0FE-1143-D150-6AF3-0E503FC73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11efcb08b7f_0_61:notes">
            <a:extLst>
              <a:ext uri="{FF2B5EF4-FFF2-40B4-BE49-F238E27FC236}">
                <a16:creationId xmlns:a16="http://schemas.microsoft.com/office/drawing/2014/main" id="{C59D3AB5-E543-BD36-8507-F1D81315BF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8622443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9"/>
        <p:cNvGrpSpPr/>
        <p:nvPr/>
      </p:nvGrpSpPr>
      <p:grpSpPr>
        <a:xfrm>
          <a:off x="0" y="0"/>
          <a:ext cx="0" cy="0"/>
          <a:chOff x="0" y="0"/>
          <a:chExt cx="0" cy="0"/>
        </a:xfrm>
      </p:grpSpPr>
      <p:sp>
        <p:nvSpPr>
          <p:cNvPr id="1070" name="Google Shape;1070;g11f3b086d1c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1" name="Google Shape;1071;g11f3b086d1c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2"/>
        <p:cNvGrpSpPr/>
        <p:nvPr/>
      </p:nvGrpSpPr>
      <p:grpSpPr>
        <a:xfrm>
          <a:off x="0" y="0"/>
          <a:ext cx="0" cy="0"/>
          <a:chOff x="0" y="0"/>
          <a:chExt cx="0" cy="0"/>
        </a:xfrm>
      </p:grpSpPr>
      <p:sp>
        <p:nvSpPr>
          <p:cNvPr id="1153" name="Google Shape;1153;g11efcb08b7f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4" name="Google Shape;1154;g11efcb08b7f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p:cNvGrpSpPr/>
        <p:nvPr/>
      </p:nvGrpSpPr>
      <p:grpSpPr>
        <a:xfrm>
          <a:off x="0" y="0"/>
          <a:ext cx="0" cy="0"/>
          <a:chOff x="0" y="0"/>
          <a:chExt cx="0" cy="0"/>
        </a:xfrm>
      </p:grpSpPr>
      <p:sp>
        <p:nvSpPr>
          <p:cNvPr id="1210" name="Google Shape;1210;g11efcb08b7f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11efcb08b7f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0"/>
        <p:cNvGrpSpPr/>
        <p:nvPr/>
      </p:nvGrpSpPr>
      <p:grpSpPr>
        <a:xfrm>
          <a:off x="0" y="0"/>
          <a:ext cx="0" cy="0"/>
          <a:chOff x="0" y="0"/>
          <a:chExt cx="0" cy="0"/>
        </a:xfrm>
      </p:grpSpPr>
      <p:sp>
        <p:nvSpPr>
          <p:cNvPr id="1261" name="Google Shape;1261;g11efcb08b7f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2" name="Google Shape;1262;g11efcb08b7f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4"/>
        <p:cNvGrpSpPr/>
        <p:nvPr/>
      </p:nvGrpSpPr>
      <p:grpSpPr>
        <a:xfrm>
          <a:off x="0" y="0"/>
          <a:ext cx="0" cy="0"/>
          <a:chOff x="0" y="0"/>
          <a:chExt cx="0" cy="0"/>
        </a:xfrm>
      </p:grpSpPr>
      <p:sp>
        <p:nvSpPr>
          <p:cNvPr id="1315" name="Google Shape;1315;g11efcb08b7f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6" name="Google Shape;1316;g11efcb08b7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9"/>
        <p:cNvGrpSpPr/>
        <p:nvPr/>
      </p:nvGrpSpPr>
      <p:grpSpPr>
        <a:xfrm>
          <a:off x="0" y="0"/>
          <a:ext cx="0" cy="0"/>
          <a:chOff x="0" y="0"/>
          <a:chExt cx="0" cy="0"/>
        </a:xfrm>
      </p:grpSpPr>
      <p:sp>
        <p:nvSpPr>
          <p:cNvPr id="1370" name="Google Shape;1370;g11efcb08b7f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1" name="Google Shape;1371;g11efcb08b7f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0"/>
        <p:cNvGrpSpPr/>
        <p:nvPr/>
      </p:nvGrpSpPr>
      <p:grpSpPr>
        <a:xfrm>
          <a:off x="0" y="0"/>
          <a:ext cx="0" cy="0"/>
          <a:chOff x="0" y="0"/>
          <a:chExt cx="0" cy="0"/>
        </a:xfrm>
      </p:grpSpPr>
      <p:sp>
        <p:nvSpPr>
          <p:cNvPr id="1421" name="Google Shape;1421;g11efcb08b7f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2" name="Google Shape;1422;g11efcb08b7f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0"/>
        <p:cNvGrpSpPr/>
        <p:nvPr/>
      </p:nvGrpSpPr>
      <p:grpSpPr>
        <a:xfrm>
          <a:off x="0" y="0"/>
          <a:ext cx="0" cy="0"/>
          <a:chOff x="0" y="0"/>
          <a:chExt cx="0" cy="0"/>
        </a:xfrm>
      </p:grpSpPr>
      <p:sp>
        <p:nvSpPr>
          <p:cNvPr id="1441" name="Google Shape;1441;g11efcb08b7f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2" name="Google Shape;1442;g11efcb08b7f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3"/>
        <p:cNvGrpSpPr/>
        <p:nvPr/>
      </p:nvGrpSpPr>
      <p:grpSpPr>
        <a:xfrm>
          <a:off x="0" y="0"/>
          <a:ext cx="0" cy="0"/>
          <a:chOff x="0" y="0"/>
          <a:chExt cx="0" cy="0"/>
        </a:xfrm>
      </p:grpSpPr>
      <p:sp>
        <p:nvSpPr>
          <p:cNvPr id="1494" name="Google Shape;1494;g11efcb08b7f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5" name="Google Shape;1495;g11efcb08b7f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7"/>
        <p:cNvGrpSpPr/>
        <p:nvPr/>
      </p:nvGrpSpPr>
      <p:grpSpPr>
        <a:xfrm>
          <a:off x="0" y="0"/>
          <a:ext cx="0" cy="0"/>
          <a:chOff x="0" y="0"/>
          <a:chExt cx="0" cy="0"/>
        </a:xfrm>
      </p:grpSpPr>
      <p:sp>
        <p:nvSpPr>
          <p:cNvPr id="1538" name="Google Shape;1538;g11f3b086d1c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9" name="Google Shape;1539;g11f3b086d1c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3"/>
        <p:cNvGrpSpPr/>
        <p:nvPr/>
      </p:nvGrpSpPr>
      <p:grpSpPr>
        <a:xfrm>
          <a:off x="0" y="0"/>
          <a:ext cx="0" cy="0"/>
          <a:chOff x="0" y="0"/>
          <a:chExt cx="0" cy="0"/>
        </a:xfrm>
      </p:grpSpPr>
      <p:sp>
        <p:nvSpPr>
          <p:cNvPr id="1544" name="Google Shape;1544;g11efcb08b7f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5" name="Google Shape;1545;g11efcb08b7f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6"/>
        <p:cNvGrpSpPr/>
        <p:nvPr/>
      </p:nvGrpSpPr>
      <p:grpSpPr>
        <a:xfrm>
          <a:off x="0" y="0"/>
          <a:ext cx="0" cy="0"/>
          <a:chOff x="0" y="0"/>
          <a:chExt cx="0" cy="0"/>
        </a:xfrm>
      </p:grpSpPr>
      <p:sp>
        <p:nvSpPr>
          <p:cNvPr id="1627" name="Google Shape;1627;g11efcb08b7f_0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8" name="Google Shape;1628;g11efcb08b7f_0_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4"/>
        <p:cNvGrpSpPr/>
        <p:nvPr/>
      </p:nvGrpSpPr>
      <p:grpSpPr>
        <a:xfrm>
          <a:off x="0" y="0"/>
          <a:ext cx="0" cy="0"/>
          <a:chOff x="0" y="0"/>
          <a:chExt cx="0" cy="0"/>
        </a:xfrm>
      </p:grpSpPr>
      <p:sp>
        <p:nvSpPr>
          <p:cNvPr id="1635" name="Google Shape;1635;g11efcb08b7f_0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6" name="Google Shape;1636;g11efcb08b7f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6"/>
        <p:cNvGrpSpPr/>
        <p:nvPr/>
      </p:nvGrpSpPr>
      <p:grpSpPr>
        <a:xfrm>
          <a:off x="0" y="0"/>
          <a:ext cx="0" cy="0"/>
          <a:chOff x="0" y="0"/>
          <a:chExt cx="0" cy="0"/>
        </a:xfrm>
      </p:grpSpPr>
      <p:sp>
        <p:nvSpPr>
          <p:cNvPr id="1657" name="Google Shape;1657;g11efcb08b7f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8" name="Google Shape;1658;g11efcb08b7f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5"/>
        <p:cNvGrpSpPr/>
        <p:nvPr/>
      </p:nvGrpSpPr>
      <p:grpSpPr>
        <a:xfrm>
          <a:off x="0" y="0"/>
          <a:ext cx="0" cy="0"/>
          <a:chOff x="0" y="0"/>
          <a:chExt cx="0" cy="0"/>
        </a:xfrm>
      </p:grpSpPr>
      <p:sp>
        <p:nvSpPr>
          <p:cNvPr id="1686" name="Google Shape;1686;g11f3b086d1c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7" name="Google Shape;1687;g11f3b086d1c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3"/>
        <p:cNvGrpSpPr/>
        <p:nvPr/>
      </p:nvGrpSpPr>
      <p:grpSpPr>
        <a:xfrm>
          <a:off x="0" y="0"/>
          <a:ext cx="0" cy="0"/>
          <a:chOff x="0" y="0"/>
          <a:chExt cx="0" cy="0"/>
        </a:xfrm>
      </p:grpSpPr>
      <p:sp>
        <p:nvSpPr>
          <p:cNvPr id="1704" name="Google Shape;1704;g11efcb08b7f_10_13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5" name="Google Shape;1705;g11efcb08b7f_10_13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7"/>
        <p:cNvGrpSpPr/>
        <p:nvPr/>
      </p:nvGrpSpPr>
      <p:grpSpPr>
        <a:xfrm>
          <a:off x="0" y="0"/>
          <a:ext cx="0" cy="0"/>
          <a:chOff x="0" y="0"/>
          <a:chExt cx="0" cy="0"/>
        </a:xfrm>
      </p:grpSpPr>
      <p:sp>
        <p:nvSpPr>
          <p:cNvPr id="1718" name="Google Shape;1718;g11efcb08b7f_10_13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9" name="Google Shape;1719;g11efcb08b7f_10_13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0"/>
        <p:cNvGrpSpPr/>
        <p:nvPr/>
      </p:nvGrpSpPr>
      <p:grpSpPr>
        <a:xfrm>
          <a:off x="0" y="0"/>
          <a:ext cx="0" cy="0"/>
          <a:chOff x="0" y="0"/>
          <a:chExt cx="0" cy="0"/>
        </a:xfrm>
      </p:grpSpPr>
      <p:sp>
        <p:nvSpPr>
          <p:cNvPr id="1731" name="Google Shape;1731;g11efcb08b7f_0_141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2" name="Google Shape;1732;g11efcb08b7f_0_14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7"/>
        <p:cNvGrpSpPr/>
        <p:nvPr/>
      </p:nvGrpSpPr>
      <p:grpSpPr>
        <a:xfrm>
          <a:off x="0" y="0"/>
          <a:ext cx="0" cy="0"/>
          <a:chOff x="0" y="0"/>
          <a:chExt cx="0" cy="0"/>
        </a:xfrm>
      </p:grpSpPr>
      <p:sp>
        <p:nvSpPr>
          <p:cNvPr id="1738" name="Google Shape;1738;g11efcb08b7f_0_141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9" name="Google Shape;1739;g11efcb08b7f_0_14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4"/>
        <p:cNvGrpSpPr/>
        <p:nvPr/>
      </p:nvGrpSpPr>
      <p:grpSpPr>
        <a:xfrm>
          <a:off x="0" y="0"/>
          <a:ext cx="0" cy="0"/>
          <a:chOff x="0" y="0"/>
          <a:chExt cx="0" cy="0"/>
        </a:xfrm>
      </p:grpSpPr>
      <p:sp>
        <p:nvSpPr>
          <p:cNvPr id="1745" name="Google Shape;1745;g11efcb08b7f_0_141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6" name="Google Shape;1746;g11efcb08b7f_0_141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5"/>
        <p:cNvGrpSpPr/>
        <p:nvPr/>
      </p:nvGrpSpPr>
      <p:grpSpPr>
        <a:xfrm>
          <a:off x="0" y="0"/>
          <a:ext cx="0" cy="0"/>
          <a:chOff x="0" y="0"/>
          <a:chExt cx="0" cy="0"/>
        </a:xfrm>
      </p:grpSpPr>
      <p:sp>
        <p:nvSpPr>
          <p:cNvPr id="1756" name="Google Shape;1756;g11efcb08b7f_0_141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7" name="Google Shape;1757;g11efcb08b7f_0_14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1"/>
        <p:cNvGrpSpPr/>
        <p:nvPr/>
      </p:nvGrpSpPr>
      <p:grpSpPr>
        <a:xfrm>
          <a:off x="0" y="0"/>
          <a:ext cx="0" cy="0"/>
          <a:chOff x="0" y="0"/>
          <a:chExt cx="0" cy="0"/>
        </a:xfrm>
      </p:grpSpPr>
      <p:sp>
        <p:nvSpPr>
          <p:cNvPr id="1772" name="Google Shape;1772;g11efcb08b7f_0_141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3" name="Google Shape;1773;g11efcb08b7f_0_141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8"/>
        <p:cNvGrpSpPr/>
        <p:nvPr/>
      </p:nvGrpSpPr>
      <p:grpSpPr>
        <a:xfrm>
          <a:off x="0" y="0"/>
          <a:ext cx="0" cy="0"/>
          <a:chOff x="0" y="0"/>
          <a:chExt cx="0" cy="0"/>
        </a:xfrm>
      </p:grpSpPr>
      <p:sp>
        <p:nvSpPr>
          <p:cNvPr id="2109" name="Google Shape;2109;g11efcb08b7f_0_145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0" name="Google Shape;2110;g11efcb08b7f_0_145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22"/>
        <p:cNvGrpSpPr/>
        <p:nvPr/>
      </p:nvGrpSpPr>
      <p:grpSpPr>
        <a:xfrm>
          <a:off x="0" y="0"/>
          <a:ext cx="0" cy="0"/>
          <a:chOff x="0" y="0"/>
          <a:chExt cx="0" cy="0"/>
        </a:xfrm>
      </p:grpSpPr>
      <p:sp>
        <p:nvSpPr>
          <p:cNvPr id="8023" name="Google Shape;8023;g11efcb08b7f_0_204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24" name="Google Shape;8024;g11efcb08b7f_0_204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49"/>
        <p:cNvGrpSpPr/>
        <p:nvPr/>
      </p:nvGrpSpPr>
      <p:grpSpPr>
        <a:xfrm>
          <a:off x="0" y="0"/>
          <a:ext cx="0" cy="0"/>
          <a:chOff x="0" y="0"/>
          <a:chExt cx="0" cy="0"/>
        </a:xfrm>
      </p:grpSpPr>
      <p:sp>
        <p:nvSpPr>
          <p:cNvPr id="8450" name="Google Shape;8450;g11efcb08b7f_0_208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51" name="Google Shape;8451;g11efcb08b7f_0_208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12"/>
        <p:cNvGrpSpPr/>
        <p:nvPr/>
      </p:nvGrpSpPr>
      <p:grpSpPr>
        <a:xfrm>
          <a:off x="0" y="0"/>
          <a:ext cx="0" cy="0"/>
          <a:chOff x="0" y="0"/>
          <a:chExt cx="0" cy="0"/>
        </a:xfrm>
      </p:grpSpPr>
      <p:sp>
        <p:nvSpPr>
          <p:cNvPr id="8613" name="Google Shape;8613;g11efcb08b7f_0_210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14" name="Google Shape;8614;g11efcb08b7f_0_210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14"/>
        <p:cNvGrpSpPr/>
        <p:nvPr/>
      </p:nvGrpSpPr>
      <p:grpSpPr>
        <a:xfrm>
          <a:off x="0" y="0"/>
          <a:ext cx="0" cy="0"/>
          <a:chOff x="0" y="0"/>
          <a:chExt cx="0" cy="0"/>
        </a:xfrm>
      </p:grpSpPr>
      <p:sp>
        <p:nvSpPr>
          <p:cNvPr id="9015" name="Google Shape;9015;g11efcb08b7f_0_214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16" name="Google Shape;9016;g11efcb08b7f_0_214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5"/>
        <p:cNvGrpSpPr/>
        <p:nvPr/>
      </p:nvGrpSpPr>
      <p:grpSpPr>
        <a:xfrm>
          <a:off x="0" y="0"/>
          <a:ext cx="0" cy="0"/>
          <a:chOff x="0" y="0"/>
          <a:chExt cx="0" cy="0"/>
        </a:xfrm>
      </p:grpSpPr>
      <p:sp>
        <p:nvSpPr>
          <p:cNvPr id="9386" name="Google Shape;9386;g11efcb08b7f_0_217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7" name="Google Shape;9387;g11efcb08b7f_0_217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62"/>
        <p:cNvGrpSpPr/>
        <p:nvPr/>
      </p:nvGrpSpPr>
      <p:grpSpPr>
        <a:xfrm>
          <a:off x="0" y="0"/>
          <a:ext cx="0" cy="0"/>
          <a:chOff x="0" y="0"/>
          <a:chExt cx="0" cy="0"/>
        </a:xfrm>
      </p:grpSpPr>
      <p:sp>
        <p:nvSpPr>
          <p:cNvPr id="9763" name="Google Shape;9763;g11efcb08b7f_0_221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64" name="Google Shape;9764;g11efcb08b7f_0_22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93"/>
        <p:cNvGrpSpPr/>
        <p:nvPr/>
      </p:nvGrpSpPr>
      <p:grpSpPr>
        <a:xfrm>
          <a:off x="0" y="0"/>
          <a:ext cx="0" cy="0"/>
          <a:chOff x="0" y="0"/>
          <a:chExt cx="0" cy="0"/>
        </a:xfrm>
      </p:grpSpPr>
      <p:sp>
        <p:nvSpPr>
          <p:cNvPr id="10194" name="Google Shape;10194;g11efcb08b7f_0_225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95" name="Google Shape;10195;g11efcb08b7f_0_225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86"/>
        <p:cNvGrpSpPr/>
        <p:nvPr/>
      </p:nvGrpSpPr>
      <p:grpSpPr>
        <a:xfrm>
          <a:off x="0" y="0"/>
          <a:ext cx="0" cy="0"/>
          <a:chOff x="0" y="0"/>
          <a:chExt cx="0" cy="0"/>
        </a:xfrm>
      </p:grpSpPr>
      <p:sp>
        <p:nvSpPr>
          <p:cNvPr id="10987" name="Google Shape;10987;g11efcb08b7f_0_2337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88" name="Google Shape;10988;g11efcb08b7f_0_233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7"/>
        <p:cNvGrpSpPr/>
        <p:nvPr/>
      </p:nvGrpSpPr>
      <p:grpSpPr>
        <a:xfrm>
          <a:off x="0" y="0"/>
          <a:ext cx="0" cy="0"/>
          <a:chOff x="0" y="0"/>
          <a:chExt cx="0" cy="0"/>
        </a:xfrm>
      </p:grpSpPr>
      <p:sp>
        <p:nvSpPr>
          <p:cNvPr id="11728" name="Google Shape;11728;g11efcb08b7f_0_241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29" name="Google Shape;11729;g11efcb08b7f_0_24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20"/>
        <p:cNvGrpSpPr/>
        <p:nvPr/>
      </p:nvGrpSpPr>
      <p:grpSpPr>
        <a:xfrm>
          <a:off x="0" y="0"/>
          <a:ext cx="0" cy="0"/>
          <a:chOff x="0" y="0"/>
          <a:chExt cx="0" cy="0"/>
        </a:xfrm>
      </p:grpSpPr>
      <p:sp>
        <p:nvSpPr>
          <p:cNvPr id="12421" name="Google Shape;12421;g11efcb08b7f_0_248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22" name="Google Shape;12422;g11efcb08b7f_0_248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22"/>
        <p:cNvGrpSpPr/>
        <p:nvPr/>
      </p:nvGrpSpPr>
      <p:grpSpPr>
        <a:xfrm>
          <a:off x="0" y="0"/>
          <a:ext cx="0" cy="0"/>
          <a:chOff x="0" y="0"/>
          <a:chExt cx="0" cy="0"/>
        </a:xfrm>
      </p:grpSpPr>
      <p:sp>
        <p:nvSpPr>
          <p:cNvPr id="12723" name="Google Shape;12723;g11efcb08b7f_0_251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24" name="Google Shape;12724;g11efcb08b7f_0_25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62"/>
        <p:cNvGrpSpPr/>
        <p:nvPr/>
      </p:nvGrpSpPr>
      <p:grpSpPr>
        <a:xfrm>
          <a:off x="0" y="0"/>
          <a:ext cx="0" cy="0"/>
          <a:chOff x="0" y="0"/>
          <a:chExt cx="0" cy="0"/>
        </a:xfrm>
      </p:grpSpPr>
      <p:sp>
        <p:nvSpPr>
          <p:cNvPr id="13363" name="Google Shape;13363;g11efcb08b7f_0_277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64" name="Google Shape;13364;g11efcb08b7f_0_277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flipH="1">
            <a:off x="743325" y="1454185"/>
            <a:ext cx="6952800" cy="1339500"/>
          </a:xfrm>
          <a:prstGeom prst="rect">
            <a:avLst/>
          </a:prstGeom>
        </p:spPr>
        <p:txBody>
          <a:bodyPr spcFirstLastPara="1" wrap="square" lIns="91425" tIns="0" rIns="91425" bIns="0" anchor="t" anchorCtr="0">
            <a:noAutofit/>
          </a:bodyPr>
          <a:lstStyle>
            <a:lvl1pPr lvl="0">
              <a:spcBef>
                <a:spcPts val="0"/>
              </a:spcBef>
              <a:spcAft>
                <a:spcPts val="0"/>
              </a:spcAft>
              <a:buSzPts val="5200"/>
              <a:buNone/>
              <a:defRPr sz="45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flipH="1">
            <a:off x="743375" y="3242315"/>
            <a:ext cx="6952800" cy="447000"/>
          </a:xfrm>
          <a:prstGeom prst="rect">
            <a:avLst/>
          </a:prstGeom>
        </p:spPr>
        <p:txBody>
          <a:bodyPr spcFirstLastPara="1" wrap="square" lIns="91425" tIns="0" rIns="91425" bIns="0" anchor="t" anchorCtr="0">
            <a:noAutofit/>
          </a:bodyPr>
          <a:lstStyle>
            <a:lvl1pPr lvl="0">
              <a:lnSpc>
                <a:spcPct val="100000"/>
              </a:lnSpc>
              <a:spcBef>
                <a:spcPts val="0"/>
              </a:spcBef>
              <a:spcAft>
                <a:spcPts val="0"/>
              </a:spcAft>
              <a:buSzPts val="2800"/>
              <a:buNone/>
              <a:defRPr sz="20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grpSp>
        <p:nvGrpSpPr>
          <p:cNvPr id="11" name="Google Shape;11;p2"/>
          <p:cNvGrpSpPr/>
          <p:nvPr/>
        </p:nvGrpSpPr>
        <p:grpSpPr>
          <a:xfrm flipH="1">
            <a:off x="3452019" y="-348332"/>
            <a:ext cx="1019565" cy="1290805"/>
            <a:chOff x="-4017975" y="-49702"/>
            <a:chExt cx="1162825" cy="1472177"/>
          </a:xfrm>
        </p:grpSpPr>
        <p:sp>
          <p:nvSpPr>
            <p:cNvPr id="12" name="Google Shape;12;p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 name="Google Shape;19;p2"/>
          <p:cNvGrpSpPr/>
          <p:nvPr/>
        </p:nvGrpSpPr>
        <p:grpSpPr>
          <a:xfrm flipH="1">
            <a:off x="8425338" y="2120543"/>
            <a:ext cx="1938846" cy="1720830"/>
            <a:chOff x="-1873362" y="2120543"/>
            <a:chExt cx="1938846" cy="1720830"/>
          </a:xfrm>
        </p:grpSpPr>
        <p:sp>
          <p:nvSpPr>
            <p:cNvPr id="20" name="Google Shape;20;p2"/>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flipH="1">
            <a:off x="-1155987" y="-912707"/>
            <a:ext cx="1938846" cy="1720830"/>
            <a:chOff x="-1873362" y="2120543"/>
            <a:chExt cx="1938846" cy="1720830"/>
          </a:xfrm>
        </p:grpSpPr>
        <p:sp>
          <p:nvSpPr>
            <p:cNvPr id="40" name="Google Shape;40;p2"/>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59;p2"/>
          <p:cNvGrpSpPr/>
          <p:nvPr/>
        </p:nvGrpSpPr>
        <p:grpSpPr>
          <a:xfrm flipH="1">
            <a:off x="6857372" y="-188512"/>
            <a:ext cx="1516025" cy="1489525"/>
            <a:chOff x="-3888525" y="-3012325"/>
            <a:chExt cx="1516025" cy="1489525"/>
          </a:xfrm>
        </p:grpSpPr>
        <p:sp>
          <p:nvSpPr>
            <p:cNvPr id="60" name="Google Shape;60;p2"/>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1"/>
        <p:cNvGrpSpPr/>
        <p:nvPr/>
      </p:nvGrpSpPr>
      <p:grpSpPr>
        <a:xfrm>
          <a:off x="0" y="0"/>
          <a:ext cx="0" cy="0"/>
          <a:chOff x="0" y="0"/>
          <a:chExt cx="0" cy="0"/>
        </a:xfrm>
      </p:grpSpPr>
      <p:sp>
        <p:nvSpPr>
          <p:cNvPr id="72" name="Google Shape;72;p3"/>
          <p:cNvSpPr txBox="1">
            <a:spLocks noGrp="1"/>
          </p:cNvSpPr>
          <p:nvPr>
            <p:ph type="title" hasCustomPrompt="1"/>
          </p:nvPr>
        </p:nvSpPr>
        <p:spPr>
          <a:xfrm>
            <a:off x="2598875" y="787425"/>
            <a:ext cx="3946500" cy="1175100"/>
          </a:xfrm>
          <a:prstGeom prst="rect">
            <a:avLst/>
          </a:prstGeom>
          <a:noFill/>
        </p:spPr>
        <p:txBody>
          <a:bodyPr spcFirstLastPara="1" wrap="square" lIns="91425" tIns="0" rIns="91425" bIns="0" anchor="t" anchorCtr="0">
            <a:noAutofit/>
          </a:bodyPr>
          <a:lstStyle>
            <a:lvl1pPr lvl="0" algn="r" rtl="0">
              <a:spcBef>
                <a:spcPts val="0"/>
              </a:spcBef>
              <a:spcAft>
                <a:spcPts val="0"/>
              </a:spcAft>
              <a:buSzPts val="4000"/>
              <a:buNone/>
              <a:defRPr sz="9000"/>
            </a:lvl1pPr>
            <a:lvl2pPr lvl="1" algn="ctr" rtl="0">
              <a:spcBef>
                <a:spcPts val="0"/>
              </a:spcBef>
              <a:spcAft>
                <a:spcPts val="0"/>
              </a:spcAft>
              <a:buSzPts val="4000"/>
              <a:buNone/>
              <a:defRPr sz="4000" b="1"/>
            </a:lvl2pPr>
            <a:lvl3pPr lvl="2" algn="ctr" rtl="0">
              <a:spcBef>
                <a:spcPts val="0"/>
              </a:spcBef>
              <a:spcAft>
                <a:spcPts val="0"/>
              </a:spcAft>
              <a:buSzPts val="4000"/>
              <a:buNone/>
              <a:defRPr sz="4000" b="1"/>
            </a:lvl3pPr>
            <a:lvl4pPr lvl="3" algn="ctr" rtl="0">
              <a:spcBef>
                <a:spcPts val="0"/>
              </a:spcBef>
              <a:spcAft>
                <a:spcPts val="0"/>
              </a:spcAft>
              <a:buSzPts val="4000"/>
              <a:buNone/>
              <a:defRPr sz="4000" b="1"/>
            </a:lvl4pPr>
            <a:lvl5pPr lvl="4" algn="ctr" rtl="0">
              <a:spcBef>
                <a:spcPts val="0"/>
              </a:spcBef>
              <a:spcAft>
                <a:spcPts val="0"/>
              </a:spcAft>
              <a:buSzPts val="4000"/>
              <a:buNone/>
              <a:defRPr sz="4000" b="1"/>
            </a:lvl5pPr>
            <a:lvl6pPr lvl="5" algn="ctr" rtl="0">
              <a:spcBef>
                <a:spcPts val="0"/>
              </a:spcBef>
              <a:spcAft>
                <a:spcPts val="0"/>
              </a:spcAft>
              <a:buSzPts val="4000"/>
              <a:buNone/>
              <a:defRPr sz="4000" b="1"/>
            </a:lvl6pPr>
            <a:lvl7pPr lvl="6" algn="ctr" rtl="0">
              <a:spcBef>
                <a:spcPts val="0"/>
              </a:spcBef>
              <a:spcAft>
                <a:spcPts val="0"/>
              </a:spcAft>
              <a:buSzPts val="4000"/>
              <a:buNone/>
              <a:defRPr sz="4000" b="1"/>
            </a:lvl7pPr>
            <a:lvl8pPr lvl="7" algn="ctr" rtl="0">
              <a:spcBef>
                <a:spcPts val="0"/>
              </a:spcBef>
              <a:spcAft>
                <a:spcPts val="0"/>
              </a:spcAft>
              <a:buSzPts val="4000"/>
              <a:buNone/>
              <a:defRPr sz="4000" b="1"/>
            </a:lvl8pPr>
            <a:lvl9pPr lvl="8" algn="ctr" rtl="0">
              <a:spcBef>
                <a:spcPts val="0"/>
              </a:spcBef>
              <a:spcAft>
                <a:spcPts val="0"/>
              </a:spcAft>
              <a:buSzPts val="4000"/>
              <a:buNone/>
              <a:defRPr sz="4000" b="1"/>
            </a:lvl9pPr>
          </a:lstStyle>
          <a:p>
            <a:r>
              <a:t>xx%</a:t>
            </a:r>
          </a:p>
        </p:txBody>
      </p:sp>
      <p:sp>
        <p:nvSpPr>
          <p:cNvPr id="73" name="Google Shape;73;p3"/>
          <p:cNvSpPr txBox="1">
            <a:spLocks noGrp="1"/>
          </p:cNvSpPr>
          <p:nvPr>
            <p:ph type="title" idx="2"/>
          </p:nvPr>
        </p:nvSpPr>
        <p:spPr>
          <a:xfrm>
            <a:off x="2598625" y="2347850"/>
            <a:ext cx="3946500" cy="1229100"/>
          </a:xfrm>
          <a:prstGeom prst="rect">
            <a:avLst/>
          </a:prstGeom>
        </p:spPr>
        <p:txBody>
          <a:bodyPr spcFirstLastPara="1" wrap="square" lIns="91425" tIns="0" rIns="91425" bIns="0" anchor="t" anchorCtr="0">
            <a:noAutofit/>
          </a:bodyPr>
          <a:lstStyle>
            <a:lvl1pPr lvl="0" algn="r" rtl="0">
              <a:spcBef>
                <a:spcPts val="0"/>
              </a:spcBef>
              <a:spcAft>
                <a:spcPts val="0"/>
              </a:spcAft>
              <a:buSzPts val="4000"/>
              <a:buNone/>
              <a:defRPr sz="4000">
                <a:latin typeface="Jost"/>
                <a:ea typeface="Jost"/>
                <a:cs typeface="Jost"/>
                <a:sym typeface="Jost"/>
              </a:defRPr>
            </a:lvl1pPr>
            <a:lvl2pPr lvl="1" algn="ctr" rtl="0">
              <a:spcBef>
                <a:spcPts val="0"/>
              </a:spcBef>
              <a:spcAft>
                <a:spcPts val="0"/>
              </a:spcAft>
              <a:buSzPts val="4000"/>
              <a:buNone/>
              <a:defRPr sz="4000"/>
            </a:lvl2pPr>
            <a:lvl3pPr lvl="2" algn="ctr" rtl="0">
              <a:spcBef>
                <a:spcPts val="0"/>
              </a:spcBef>
              <a:spcAft>
                <a:spcPts val="0"/>
              </a:spcAft>
              <a:buSzPts val="4000"/>
              <a:buNone/>
              <a:defRPr sz="4000"/>
            </a:lvl3pPr>
            <a:lvl4pPr lvl="3" algn="ctr" rtl="0">
              <a:spcBef>
                <a:spcPts val="0"/>
              </a:spcBef>
              <a:spcAft>
                <a:spcPts val="0"/>
              </a:spcAft>
              <a:buSzPts val="4000"/>
              <a:buNone/>
              <a:defRPr sz="4000"/>
            </a:lvl4pPr>
            <a:lvl5pPr lvl="4" algn="ctr" rtl="0">
              <a:spcBef>
                <a:spcPts val="0"/>
              </a:spcBef>
              <a:spcAft>
                <a:spcPts val="0"/>
              </a:spcAft>
              <a:buSzPts val="4000"/>
              <a:buNone/>
              <a:defRPr sz="4000"/>
            </a:lvl5pPr>
            <a:lvl6pPr lvl="5" algn="ctr" rtl="0">
              <a:spcBef>
                <a:spcPts val="0"/>
              </a:spcBef>
              <a:spcAft>
                <a:spcPts val="0"/>
              </a:spcAft>
              <a:buSzPts val="4000"/>
              <a:buNone/>
              <a:defRPr sz="4000"/>
            </a:lvl6pPr>
            <a:lvl7pPr lvl="6" algn="ctr" rtl="0">
              <a:spcBef>
                <a:spcPts val="0"/>
              </a:spcBef>
              <a:spcAft>
                <a:spcPts val="0"/>
              </a:spcAft>
              <a:buSzPts val="4000"/>
              <a:buNone/>
              <a:defRPr sz="4000"/>
            </a:lvl7pPr>
            <a:lvl8pPr lvl="7" algn="ctr" rtl="0">
              <a:spcBef>
                <a:spcPts val="0"/>
              </a:spcBef>
              <a:spcAft>
                <a:spcPts val="0"/>
              </a:spcAft>
              <a:buSzPts val="4000"/>
              <a:buNone/>
              <a:defRPr sz="4000"/>
            </a:lvl8pPr>
            <a:lvl9pPr lvl="8" algn="ctr" rtl="0">
              <a:spcBef>
                <a:spcPts val="0"/>
              </a:spcBef>
              <a:spcAft>
                <a:spcPts val="0"/>
              </a:spcAft>
              <a:buSzPts val="4000"/>
              <a:buNone/>
              <a:defRPr sz="4000"/>
            </a:lvl9pPr>
          </a:lstStyle>
          <a:p>
            <a:endParaRPr/>
          </a:p>
        </p:txBody>
      </p:sp>
      <p:sp>
        <p:nvSpPr>
          <p:cNvPr id="74" name="Google Shape;74;p3"/>
          <p:cNvSpPr txBox="1">
            <a:spLocks noGrp="1"/>
          </p:cNvSpPr>
          <p:nvPr>
            <p:ph type="subTitle" idx="1"/>
          </p:nvPr>
        </p:nvSpPr>
        <p:spPr>
          <a:xfrm>
            <a:off x="2598875" y="3643263"/>
            <a:ext cx="3946500" cy="7128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SzPts val="1400"/>
              <a:buNone/>
              <a:defRPr sz="1800"/>
            </a:lvl1pPr>
            <a:lvl2pPr lvl="1" algn="ctr" rtl="0">
              <a:lnSpc>
                <a:spcPct val="100000"/>
              </a:lnSpc>
              <a:spcBef>
                <a:spcPts val="0"/>
              </a:spcBef>
              <a:spcAft>
                <a:spcPts val="0"/>
              </a:spcAft>
              <a:buSzPts val="2000"/>
              <a:buNone/>
              <a:defRPr sz="2000"/>
            </a:lvl2pPr>
            <a:lvl3pPr lvl="2" algn="ctr" rtl="0">
              <a:lnSpc>
                <a:spcPct val="100000"/>
              </a:lnSpc>
              <a:spcBef>
                <a:spcPts val="0"/>
              </a:spcBef>
              <a:spcAft>
                <a:spcPts val="0"/>
              </a:spcAft>
              <a:buSzPts val="2000"/>
              <a:buNone/>
              <a:defRPr sz="2000"/>
            </a:lvl3pPr>
            <a:lvl4pPr lvl="3" algn="ctr" rtl="0">
              <a:lnSpc>
                <a:spcPct val="100000"/>
              </a:lnSpc>
              <a:spcBef>
                <a:spcPts val="0"/>
              </a:spcBef>
              <a:spcAft>
                <a:spcPts val="0"/>
              </a:spcAft>
              <a:buSzPts val="2000"/>
              <a:buNone/>
              <a:defRPr sz="2000"/>
            </a:lvl4pPr>
            <a:lvl5pPr lvl="4" algn="ctr" rtl="0">
              <a:lnSpc>
                <a:spcPct val="100000"/>
              </a:lnSpc>
              <a:spcBef>
                <a:spcPts val="0"/>
              </a:spcBef>
              <a:spcAft>
                <a:spcPts val="0"/>
              </a:spcAft>
              <a:buSzPts val="2000"/>
              <a:buNone/>
              <a:defRPr sz="2000"/>
            </a:lvl5pPr>
            <a:lvl6pPr lvl="5" algn="ctr" rtl="0">
              <a:lnSpc>
                <a:spcPct val="100000"/>
              </a:lnSpc>
              <a:spcBef>
                <a:spcPts val="0"/>
              </a:spcBef>
              <a:spcAft>
                <a:spcPts val="0"/>
              </a:spcAft>
              <a:buSzPts val="2000"/>
              <a:buNone/>
              <a:defRPr sz="2000"/>
            </a:lvl6pPr>
            <a:lvl7pPr lvl="6" algn="ctr" rtl="0">
              <a:lnSpc>
                <a:spcPct val="100000"/>
              </a:lnSpc>
              <a:spcBef>
                <a:spcPts val="0"/>
              </a:spcBef>
              <a:spcAft>
                <a:spcPts val="0"/>
              </a:spcAft>
              <a:buSzPts val="2000"/>
              <a:buNone/>
              <a:defRPr sz="2000"/>
            </a:lvl7pPr>
            <a:lvl8pPr lvl="7" algn="ctr" rtl="0">
              <a:lnSpc>
                <a:spcPct val="100000"/>
              </a:lnSpc>
              <a:spcBef>
                <a:spcPts val="0"/>
              </a:spcBef>
              <a:spcAft>
                <a:spcPts val="0"/>
              </a:spcAft>
              <a:buSzPts val="2000"/>
              <a:buNone/>
              <a:defRPr sz="2000"/>
            </a:lvl8pPr>
            <a:lvl9pPr lvl="8" algn="ctr" rtl="0">
              <a:lnSpc>
                <a:spcPct val="100000"/>
              </a:lnSpc>
              <a:spcBef>
                <a:spcPts val="0"/>
              </a:spcBef>
              <a:spcAft>
                <a:spcPts val="0"/>
              </a:spcAft>
              <a:buSzPts val="2000"/>
              <a:buNone/>
              <a:defRPr sz="2000"/>
            </a:lvl9pPr>
          </a:lstStyle>
          <a:p>
            <a:endParaRPr/>
          </a:p>
        </p:txBody>
      </p:sp>
      <p:grpSp>
        <p:nvGrpSpPr>
          <p:cNvPr id="75" name="Google Shape;75;p3"/>
          <p:cNvGrpSpPr/>
          <p:nvPr/>
        </p:nvGrpSpPr>
        <p:grpSpPr>
          <a:xfrm flipH="1">
            <a:off x="7451744" y="244568"/>
            <a:ext cx="1019565" cy="1290805"/>
            <a:chOff x="-4017975" y="-49702"/>
            <a:chExt cx="1162825" cy="1472177"/>
          </a:xfrm>
        </p:grpSpPr>
        <p:sp>
          <p:nvSpPr>
            <p:cNvPr id="76" name="Google Shape;76;p3"/>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3"/>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3"/>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 name="Google Shape;83;p3"/>
          <p:cNvGrpSpPr/>
          <p:nvPr/>
        </p:nvGrpSpPr>
        <p:grpSpPr>
          <a:xfrm flipH="1">
            <a:off x="2648022" y="-702112"/>
            <a:ext cx="1516025" cy="1489525"/>
            <a:chOff x="-3888525" y="-3012325"/>
            <a:chExt cx="1516025" cy="1489525"/>
          </a:xfrm>
        </p:grpSpPr>
        <p:sp>
          <p:nvSpPr>
            <p:cNvPr id="84" name="Google Shape;84;p3"/>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3"/>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3"/>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3"/>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3"/>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oogle Shape;95;p3"/>
          <p:cNvGrpSpPr/>
          <p:nvPr/>
        </p:nvGrpSpPr>
        <p:grpSpPr>
          <a:xfrm flipH="1">
            <a:off x="579363" y="3923368"/>
            <a:ext cx="1938846" cy="1720830"/>
            <a:chOff x="-1873362" y="2120543"/>
            <a:chExt cx="1938846" cy="1720830"/>
          </a:xfrm>
        </p:grpSpPr>
        <p:sp>
          <p:nvSpPr>
            <p:cNvPr id="96" name="Google Shape;96;p3"/>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3"/>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3"/>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3"/>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3"/>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3"/>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3"/>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 name="Google Shape;115;p3"/>
          <p:cNvGrpSpPr/>
          <p:nvPr/>
        </p:nvGrpSpPr>
        <p:grpSpPr>
          <a:xfrm flipH="1">
            <a:off x="-1155987" y="-338232"/>
            <a:ext cx="1938846" cy="1720830"/>
            <a:chOff x="-1873362" y="2120543"/>
            <a:chExt cx="1938846" cy="1720830"/>
          </a:xfrm>
        </p:grpSpPr>
        <p:sp>
          <p:nvSpPr>
            <p:cNvPr id="116" name="Google Shape;116;p3"/>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3"/>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3"/>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3"/>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3"/>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3"/>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3"/>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3"/>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3"/>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3"/>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3"/>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3"/>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5"/>
        <p:cNvGrpSpPr/>
        <p:nvPr/>
      </p:nvGrpSpPr>
      <p:grpSpPr>
        <a:xfrm>
          <a:off x="0" y="0"/>
          <a:ext cx="0" cy="0"/>
          <a:chOff x="0" y="0"/>
          <a:chExt cx="0" cy="0"/>
        </a:xfrm>
      </p:grpSpPr>
      <p:sp>
        <p:nvSpPr>
          <p:cNvPr id="136" name="Google Shape;136;p4"/>
          <p:cNvSpPr txBox="1">
            <a:spLocks noGrp="1"/>
          </p:cNvSpPr>
          <p:nvPr>
            <p:ph type="body" idx="1"/>
          </p:nvPr>
        </p:nvSpPr>
        <p:spPr>
          <a:xfrm>
            <a:off x="782850" y="1995825"/>
            <a:ext cx="3904500" cy="2591400"/>
          </a:xfrm>
          <a:prstGeom prst="rect">
            <a:avLst/>
          </a:prstGeom>
        </p:spPr>
        <p:txBody>
          <a:bodyPr spcFirstLastPara="1" wrap="square" lIns="91425" tIns="0" rIns="91425" bIns="0" anchor="t" anchorCtr="0">
            <a:noAutofit/>
          </a:bodyPr>
          <a:lstStyle>
            <a:lvl1pPr marL="457200" lvl="0" indent="-317500">
              <a:spcBef>
                <a:spcPts val="0"/>
              </a:spcBef>
              <a:spcAft>
                <a:spcPts val="0"/>
              </a:spcAft>
              <a:buSzPts val="1400"/>
              <a:buChar char="●"/>
              <a:defRPr/>
            </a:lvl1pPr>
            <a:lvl2pPr marL="914400" lvl="1" indent="-330200">
              <a:spcBef>
                <a:spcPts val="0"/>
              </a:spcBef>
              <a:spcAft>
                <a:spcPts val="0"/>
              </a:spcAft>
              <a:buSzPts val="1600"/>
              <a:buChar char="○"/>
              <a:defRPr/>
            </a:lvl2pPr>
            <a:lvl3pPr marL="1371600" lvl="2" indent="-330200">
              <a:spcBef>
                <a:spcPts val="0"/>
              </a:spcBef>
              <a:spcAft>
                <a:spcPts val="0"/>
              </a:spcAft>
              <a:buSzPts val="1600"/>
              <a:buChar char="■"/>
              <a:defRPr/>
            </a:lvl3pPr>
            <a:lvl4pPr marL="1828800" lvl="3" indent="-330200">
              <a:spcBef>
                <a:spcPts val="0"/>
              </a:spcBef>
              <a:spcAft>
                <a:spcPts val="0"/>
              </a:spcAft>
              <a:buSzPts val="1600"/>
              <a:buChar char="●"/>
              <a:defRPr/>
            </a:lvl4pPr>
            <a:lvl5pPr marL="2286000" lvl="4" indent="-330200">
              <a:spcBef>
                <a:spcPts val="0"/>
              </a:spcBef>
              <a:spcAft>
                <a:spcPts val="0"/>
              </a:spcAft>
              <a:buSzPts val="1600"/>
              <a:buChar char="○"/>
              <a:defRPr/>
            </a:lvl5pPr>
            <a:lvl6pPr marL="2743200" lvl="5" indent="-330200">
              <a:spcBef>
                <a:spcPts val="0"/>
              </a:spcBef>
              <a:spcAft>
                <a:spcPts val="0"/>
              </a:spcAft>
              <a:buSzPts val="1600"/>
              <a:buChar char="■"/>
              <a:defRPr/>
            </a:lvl6pPr>
            <a:lvl7pPr marL="3200400" lvl="6" indent="-330200">
              <a:spcBef>
                <a:spcPts val="0"/>
              </a:spcBef>
              <a:spcAft>
                <a:spcPts val="0"/>
              </a:spcAft>
              <a:buSzPts val="1600"/>
              <a:buChar char="●"/>
              <a:defRPr/>
            </a:lvl7pPr>
            <a:lvl8pPr marL="3657600" lvl="7" indent="-330200">
              <a:spcBef>
                <a:spcPts val="0"/>
              </a:spcBef>
              <a:spcAft>
                <a:spcPts val="0"/>
              </a:spcAft>
              <a:buSzPts val="1600"/>
              <a:buChar char="○"/>
              <a:defRPr/>
            </a:lvl8pPr>
            <a:lvl9pPr marL="4114800" lvl="8" indent="-330200">
              <a:spcBef>
                <a:spcPts val="0"/>
              </a:spcBef>
              <a:spcAft>
                <a:spcPts val="0"/>
              </a:spcAft>
              <a:buSzPts val="1600"/>
              <a:buChar char="■"/>
              <a:defRPr/>
            </a:lvl9pPr>
          </a:lstStyle>
          <a:p>
            <a:endParaRPr/>
          </a:p>
        </p:txBody>
      </p:sp>
      <p:sp>
        <p:nvSpPr>
          <p:cNvPr id="137" name="Google Shape;137;p4"/>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38" name="Google Shape;138;p4"/>
          <p:cNvSpPr txBox="1">
            <a:spLocks noGrp="1"/>
          </p:cNvSpPr>
          <p:nvPr>
            <p:ph type="subTitle" idx="2"/>
          </p:nvPr>
        </p:nvSpPr>
        <p:spPr>
          <a:xfrm>
            <a:off x="1682625" y="1355275"/>
            <a:ext cx="5779200" cy="535500"/>
          </a:xfrm>
          <a:prstGeom prst="rect">
            <a:avLst/>
          </a:prstGeom>
        </p:spPr>
        <p:txBody>
          <a:bodyPr spcFirstLastPara="1" wrap="square" lIns="91425" tIns="0" rIns="91425" bIns="0" anchor="t" anchorCtr="0">
            <a:noAutofit/>
          </a:bodyPr>
          <a:lstStyle>
            <a:lvl1pPr lvl="0" algn="ctr" rtl="0">
              <a:lnSpc>
                <a:spcPct val="100000"/>
              </a:lnSpc>
              <a:spcBef>
                <a:spcPts val="0"/>
              </a:spcBef>
              <a:spcAft>
                <a:spcPts val="0"/>
              </a:spcAft>
              <a:buSzPts val="21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9"/>
        <p:cNvGrpSpPr/>
        <p:nvPr/>
      </p:nvGrpSpPr>
      <p:grpSpPr>
        <a:xfrm>
          <a:off x="0" y="0"/>
          <a:ext cx="0" cy="0"/>
          <a:chOff x="0" y="0"/>
          <a:chExt cx="0" cy="0"/>
        </a:xfrm>
      </p:grpSpPr>
      <p:sp>
        <p:nvSpPr>
          <p:cNvPr id="140" name="Google Shape;140;p5"/>
          <p:cNvSpPr txBox="1">
            <a:spLocks noGrp="1"/>
          </p:cNvSpPr>
          <p:nvPr>
            <p:ph type="title"/>
          </p:nvPr>
        </p:nvSpPr>
        <p:spPr>
          <a:xfrm>
            <a:off x="917813" y="740425"/>
            <a:ext cx="3351600" cy="859200"/>
          </a:xfrm>
          <a:prstGeom prst="rect">
            <a:avLst/>
          </a:prstGeom>
        </p:spPr>
        <p:txBody>
          <a:bodyPr spcFirstLastPara="1" wrap="square" lIns="91425" tIns="0" rIns="91425" bIns="0" anchor="t" anchorCtr="0">
            <a:noAutofit/>
          </a:bodyPr>
          <a:lstStyle>
            <a:lvl1pPr marL="0" marR="0" lvl="0" indent="-127000" algn="l" rtl="0">
              <a:lnSpc>
                <a:spcPct val="100000"/>
              </a:lnSpc>
              <a:spcBef>
                <a:spcPts val="0"/>
              </a:spcBef>
              <a:spcAft>
                <a:spcPts val="0"/>
              </a:spcAft>
              <a:buClr>
                <a:schemeClr val="dk1"/>
              </a:buClr>
              <a:buSzPts val="2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41" name="Google Shape;141;p5"/>
          <p:cNvSpPr txBox="1">
            <a:spLocks noGrp="1"/>
          </p:cNvSpPr>
          <p:nvPr>
            <p:ph type="subTitle" idx="1"/>
          </p:nvPr>
        </p:nvSpPr>
        <p:spPr>
          <a:xfrm>
            <a:off x="4437188" y="3399874"/>
            <a:ext cx="3789000" cy="10032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142" name="Google Shape;142;p5"/>
          <p:cNvSpPr txBox="1">
            <a:spLocks noGrp="1"/>
          </p:cNvSpPr>
          <p:nvPr>
            <p:ph type="subTitle" idx="2"/>
          </p:nvPr>
        </p:nvSpPr>
        <p:spPr>
          <a:xfrm>
            <a:off x="4874588" y="2388438"/>
            <a:ext cx="3351600" cy="859200"/>
          </a:xfrm>
          <a:prstGeom prst="rect">
            <a:avLst/>
          </a:prstGeom>
        </p:spPr>
        <p:txBody>
          <a:bodyPr spcFirstLastPara="1" wrap="square" lIns="91425" tIns="0" rIns="91425" bIns="0" anchor="t" anchorCtr="0">
            <a:noAutofit/>
          </a:bodyPr>
          <a:lstStyle>
            <a:lvl1pPr lvl="0" algn="r" rtl="0">
              <a:spcBef>
                <a:spcPts val="0"/>
              </a:spcBef>
              <a:spcAft>
                <a:spcPts val="0"/>
              </a:spcAft>
              <a:buClr>
                <a:schemeClr val="dk1"/>
              </a:buClr>
              <a:buSzPts val="2000"/>
              <a:buNone/>
              <a:defRPr sz="28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143" name="Google Shape;143;p5"/>
          <p:cNvSpPr txBox="1">
            <a:spLocks noGrp="1"/>
          </p:cNvSpPr>
          <p:nvPr>
            <p:ph type="subTitle" idx="3"/>
          </p:nvPr>
        </p:nvSpPr>
        <p:spPr>
          <a:xfrm>
            <a:off x="917813" y="1751950"/>
            <a:ext cx="3789000" cy="1003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grpSp>
        <p:nvGrpSpPr>
          <p:cNvPr id="144" name="Google Shape;144;p5"/>
          <p:cNvGrpSpPr/>
          <p:nvPr/>
        </p:nvGrpSpPr>
        <p:grpSpPr>
          <a:xfrm rot="10800000">
            <a:off x="-287269" y="3176993"/>
            <a:ext cx="1803578" cy="1592367"/>
            <a:chOff x="-4912150" y="-393637"/>
            <a:chExt cx="2057000" cy="1816112"/>
          </a:xfrm>
        </p:grpSpPr>
        <p:sp>
          <p:nvSpPr>
            <p:cNvPr id="145" name="Google Shape;145;p5"/>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5"/>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5"/>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5"/>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5"/>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5"/>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5"/>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5"/>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5"/>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5"/>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5"/>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5"/>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5"/>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5"/>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5"/>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5"/>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5"/>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5"/>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5"/>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 name="Google Shape;164;p5"/>
          <p:cNvGrpSpPr/>
          <p:nvPr/>
        </p:nvGrpSpPr>
        <p:grpSpPr>
          <a:xfrm>
            <a:off x="6039350" y="414138"/>
            <a:ext cx="1040638" cy="901375"/>
            <a:chOff x="8457538" y="810363"/>
            <a:chExt cx="1040638" cy="901375"/>
          </a:xfrm>
        </p:grpSpPr>
        <p:grpSp>
          <p:nvGrpSpPr>
            <p:cNvPr id="165" name="Google Shape;165;p5"/>
            <p:cNvGrpSpPr/>
            <p:nvPr/>
          </p:nvGrpSpPr>
          <p:grpSpPr>
            <a:xfrm>
              <a:off x="8781450" y="810363"/>
              <a:ext cx="716725" cy="901375"/>
              <a:chOff x="-3888525" y="-2483300"/>
              <a:chExt cx="716725" cy="901375"/>
            </a:xfrm>
          </p:grpSpPr>
          <p:sp>
            <p:nvSpPr>
              <p:cNvPr id="166" name="Google Shape;166;p5"/>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5"/>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 name="Google Shape;168;p5"/>
            <p:cNvGrpSpPr/>
            <p:nvPr/>
          </p:nvGrpSpPr>
          <p:grpSpPr>
            <a:xfrm>
              <a:off x="8457538" y="1331488"/>
              <a:ext cx="323925" cy="323650"/>
              <a:chOff x="1608625" y="299800"/>
              <a:chExt cx="323925" cy="323650"/>
            </a:xfrm>
          </p:grpSpPr>
          <p:sp>
            <p:nvSpPr>
              <p:cNvPr id="169" name="Google Shape;169;p5"/>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5"/>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5"/>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72" name="Google Shape;172;p5"/>
          <p:cNvGrpSpPr/>
          <p:nvPr/>
        </p:nvGrpSpPr>
        <p:grpSpPr>
          <a:xfrm>
            <a:off x="2021856" y="3530393"/>
            <a:ext cx="1019565" cy="1290805"/>
            <a:chOff x="-4017975" y="-49702"/>
            <a:chExt cx="1162825" cy="1472177"/>
          </a:xfrm>
        </p:grpSpPr>
        <p:sp>
          <p:nvSpPr>
            <p:cNvPr id="173" name="Google Shape;173;p5"/>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5"/>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5"/>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5"/>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5"/>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5"/>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5"/>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 name="Google Shape;180;p5"/>
          <p:cNvGrpSpPr/>
          <p:nvPr/>
        </p:nvGrpSpPr>
        <p:grpSpPr>
          <a:xfrm>
            <a:off x="7572872" y="-168350"/>
            <a:ext cx="1929500" cy="2210100"/>
            <a:chOff x="295725" y="-3462825"/>
            <a:chExt cx="1929500" cy="2210100"/>
          </a:xfrm>
        </p:grpSpPr>
        <p:sp>
          <p:nvSpPr>
            <p:cNvPr id="181" name="Google Shape;181;p5"/>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5"/>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5"/>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5"/>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5"/>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5"/>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5"/>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5"/>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5"/>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5"/>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5"/>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5"/>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5"/>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5"/>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5"/>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5"/>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5"/>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6"/>
        <p:cNvGrpSpPr/>
        <p:nvPr/>
      </p:nvGrpSpPr>
      <p:grpSpPr>
        <a:xfrm>
          <a:off x="0" y="0"/>
          <a:ext cx="0" cy="0"/>
          <a:chOff x="0" y="0"/>
          <a:chExt cx="0" cy="0"/>
        </a:xfrm>
      </p:grpSpPr>
      <p:sp>
        <p:nvSpPr>
          <p:cNvPr id="207" name="Google Shape;207;p6"/>
          <p:cNvSpPr txBox="1">
            <a:spLocks noGrp="1"/>
          </p:cNvSpPr>
          <p:nvPr>
            <p:ph type="title"/>
          </p:nvPr>
        </p:nvSpPr>
        <p:spPr>
          <a:xfrm>
            <a:off x="782850" y="556250"/>
            <a:ext cx="7578300" cy="5232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208" name="Google Shape;208;p6"/>
          <p:cNvGrpSpPr/>
          <p:nvPr/>
        </p:nvGrpSpPr>
        <p:grpSpPr>
          <a:xfrm>
            <a:off x="8361160" y="-152294"/>
            <a:ext cx="1040638" cy="1353907"/>
            <a:chOff x="8361160" y="-152294"/>
            <a:chExt cx="1040638" cy="1353907"/>
          </a:xfrm>
        </p:grpSpPr>
        <p:grpSp>
          <p:nvGrpSpPr>
            <p:cNvPr id="209" name="Google Shape;209;p6"/>
            <p:cNvGrpSpPr/>
            <p:nvPr/>
          </p:nvGrpSpPr>
          <p:grpSpPr>
            <a:xfrm flipH="1">
              <a:off x="8361160" y="300238"/>
              <a:ext cx="1040638" cy="901375"/>
              <a:chOff x="948060" y="3972813"/>
              <a:chExt cx="1040638" cy="901375"/>
            </a:xfrm>
          </p:grpSpPr>
          <p:grpSp>
            <p:nvGrpSpPr>
              <p:cNvPr id="210" name="Google Shape;210;p6"/>
              <p:cNvGrpSpPr/>
              <p:nvPr/>
            </p:nvGrpSpPr>
            <p:grpSpPr>
              <a:xfrm flipH="1">
                <a:off x="948060" y="3972813"/>
                <a:ext cx="716725" cy="901375"/>
                <a:chOff x="-3888525" y="-2483300"/>
                <a:chExt cx="716725" cy="901375"/>
              </a:xfrm>
            </p:grpSpPr>
            <p:sp>
              <p:nvSpPr>
                <p:cNvPr id="211" name="Google Shape;211;p6"/>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6"/>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 name="Google Shape;213;p6"/>
              <p:cNvGrpSpPr/>
              <p:nvPr/>
            </p:nvGrpSpPr>
            <p:grpSpPr>
              <a:xfrm flipH="1">
                <a:off x="1664772" y="4493938"/>
                <a:ext cx="323925" cy="323650"/>
                <a:chOff x="1608625" y="299800"/>
                <a:chExt cx="323925" cy="323650"/>
              </a:xfrm>
            </p:grpSpPr>
            <p:sp>
              <p:nvSpPr>
                <p:cNvPr id="214" name="Google Shape;214;p6"/>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6"/>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6"/>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7" name="Google Shape;217;p6"/>
            <p:cNvGrpSpPr/>
            <p:nvPr/>
          </p:nvGrpSpPr>
          <p:grpSpPr>
            <a:xfrm rot="10800000">
              <a:off x="8442919" y="-152294"/>
              <a:ext cx="777174" cy="1001897"/>
              <a:chOff x="-4604150" y="-305525"/>
              <a:chExt cx="886375" cy="1142675"/>
            </a:xfrm>
          </p:grpSpPr>
          <p:sp>
            <p:nvSpPr>
              <p:cNvPr id="218" name="Google Shape;218;p6"/>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6"/>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6"/>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21" name="Google Shape;221;p6"/>
          <p:cNvGrpSpPr/>
          <p:nvPr/>
        </p:nvGrpSpPr>
        <p:grpSpPr>
          <a:xfrm>
            <a:off x="778838" y="379263"/>
            <a:ext cx="184175" cy="158025"/>
            <a:chOff x="-3626300" y="-1680825"/>
            <a:chExt cx="184175" cy="158025"/>
          </a:xfrm>
        </p:grpSpPr>
        <p:sp>
          <p:nvSpPr>
            <p:cNvPr id="222" name="Google Shape;222;p6"/>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6"/>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 name="Google Shape;224;p6"/>
          <p:cNvGrpSpPr/>
          <p:nvPr/>
        </p:nvGrpSpPr>
        <p:grpSpPr>
          <a:xfrm>
            <a:off x="-252062" y="300238"/>
            <a:ext cx="716725" cy="901375"/>
            <a:chOff x="-3888525" y="-2483300"/>
            <a:chExt cx="716725" cy="901375"/>
          </a:xfrm>
        </p:grpSpPr>
        <p:sp>
          <p:nvSpPr>
            <p:cNvPr id="225" name="Google Shape;225;p6"/>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6"/>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27"/>
        <p:cNvGrpSpPr/>
        <p:nvPr/>
      </p:nvGrpSpPr>
      <p:grpSpPr>
        <a:xfrm>
          <a:off x="0" y="0"/>
          <a:ext cx="0" cy="0"/>
          <a:chOff x="0" y="0"/>
          <a:chExt cx="0" cy="0"/>
        </a:xfrm>
      </p:grpSpPr>
      <p:sp>
        <p:nvSpPr>
          <p:cNvPr id="228" name="Google Shape;228;p7"/>
          <p:cNvSpPr txBox="1">
            <a:spLocks noGrp="1"/>
          </p:cNvSpPr>
          <p:nvPr>
            <p:ph type="subTitle" idx="1"/>
          </p:nvPr>
        </p:nvSpPr>
        <p:spPr>
          <a:xfrm>
            <a:off x="782850" y="1341548"/>
            <a:ext cx="7578300" cy="527100"/>
          </a:xfrm>
          <a:prstGeom prst="rect">
            <a:avLst/>
          </a:prstGeom>
        </p:spPr>
        <p:txBody>
          <a:bodyPr spcFirstLastPara="1" wrap="square" lIns="91425" tIns="0" rIns="91425" bIns="0" anchor="t" anchorCtr="0">
            <a:noAutofit/>
          </a:bodyPr>
          <a:lstStyle>
            <a:lvl1pPr lvl="0" algn="ctr" rtl="0">
              <a:lnSpc>
                <a:spcPct val="100000"/>
              </a:lnSpc>
              <a:spcBef>
                <a:spcPts val="0"/>
              </a:spcBef>
              <a:spcAft>
                <a:spcPts val="0"/>
              </a:spcAft>
              <a:buSzPts val="2100"/>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229" name="Google Shape;229;p7"/>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230" name="Google Shape;230;p7"/>
          <p:cNvGrpSpPr/>
          <p:nvPr/>
        </p:nvGrpSpPr>
        <p:grpSpPr>
          <a:xfrm>
            <a:off x="7433700" y="4482713"/>
            <a:ext cx="1040638" cy="901375"/>
            <a:chOff x="8457538" y="810363"/>
            <a:chExt cx="1040638" cy="901375"/>
          </a:xfrm>
        </p:grpSpPr>
        <p:grpSp>
          <p:nvGrpSpPr>
            <p:cNvPr id="231" name="Google Shape;231;p7"/>
            <p:cNvGrpSpPr/>
            <p:nvPr/>
          </p:nvGrpSpPr>
          <p:grpSpPr>
            <a:xfrm>
              <a:off x="8781450" y="810363"/>
              <a:ext cx="716725" cy="901375"/>
              <a:chOff x="-3888525" y="-2483300"/>
              <a:chExt cx="716725" cy="901375"/>
            </a:xfrm>
          </p:grpSpPr>
          <p:sp>
            <p:nvSpPr>
              <p:cNvPr id="232" name="Google Shape;232;p7"/>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7"/>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 name="Google Shape;234;p7"/>
            <p:cNvGrpSpPr/>
            <p:nvPr/>
          </p:nvGrpSpPr>
          <p:grpSpPr>
            <a:xfrm>
              <a:off x="8457538" y="1331488"/>
              <a:ext cx="323925" cy="323650"/>
              <a:chOff x="1608625" y="299800"/>
              <a:chExt cx="323925" cy="323650"/>
            </a:xfrm>
          </p:grpSpPr>
          <p:sp>
            <p:nvSpPr>
              <p:cNvPr id="235" name="Google Shape;235;p7"/>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7"/>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7"/>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8" name="Google Shape;238;p7"/>
          <p:cNvGrpSpPr/>
          <p:nvPr/>
        </p:nvGrpSpPr>
        <p:grpSpPr>
          <a:xfrm>
            <a:off x="388869" y="-29307"/>
            <a:ext cx="1019565" cy="1290805"/>
            <a:chOff x="-4017975" y="-49702"/>
            <a:chExt cx="1162825" cy="1472177"/>
          </a:xfrm>
        </p:grpSpPr>
        <p:sp>
          <p:nvSpPr>
            <p:cNvPr id="239" name="Google Shape;239;p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7"/>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 name="Google Shape;246;p7"/>
          <p:cNvGrpSpPr/>
          <p:nvPr/>
        </p:nvGrpSpPr>
        <p:grpSpPr>
          <a:xfrm>
            <a:off x="7934047" y="1528575"/>
            <a:ext cx="1929500" cy="2210100"/>
            <a:chOff x="295725" y="-3462825"/>
            <a:chExt cx="1929500" cy="2210100"/>
          </a:xfrm>
        </p:grpSpPr>
        <p:sp>
          <p:nvSpPr>
            <p:cNvPr id="247" name="Google Shape;247;p7"/>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7"/>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7"/>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7"/>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7"/>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7"/>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7"/>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7"/>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7"/>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7"/>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7"/>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7"/>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7"/>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7"/>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7"/>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7"/>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7"/>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7"/>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7"/>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7"/>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7"/>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7"/>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7"/>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7"/>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7"/>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2" name="Google Shape;272;p7"/>
          <p:cNvGrpSpPr/>
          <p:nvPr/>
        </p:nvGrpSpPr>
        <p:grpSpPr>
          <a:xfrm rot="10800000">
            <a:off x="-510906" y="2675681"/>
            <a:ext cx="1803578" cy="1592367"/>
            <a:chOff x="-4912150" y="-393637"/>
            <a:chExt cx="2057000" cy="1816112"/>
          </a:xfrm>
        </p:grpSpPr>
        <p:sp>
          <p:nvSpPr>
            <p:cNvPr id="273" name="Google Shape;273;p7"/>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7"/>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7"/>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7"/>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7"/>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7"/>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7"/>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7"/>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7"/>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7"/>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7"/>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7"/>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7"/>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92"/>
        <p:cNvGrpSpPr/>
        <p:nvPr/>
      </p:nvGrpSpPr>
      <p:grpSpPr>
        <a:xfrm>
          <a:off x="0" y="0"/>
          <a:ext cx="0" cy="0"/>
          <a:chOff x="0" y="0"/>
          <a:chExt cx="0" cy="0"/>
        </a:xfrm>
      </p:grpSpPr>
      <p:sp>
        <p:nvSpPr>
          <p:cNvPr id="293" name="Google Shape;293;p8"/>
          <p:cNvSpPr txBox="1">
            <a:spLocks noGrp="1"/>
          </p:cNvSpPr>
          <p:nvPr>
            <p:ph type="title"/>
          </p:nvPr>
        </p:nvSpPr>
        <p:spPr>
          <a:xfrm>
            <a:off x="1388100" y="556250"/>
            <a:ext cx="5904000" cy="4031100"/>
          </a:xfrm>
          <a:prstGeom prst="rect">
            <a:avLst/>
          </a:prstGeom>
        </p:spPr>
        <p:txBody>
          <a:bodyPr spcFirstLastPara="1" wrap="square" lIns="91425" tIns="0" rIns="91425" bIns="0" anchor="ctr" anchorCtr="0">
            <a:noAutofit/>
          </a:bodyPr>
          <a:lstStyle>
            <a:lvl1pPr lvl="0">
              <a:spcBef>
                <a:spcPts val="0"/>
              </a:spcBef>
              <a:spcAft>
                <a:spcPts val="0"/>
              </a:spcAft>
              <a:buSzPts val="4800"/>
              <a:buNone/>
              <a:defRPr sz="9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294" name="Google Shape;294;p8"/>
          <p:cNvGrpSpPr/>
          <p:nvPr/>
        </p:nvGrpSpPr>
        <p:grpSpPr>
          <a:xfrm flipH="1">
            <a:off x="7745597" y="3097813"/>
            <a:ext cx="1516025" cy="1489525"/>
            <a:chOff x="-3888525" y="-3012325"/>
            <a:chExt cx="1516025" cy="1489525"/>
          </a:xfrm>
        </p:grpSpPr>
        <p:sp>
          <p:nvSpPr>
            <p:cNvPr id="295" name="Google Shape;295;p8"/>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8"/>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8"/>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8"/>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8"/>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8"/>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8"/>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8"/>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8"/>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8"/>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8"/>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 name="Google Shape;306;p8"/>
          <p:cNvGrpSpPr/>
          <p:nvPr/>
        </p:nvGrpSpPr>
        <p:grpSpPr>
          <a:xfrm>
            <a:off x="7994347" y="735313"/>
            <a:ext cx="873188" cy="546900"/>
            <a:chOff x="1115510" y="4327288"/>
            <a:chExt cx="873188" cy="546900"/>
          </a:xfrm>
        </p:grpSpPr>
        <p:sp>
          <p:nvSpPr>
            <p:cNvPr id="307" name="Google Shape;307;p8"/>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8" name="Google Shape;308;p8"/>
            <p:cNvGrpSpPr/>
            <p:nvPr/>
          </p:nvGrpSpPr>
          <p:grpSpPr>
            <a:xfrm flipH="1">
              <a:off x="1664772" y="4493938"/>
              <a:ext cx="323925" cy="323650"/>
              <a:chOff x="1608625" y="299800"/>
              <a:chExt cx="323925" cy="323650"/>
            </a:xfrm>
          </p:grpSpPr>
          <p:sp>
            <p:nvSpPr>
              <p:cNvPr id="309" name="Google Shape;309;p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2" name="Google Shape;312;p8"/>
          <p:cNvGrpSpPr/>
          <p:nvPr/>
        </p:nvGrpSpPr>
        <p:grpSpPr>
          <a:xfrm flipH="1">
            <a:off x="6119781" y="4587350"/>
            <a:ext cx="713803" cy="706547"/>
            <a:chOff x="-4017975" y="616650"/>
            <a:chExt cx="814100" cy="805825"/>
          </a:xfrm>
        </p:grpSpPr>
        <p:sp>
          <p:nvSpPr>
            <p:cNvPr id="313" name="Google Shape;313;p8"/>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8"/>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8"/>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8"/>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 name="Google Shape;317;p8"/>
          <p:cNvGrpSpPr/>
          <p:nvPr/>
        </p:nvGrpSpPr>
        <p:grpSpPr>
          <a:xfrm>
            <a:off x="665435" y="-108237"/>
            <a:ext cx="1040638" cy="901375"/>
            <a:chOff x="948060" y="3972813"/>
            <a:chExt cx="1040638" cy="901375"/>
          </a:xfrm>
        </p:grpSpPr>
        <p:grpSp>
          <p:nvGrpSpPr>
            <p:cNvPr id="318" name="Google Shape;318;p8"/>
            <p:cNvGrpSpPr/>
            <p:nvPr/>
          </p:nvGrpSpPr>
          <p:grpSpPr>
            <a:xfrm flipH="1">
              <a:off x="948060" y="3972813"/>
              <a:ext cx="716725" cy="901375"/>
              <a:chOff x="-3888525" y="-2483300"/>
              <a:chExt cx="716725" cy="901375"/>
            </a:xfrm>
          </p:grpSpPr>
          <p:sp>
            <p:nvSpPr>
              <p:cNvPr id="319" name="Google Shape;319;p8"/>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8"/>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1" name="Google Shape;321;p8"/>
            <p:cNvGrpSpPr/>
            <p:nvPr/>
          </p:nvGrpSpPr>
          <p:grpSpPr>
            <a:xfrm flipH="1">
              <a:off x="1664772" y="4493938"/>
              <a:ext cx="323925" cy="323650"/>
              <a:chOff x="1608625" y="299800"/>
              <a:chExt cx="323925" cy="323650"/>
            </a:xfrm>
          </p:grpSpPr>
          <p:sp>
            <p:nvSpPr>
              <p:cNvPr id="322" name="Google Shape;322;p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25"/>
        <p:cNvGrpSpPr/>
        <p:nvPr/>
      </p:nvGrpSpPr>
      <p:grpSpPr>
        <a:xfrm>
          <a:off x="0" y="0"/>
          <a:ext cx="0" cy="0"/>
          <a:chOff x="0" y="0"/>
          <a:chExt cx="0" cy="0"/>
        </a:xfrm>
      </p:grpSpPr>
      <p:sp>
        <p:nvSpPr>
          <p:cNvPr id="326" name="Google Shape;326;p9"/>
          <p:cNvSpPr txBox="1">
            <a:spLocks noGrp="1"/>
          </p:cNvSpPr>
          <p:nvPr>
            <p:ph type="title"/>
          </p:nvPr>
        </p:nvSpPr>
        <p:spPr>
          <a:xfrm>
            <a:off x="782850" y="1013625"/>
            <a:ext cx="3435300" cy="1305000"/>
          </a:xfrm>
          <a:prstGeom prst="rect">
            <a:avLst/>
          </a:prstGeom>
        </p:spPr>
        <p:txBody>
          <a:bodyPr spcFirstLastPara="1" wrap="square" lIns="91425" tIns="0" rIns="91425" bIns="0" anchor="t" anchorCtr="0">
            <a:noAutofit/>
          </a:bodyPr>
          <a:lstStyle>
            <a:lvl1pPr lvl="0">
              <a:spcBef>
                <a:spcPts val="0"/>
              </a:spcBef>
              <a:spcAft>
                <a:spcPts val="0"/>
              </a:spcAft>
              <a:buSzPts val="4200"/>
              <a:buNone/>
              <a:defRPr sz="40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27" name="Google Shape;327;p9"/>
          <p:cNvSpPr txBox="1">
            <a:spLocks noGrp="1"/>
          </p:cNvSpPr>
          <p:nvPr>
            <p:ph type="subTitle" idx="1"/>
          </p:nvPr>
        </p:nvSpPr>
        <p:spPr>
          <a:xfrm>
            <a:off x="782850" y="2824875"/>
            <a:ext cx="3435300" cy="1305000"/>
          </a:xfrm>
          <a:prstGeom prst="rect">
            <a:avLst/>
          </a:prstGeom>
        </p:spPr>
        <p:txBody>
          <a:bodyPr spcFirstLastPara="1" wrap="square" lIns="91425" tIns="0" rIns="91425" bIns="0" anchor="t" anchorCtr="0">
            <a:noAutofit/>
          </a:bodyPr>
          <a:lstStyle>
            <a:lvl1pPr lvl="0">
              <a:lnSpc>
                <a:spcPct val="100000"/>
              </a:lnSpc>
              <a:spcBef>
                <a:spcPts val="0"/>
              </a:spcBef>
              <a:spcAft>
                <a:spcPts val="0"/>
              </a:spcAft>
              <a:buSzPts val="2100"/>
              <a:buNone/>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grpSp>
        <p:nvGrpSpPr>
          <p:cNvPr id="328" name="Google Shape;328;p9"/>
          <p:cNvGrpSpPr/>
          <p:nvPr/>
        </p:nvGrpSpPr>
        <p:grpSpPr>
          <a:xfrm>
            <a:off x="8457538" y="810363"/>
            <a:ext cx="1040638" cy="901375"/>
            <a:chOff x="8457538" y="810363"/>
            <a:chExt cx="1040638" cy="901375"/>
          </a:xfrm>
        </p:grpSpPr>
        <p:grpSp>
          <p:nvGrpSpPr>
            <p:cNvPr id="329" name="Google Shape;329;p9"/>
            <p:cNvGrpSpPr/>
            <p:nvPr/>
          </p:nvGrpSpPr>
          <p:grpSpPr>
            <a:xfrm>
              <a:off x="8781450" y="810363"/>
              <a:ext cx="716725" cy="901375"/>
              <a:chOff x="-3888525" y="-2483300"/>
              <a:chExt cx="716725" cy="901375"/>
            </a:xfrm>
          </p:grpSpPr>
          <p:sp>
            <p:nvSpPr>
              <p:cNvPr id="330" name="Google Shape;330;p9"/>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9"/>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 name="Google Shape;332;p9"/>
            <p:cNvGrpSpPr/>
            <p:nvPr/>
          </p:nvGrpSpPr>
          <p:grpSpPr>
            <a:xfrm>
              <a:off x="8457538" y="1331488"/>
              <a:ext cx="323925" cy="323650"/>
              <a:chOff x="1608625" y="299800"/>
              <a:chExt cx="323925" cy="323650"/>
            </a:xfrm>
          </p:grpSpPr>
          <p:sp>
            <p:nvSpPr>
              <p:cNvPr id="333" name="Google Shape;333;p9"/>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9"/>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9"/>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36"/>
        <p:cNvGrpSpPr/>
        <p:nvPr/>
      </p:nvGrpSpPr>
      <p:grpSpPr>
        <a:xfrm>
          <a:off x="0" y="0"/>
          <a:ext cx="0" cy="0"/>
          <a:chOff x="0" y="0"/>
          <a:chExt cx="0" cy="0"/>
        </a:xfrm>
      </p:grpSpPr>
      <p:sp>
        <p:nvSpPr>
          <p:cNvPr id="337" name="Google Shape;337;p10"/>
          <p:cNvSpPr txBox="1">
            <a:spLocks noGrp="1"/>
          </p:cNvSpPr>
          <p:nvPr>
            <p:ph type="title"/>
          </p:nvPr>
        </p:nvSpPr>
        <p:spPr>
          <a:xfrm>
            <a:off x="782850" y="1941300"/>
            <a:ext cx="5137800" cy="1260900"/>
          </a:xfrm>
          <a:prstGeom prst="rect">
            <a:avLst/>
          </a:prstGeom>
          <a:noFill/>
        </p:spPr>
        <p:txBody>
          <a:bodyPr spcFirstLastPara="1" wrap="square" lIns="91425" tIns="0" rIns="91425" bIns="0" anchor="t" anchorCtr="0">
            <a:noAutofit/>
          </a:bodyPr>
          <a:lstStyle>
            <a:lvl1pPr lvl="0" algn="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338"/>
        <p:cNvGrpSpPr/>
        <p:nvPr/>
      </p:nvGrpSpPr>
      <p:grpSpPr>
        <a:xfrm>
          <a:off x="0" y="0"/>
          <a:ext cx="0" cy="0"/>
          <a:chOff x="0" y="0"/>
          <a:chExt cx="0" cy="0"/>
        </a:xfrm>
      </p:grpSpPr>
      <p:sp>
        <p:nvSpPr>
          <p:cNvPr id="339" name="Google Shape;339;p11"/>
          <p:cNvSpPr txBox="1">
            <a:spLocks noGrp="1"/>
          </p:cNvSpPr>
          <p:nvPr>
            <p:ph type="title" hasCustomPrompt="1"/>
          </p:nvPr>
        </p:nvSpPr>
        <p:spPr>
          <a:xfrm>
            <a:off x="1267387" y="1365025"/>
            <a:ext cx="6609300" cy="1407900"/>
          </a:xfrm>
          <a:prstGeom prst="rect">
            <a:avLst/>
          </a:prstGeom>
        </p:spPr>
        <p:txBody>
          <a:bodyPr spcFirstLastPara="1" wrap="square" lIns="91425" tIns="0" rIns="91425" bIns="0" anchor="t" anchorCtr="0">
            <a:noAutofit/>
          </a:bodyPr>
          <a:lstStyle>
            <a:lvl1pPr lvl="0" algn="ctr">
              <a:spcBef>
                <a:spcPts val="0"/>
              </a:spcBef>
              <a:spcAft>
                <a:spcPts val="0"/>
              </a:spcAft>
              <a:buSzPts val="12000"/>
              <a:buNone/>
              <a:defRPr sz="9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40" name="Google Shape;340;p11"/>
          <p:cNvSpPr txBox="1">
            <a:spLocks noGrp="1"/>
          </p:cNvSpPr>
          <p:nvPr>
            <p:ph type="subTitle" idx="1"/>
          </p:nvPr>
        </p:nvSpPr>
        <p:spPr>
          <a:xfrm>
            <a:off x="1267375" y="3255875"/>
            <a:ext cx="6609300" cy="522600"/>
          </a:xfrm>
          <a:prstGeom prst="rect">
            <a:avLst/>
          </a:prstGeom>
        </p:spPr>
        <p:txBody>
          <a:bodyPr spcFirstLastPara="1" wrap="square" lIns="91425" tIns="0" rIns="91425" bIns="0" anchor="t" anchorCtr="0">
            <a:noAutofit/>
          </a:bodyPr>
          <a:lstStyle>
            <a:lvl1pPr lvl="0" algn="ctr" rtl="0">
              <a:lnSpc>
                <a:spcPct val="100000"/>
              </a:lnSpc>
              <a:spcBef>
                <a:spcPts val="0"/>
              </a:spcBef>
              <a:spcAft>
                <a:spcPts val="0"/>
              </a:spcAft>
              <a:buSzPts val="2100"/>
              <a:buNone/>
              <a:defRPr sz="18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grpSp>
        <p:nvGrpSpPr>
          <p:cNvPr id="341" name="Google Shape;341;p11"/>
          <p:cNvGrpSpPr/>
          <p:nvPr/>
        </p:nvGrpSpPr>
        <p:grpSpPr>
          <a:xfrm flipH="1">
            <a:off x="6844388" y="3930543"/>
            <a:ext cx="1938846" cy="1720830"/>
            <a:chOff x="-1873362" y="2120543"/>
            <a:chExt cx="1938846" cy="1720830"/>
          </a:xfrm>
        </p:grpSpPr>
        <p:sp>
          <p:nvSpPr>
            <p:cNvPr id="342" name="Google Shape;342;p11"/>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11"/>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11"/>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11"/>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11"/>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11"/>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11"/>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11"/>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11"/>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11"/>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11"/>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11"/>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11"/>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1"/>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11"/>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11"/>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1"/>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11"/>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11"/>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 name="Google Shape;361;p11"/>
          <p:cNvGrpSpPr/>
          <p:nvPr/>
        </p:nvGrpSpPr>
        <p:grpSpPr>
          <a:xfrm flipH="1">
            <a:off x="1408072" y="4117288"/>
            <a:ext cx="1929500" cy="2210100"/>
            <a:chOff x="295725" y="-3462825"/>
            <a:chExt cx="1929500" cy="2210100"/>
          </a:xfrm>
        </p:grpSpPr>
        <p:sp>
          <p:nvSpPr>
            <p:cNvPr id="362" name="Google Shape;362;p11"/>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11"/>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11"/>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11"/>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11"/>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11"/>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11"/>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11"/>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11"/>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11"/>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11"/>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11"/>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11"/>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1"/>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11"/>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11"/>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11"/>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11"/>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1"/>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11"/>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11"/>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1"/>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11"/>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11"/>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11"/>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7" name="Google Shape;387;p11"/>
          <p:cNvGrpSpPr/>
          <p:nvPr/>
        </p:nvGrpSpPr>
        <p:grpSpPr>
          <a:xfrm flipH="1">
            <a:off x="6292047" y="-450687"/>
            <a:ext cx="1516025" cy="1489525"/>
            <a:chOff x="-3888525" y="-3012325"/>
            <a:chExt cx="1516025" cy="1489525"/>
          </a:xfrm>
        </p:grpSpPr>
        <p:sp>
          <p:nvSpPr>
            <p:cNvPr id="388" name="Google Shape;388;p11"/>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11"/>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11"/>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11"/>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11"/>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11"/>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11"/>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11"/>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11"/>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11"/>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11"/>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9" name="Google Shape;399;p11"/>
          <p:cNvGrpSpPr/>
          <p:nvPr/>
        </p:nvGrpSpPr>
        <p:grpSpPr>
          <a:xfrm flipH="1">
            <a:off x="-128787" y="-450682"/>
            <a:ext cx="1938846" cy="1720830"/>
            <a:chOff x="-1873362" y="2120543"/>
            <a:chExt cx="1938846" cy="1720830"/>
          </a:xfrm>
        </p:grpSpPr>
        <p:sp>
          <p:nvSpPr>
            <p:cNvPr id="400" name="Google Shape;400;p11"/>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11"/>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11"/>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11"/>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11"/>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11"/>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11"/>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11"/>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11"/>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1"/>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1"/>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1"/>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1"/>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1"/>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11"/>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11"/>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11"/>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11"/>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11"/>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dk2"/>
        </a:solidFill>
        <a:effectLst/>
      </p:bgPr>
    </p:bg>
    <p:spTree>
      <p:nvGrpSpPr>
        <p:cNvPr id="1" name="Shape 41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420"/>
        <p:cNvGrpSpPr/>
        <p:nvPr/>
      </p:nvGrpSpPr>
      <p:grpSpPr>
        <a:xfrm>
          <a:off x="0" y="0"/>
          <a:ext cx="0" cy="0"/>
          <a:chOff x="0" y="0"/>
          <a:chExt cx="0" cy="0"/>
        </a:xfrm>
      </p:grpSpPr>
      <p:sp>
        <p:nvSpPr>
          <p:cNvPr id="421" name="Google Shape;421;p13"/>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22" name="Google Shape;422;p13"/>
          <p:cNvSpPr txBox="1">
            <a:spLocks noGrp="1"/>
          </p:cNvSpPr>
          <p:nvPr>
            <p:ph type="title" idx="2" hasCustomPrompt="1"/>
          </p:nvPr>
        </p:nvSpPr>
        <p:spPr>
          <a:xfrm flipH="1">
            <a:off x="1033550" y="1377577"/>
            <a:ext cx="940500" cy="572700"/>
          </a:xfrm>
          <a:prstGeom prst="rect">
            <a:avLst/>
          </a:prstGeom>
        </p:spPr>
        <p:txBody>
          <a:bodyPr spcFirstLastPara="1" wrap="square" lIns="91425" tIns="0" rIns="91425" bIns="0" anchor="t" anchorCtr="0">
            <a:noAutofit/>
          </a:bodyPr>
          <a:lstStyle>
            <a:lvl1pPr lvl="0"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23" name="Google Shape;423;p13"/>
          <p:cNvSpPr txBox="1">
            <a:spLocks noGrp="1"/>
          </p:cNvSpPr>
          <p:nvPr>
            <p:ph type="subTitle" idx="1"/>
          </p:nvPr>
        </p:nvSpPr>
        <p:spPr>
          <a:xfrm>
            <a:off x="1033550" y="2480675"/>
            <a:ext cx="2636100" cy="3810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24" name="Google Shape;424;p13"/>
          <p:cNvSpPr txBox="1">
            <a:spLocks noGrp="1"/>
          </p:cNvSpPr>
          <p:nvPr>
            <p:ph type="subTitle" idx="3"/>
          </p:nvPr>
        </p:nvSpPr>
        <p:spPr>
          <a:xfrm>
            <a:off x="1033550" y="1945416"/>
            <a:ext cx="31929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425" name="Google Shape;425;p13"/>
          <p:cNvSpPr txBox="1">
            <a:spLocks noGrp="1"/>
          </p:cNvSpPr>
          <p:nvPr>
            <p:ph type="title" idx="4" hasCustomPrompt="1"/>
          </p:nvPr>
        </p:nvSpPr>
        <p:spPr>
          <a:xfrm flipH="1">
            <a:off x="1033525" y="3039450"/>
            <a:ext cx="940500" cy="572700"/>
          </a:xfrm>
          <a:prstGeom prst="rect">
            <a:avLst/>
          </a:prstGeom>
        </p:spPr>
        <p:txBody>
          <a:bodyPr spcFirstLastPara="1" wrap="square" lIns="91425" tIns="0" rIns="91425" bIns="0" anchor="t" anchorCtr="0">
            <a:noAutofit/>
          </a:bodyPr>
          <a:lstStyle>
            <a:lvl1pPr lvl="0"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26" name="Google Shape;426;p13"/>
          <p:cNvSpPr txBox="1">
            <a:spLocks noGrp="1"/>
          </p:cNvSpPr>
          <p:nvPr>
            <p:ph type="subTitle" idx="5"/>
          </p:nvPr>
        </p:nvSpPr>
        <p:spPr>
          <a:xfrm>
            <a:off x="1033550" y="4167677"/>
            <a:ext cx="2636100" cy="3810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27" name="Google Shape;427;p13"/>
          <p:cNvSpPr txBox="1">
            <a:spLocks noGrp="1"/>
          </p:cNvSpPr>
          <p:nvPr>
            <p:ph type="subTitle" idx="6"/>
          </p:nvPr>
        </p:nvSpPr>
        <p:spPr>
          <a:xfrm>
            <a:off x="1033550" y="3613450"/>
            <a:ext cx="31929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428" name="Google Shape;428;p13"/>
          <p:cNvSpPr txBox="1">
            <a:spLocks noGrp="1"/>
          </p:cNvSpPr>
          <p:nvPr>
            <p:ph type="title" idx="7" hasCustomPrompt="1"/>
          </p:nvPr>
        </p:nvSpPr>
        <p:spPr>
          <a:xfrm flipH="1">
            <a:off x="7169950" y="1377578"/>
            <a:ext cx="940500" cy="572700"/>
          </a:xfrm>
          <a:prstGeom prst="rect">
            <a:avLst/>
          </a:prstGeom>
        </p:spPr>
        <p:txBody>
          <a:bodyPr spcFirstLastPara="1" wrap="square" lIns="91425" tIns="0" rIns="91425" bIns="0" anchor="t" anchorCtr="0">
            <a:noAutofit/>
          </a:bodyPr>
          <a:lstStyle>
            <a:lvl1pPr lvl="0" algn="r"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29" name="Google Shape;429;p13"/>
          <p:cNvSpPr txBox="1">
            <a:spLocks noGrp="1"/>
          </p:cNvSpPr>
          <p:nvPr>
            <p:ph type="subTitle" idx="8"/>
          </p:nvPr>
        </p:nvSpPr>
        <p:spPr>
          <a:xfrm>
            <a:off x="5474325" y="2480675"/>
            <a:ext cx="2636100" cy="3810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30" name="Google Shape;430;p13"/>
          <p:cNvSpPr txBox="1">
            <a:spLocks noGrp="1"/>
          </p:cNvSpPr>
          <p:nvPr>
            <p:ph type="subTitle" idx="9"/>
          </p:nvPr>
        </p:nvSpPr>
        <p:spPr>
          <a:xfrm>
            <a:off x="4917550" y="1945416"/>
            <a:ext cx="3192900" cy="338400"/>
          </a:xfrm>
          <a:prstGeom prst="rect">
            <a:avLst/>
          </a:prstGeom>
        </p:spPr>
        <p:txBody>
          <a:bodyPr spcFirstLastPara="1" wrap="square" lIns="91425" tIns="0" rIns="91425" bIns="0" anchor="t" anchorCtr="0">
            <a:noAutofit/>
          </a:bodyPr>
          <a:lstStyle>
            <a:lvl1pPr lvl="0" algn="r"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431" name="Google Shape;431;p13"/>
          <p:cNvSpPr txBox="1">
            <a:spLocks noGrp="1"/>
          </p:cNvSpPr>
          <p:nvPr>
            <p:ph type="title" idx="13" hasCustomPrompt="1"/>
          </p:nvPr>
        </p:nvSpPr>
        <p:spPr>
          <a:xfrm flipH="1">
            <a:off x="7169950" y="3039450"/>
            <a:ext cx="940500" cy="572700"/>
          </a:xfrm>
          <a:prstGeom prst="rect">
            <a:avLst/>
          </a:prstGeom>
        </p:spPr>
        <p:txBody>
          <a:bodyPr spcFirstLastPara="1" wrap="square" lIns="91425" tIns="0" rIns="91425" bIns="0" anchor="t" anchorCtr="0">
            <a:noAutofit/>
          </a:bodyPr>
          <a:lstStyle>
            <a:lvl1pPr lvl="0" algn="r" rtl="0">
              <a:spcBef>
                <a:spcPts val="0"/>
              </a:spcBef>
              <a:spcAft>
                <a:spcPts val="0"/>
              </a:spcAft>
              <a:buSzPts val="2500"/>
              <a:buNone/>
              <a:defRPr sz="4000" b="1"/>
            </a:lvl1pPr>
            <a:lvl2pPr lvl="1" algn="r" rtl="0">
              <a:spcBef>
                <a:spcPts val="0"/>
              </a:spcBef>
              <a:spcAft>
                <a:spcPts val="0"/>
              </a:spcAft>
              <a:buSzPts val="2500"/>
              <a:buNone/>
              <a:defRPr sz="2500"/>
            </a:lvl2pPr>
            <a:lvl3pPr lvl="2" algn="r" rtl="0">
              <a:spcBef>
                <a:spcPts val="0"/>
              </a:spcBef>
              <a:spcAft>
                <a:spcPts val="0"/>
              </a:spcAft>
              <a:buSzPts val="2500"/>
              <a:buNone/>
              <a:defRPr sz="2500"/>
            </a:lvl3pPr>
            <a:lvl4pPr lvl="3" algn="r" rtl="0">
              <a:spcBef>
                <a:spcPts val="0"/>
              </a:spcBef>
              <a:spcAft>
                <a:spcPts val="0"/>
              </a:spcAft>
              <a:buSzPts val="2500"/>
              <a:buNone/>
              <a:defRPr sz="2500"/>
            </a:lvl4pPr>
            <a:lvl5pPr lvl="4" algn="r" rtl="0">
              <a:spcBef>
                <a:spcPts val="0"/>
              </a:spcBef>
              <a:spcAft>
                <a:spcPts val="0"/>
              </a:spcAft>
              <a:buSzPts val="2500"/>
              <a:buNone/>
              <a:defRPr sz="2500"/>
            </a:lvl5pPr>
            <a:lvl6pPr lvl="5" algn="r" rtl="0">
              <a:spcBef>
                <a:spcPts val="0"/>
              </a:spcBef>
              <a:spcAft>
                <a:spcPts val="0"/>
              </a:spcAft>
              <a:buSzPts val="2500"/>
              <a:buNone/>
              <a:defRPr sz="2500"/>
            </a:lvl6pPr>
            <a:lvl7pPr lvl="6" algn="r" rtl="0">
              <a:spcBef>
                <a:spcPts val="0"/>
              </a:spcBef>
              <a:spcAft>
                <a:spcPts val="0"/>
              </a:spcAft>
              <a:buSzPts val="2500"/>
              <a:buNone/>
              <a:defRPr sz="2500"/>
            </a:lvl7pPr>
            <a:lvl8pPr lvl="7" algn="r" rtl="0">
              <a:spcBef>
                <a:spcPts val="0"/>
              </a:spcBef>
              <a:spcAft>
                <a:spcPts val="0"/>
              </a:spcAft>
              <a:buSzPts val="2500"/>
              <a:buNone/>
              <a:defRPr sz="2500"/>
            </a:lvl8pPr>
            <a:lvl9pPr lvl="8" algn="r" rtl="0">
              <a:spcBef>
                <a:spcPts val="0"/>
              </a:spcBef>
              <a:spcAft>
                <a:spcPts val="0"/>
              </a:spcAft>
              <a:buSzPts val="2500"/>
              <a:buNone/>
              <a:defRPr sz="2500"/>
            </a:lvl9pPr>
          </a:lstStyle>
          <a:p>
            <a:r>
              <a:t>xx%</a:t>
            </a:r>
          </a:p>
        </p:txBody>
      </p:sp>
      <p:sp>
        <p:nvSpPr>
          <p:cNvPr id="432" name="Google Shape;432;p13"/>
          <p:cNvSpPr txBox="1">
            <a:spLocks noGrp="1"/>
          </p:cNvSpPr>
          <p:nvPr>
            <p:ph type="subTitle" idx="14"/>
          </p:nvPr>
        </p:nvSpPr>
        <p:spPr>
          <a:xfrm>
            <a:off x="5474325" y="4167677"/>
            <a:ext cx="2636100" cy="381000"/>
          </a:xfrm>
          <a:prstGeom prst="rect">
            <a:avLst/>
          </a:prstGeom>
        </p:spPr>
        <p:txBody>
          <a:bodyPr spcFirstLastPara="1" wrap="square" lIns="91425" tIns="0" rIns="91425" bIns="0" anchor="t" anchorCtr="0">
            <a:noAutofit/>
          </a:bodyPr>
          <a:lstStyle>
            <a:lvl1pPr lvl="0" algn="r" rtl="0">
              <a:lnSpc>
                <a:spcPct val="100000"/>
              </a:lnSpc>
              <a:spcBef>
                <a:spcPts val="0"/>
              </a:spcBef>
              <a:spcAft>
                <a:spcPts val="0"/>
              </a:spcAft>
              <a:buClr>
                <a:schemeClr val="dk1"/>
              </a:buClr>
              <a:buSzPts val="1600"/>
              <a:buNone/>
              <a:defRPr sz="1400"/>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433" name="Google Shape;433;p13"/>
          <p:cNvSpPr txBox="1">
            <a:spLocks noGrp="1"/>
          </p:cNvSpPr>
          <p:nvPr>
            <p:ph type="subTitle" idx="15"/>
          </p:nvPr>
        </p:nvSpPr>
        <p:spPr>
          <a:xfrm>
            <a:off x="4917550" y="3613450"/>
            <a:ext cx="3192900" cy="338400"/>
          </a:xfrm>
          <a:prstGeom prst="rect">
            <a:avLst/>
          </a:prstGeom>
        </p:spPr>
        <p:txBody>
          <a:bodyPr spcFirstLastPara="1" wrap="square" lIns="91425" tIns="0" rIns="91425" bIns="0" anchor="t" anchorCtr="0">
            <a:noAutofit/>
          </a:bodyPr>
          <a:lstStyle>
            <a:lvl1pPr lvl="0" algn="r"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434" name="Google Shape;434;p13"/>
          <p:cNvGrpSpPr/>
          <p:nvPr/>
        </p:nvGrpSpPr>
        <p:grpSpPr>
          <a:xfrm>
            <a:off x="-969899" y="3989306"/>
            <a:ext cx="1803578" cy="1558580"/>
            <a:chOff x="-969899" y="3989306"/>
            <a:chExt cx="1803578" cy="1558580"/>
          </a:xfrm>
        </p:grpSpPr>
        <p:grpSp>
          <p:nvGrpSpPr>
            <p:cNvPr id="435" name="Google Shape;435;p13"/>
            <p:cNvGrpSpPr/>
            <p:nvPr/>
          </p:nvGrpSpPr>
          <p:grpSpPr>
            <a:xfrm>
              <a:off x="-699845" y="4032775"/>
              <a:ext cx="777174" cy="1001897"/>
              <a:chOff x="-699845" y="4032775"/>
              <a:chExt cx="777174" cy="1001897"/>
            </a:xfrm>
          </p:grpSpPr>
          <p:sp>
            <p:nvSpPr>
              <p:cNvPr id="436" name="Google Shape;436;p13"/>
              <p:cNvSpPr/>
              <p:nvPr/>
            </p:nvSpPr>
            <p:spPr>
              <a:xfrm>
                <a:off x="-699845" y="4054782"/>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3"/>
              <p:cNvSpPr/>
              <p:nvPr/>
            </p:nvSpPr>
            <p:spPr>
              <a:xfrm>
                <a:off x="22507" y="4032775"/>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3"/>
              <p:cNvSpPr/>
              <p:nvPr/>
            </p:nvSpPr>
            <p:spPr>
              <a:xfrm>
                <a:off x="-344653" y="4547149"/>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9" name="Google Shape;439;p13"/>
            <p:cNvSpPr/>
            <p:nvPr/>
          </p:nvSpPr>
          <p:spPr>
            <a:xfrm>
              <a:off x="-621306" y="4385709"/>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3"/>
            <p:cNvSpPr/>
            <p:nvPr/>
          </p:nvSpPr>
          <p:spPr>
            <a:xfrm>
              <a:off x="-2920" y="4363854"/>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3"/>
            <p:cNvSpPr/>
            <p:nvPr/>
          </p:nvSpPr>
          <p:spPr>
            <a:xfrm>
              <a:off x="-348577" y="4011249"/>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3"/>
            <p:cNvSpPr/>
            <p:nvPr/>
          </p:nvSpPr>
          <p:spPr>
            <a:xfrm>
              <a:off x="-138934" y="3989307"/>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13"/>
            <p:cNvSpPr/>
            <p:nvPr/>
          </p:nvSpPr>
          <p:spPr>
            <a:xfrm>
              <a:off x="-372053" y="4223325"/>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3"/>
            <p:cNvSpPr/>
            <p:nvPr/>
          </p:nvSpPr>
          <p:spPr>
            <a:xfrm>
              <a:off x="-164361" y="4868277"/>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3"/>
            <p:cNvSpPr/>
            <p:nvPr/>
          </p:nvSpPr>
          <p:spPr>
            <a:xfrm>
              <a:off x="226779" y="4995523"/>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3"/>
            <p:cNvSpPr/>
            <p:nvPr/>
          </p:nvSpPr>
          <p:spPr>
            <a:xfrm>
              <a:off x="474081" y="4841338"/>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13"/>
            <p:cNvSpPr/>
            <p:nvPr/>
          </p:nvSpPr>
          <p:spPr>
            <a:xfrm>
              <a:off x="-185887" y="5498214"/>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3"/>
            <p:cNvSpPr/>
            <p:nvPr/>
          </p:nvSpPr>
          <p:spPr>
            <a:xfrm>
              <a:off x="38925" y="4786012"/>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13"/>
            <p:cNvSpPr/>
            <p:nvPr/>
          </p:nvSpPr>
          <p:spPr>
            <a:xfrm>
              <a:off x="-589259" y="4875599"/>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13"/>
            <p:cNvSpPr/>
            <p:nvPr/>
          </p:nvSpPr>
          <p:spPr>
            <a:xfrm>
              <a:off x="-677815" y="5502489"/>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3"/>
            <p:cNvSpPr/>
            <p:nvPr/>
          </p:nvSpPr>
          <p:spPr>
            <a:xfrm>
              <a:off x="-969899" y="4645526"/>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3"/>
            <p:cNvSpPr/>
            <p:nvPr/>
          </p:nvSpPr>
          <p:spPr>
            <a:xfrm>
              <a:off x="289933" y="3989306"/>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13"/>
            <p:cNvSpPr/>
            <p:nvPr/>
          </p:nvSpPr>
          <p:spPr>
            <a:xfrm>
              <a:off x="615706" y="4527246"/>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3"/>
            <p:cNvSpPr/>
            <p:nvPr/>
          </p:nvSpPr>
          <p:spPr>
            <a:xfrm>
              <a:off x="682255" y="4585290"/>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 name="Google Shape;455;p13"/>
          <p:cNvGrpSpPr/>
          <p:nvPr/>
        </p:nvGrpSpPr>
        <p:grpSpPr>
          <a:xfrm flipH="1">
            <a:off x="-74415" y="391900"/>
            <a:ext cx="1040638" cy="901375"/>
            <a:chOff x="948060" y="3972813"/>
            <a:chExt cx="1040638" cy="901375"/>
          </a:xfrm>
        </p:grpSpPr>
        <p:grpSp>
          <p:nvGrpSpPr>
            <p:cNvPr id="456" name="Google Shape;456;p13"/>
            <p:cNvGrpSpPr/>
            <p:nvPr/>
          </p:nvGrpSpPr>
          <p:grpSpPr>
            <a:xfrm flipH="1">
              <a:off x="948060" y="3972813"/>
              <a:ext cx="716725" cy="901375"/>
              <a:chOff x="-3888525" y="-2483300"/>
              <a:chExt cx="716725" cy="901375"/>
            </a:xfrm>
          </p:grpSpPr>
          <p:sp>
            <p:nvSpPr>
              <p:cNvPr id="457" name="Google Shape;457;p13"/>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3"/>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 name="Google Shape;459;p13"/>
            <p:cNvGrpSpPr/>
            <p:nvPr/>
          </p:nvGrpSpPr>
          <p:grpSpPr>
            <a:xfrm flipH="1">
              <a:off x="1664772" y="4493938"/>
              <a:ext cx="323925" cy="323650"/>
              <a:chOff x="1608625" y="299800"/>
              <a:chExt cx="323925" cy="323650"/>
            </a:xfrm>
          </p:grpSpPr>
          <p:sp>
            <p:nvSpPr>
              <p:cNvPr id="460" name="Google Shape;460;p13"/>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3"/>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13"/>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3" name="Google Shape;463;p13"/>
          <p:cNvGrpSpPr/>
          <p:nvPr/>
        </p:nvGrpSpPr>
        <p:grpSpPr>
          <a:xfrm>
            <a:off x="8530769" y="1433443"/>
            <a:ext cx="1019565" cy="1290805"/>
            <a:chOff x="-4017975" y="-49702"/>
            <a:chExt cx="1162825" cy="1472177"/>
          </a:xfrm>
        </p:grpSpPr>
        <p:sp>
          <p:nvSpPr>
            <p:cNvPr id="464" name="Google Shape;464;p13"/>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3"/>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3"/>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13"/>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3"/>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3"/>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13"/>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CUSTOM_2">
    <p:spTree>
      <p:nvGrpSpPr>
        <p:cNvPr id="1" name="Shape 471"/>
        <p:cNvGrpSpPr/>
        <p:nvPr/>
      </p:nvGrpSpPr>
      <p:grpSpPr>
        <a:xfrm>
          <a:off x="0" y="0"/>
          <a:ext cx="0" cy="0"/>
          <a:chOff x="0" y="0"/>
          <a:chExt cx="0" cy="0"/>
        </a:xfrm>
      </p:grpSpPr>
      <p:sp>
        <p:nvSpPr>
          <p:cNvPr id="472" name="Google Shape;472;p14"/>
          <p:cNvSpPr txBox="1">
            <a:spLocks noGrp="1"/>
          </p:cNvSpPr>
          <p:nvPr>
            <p:ph type="title"/>
          </p:nvPr>
        </p:nvSpPr>
        <p:spPr>
          <a:xfrm>
            <a:off x="1940550" y="3438075"/>
            <a:ext cx="5262900" cy="363000"/>
          </a:xfrm>
          <a:prstGeom prst="rect">
            <a:avLst/>
          </a:prstGeom>
          <a:noFill/>
        </p:spPr>
        <p:txBody>
          <a:bodyPr spcFirstLastPara="1" wrap="square" lIns="91425" tIns="0" rIns="91425" bIns="0" anchor="t" anchorCtr="0">
            <a:noAutofit/>
          </a:bodyPr>
          <a:lstStyle>
            <a:lvl1pPr lvl="0" rtl="0">
              <a:spcBef>
                <a:spcPts val="0"/>
              </a:spcBef>
              <a:spcAft>
                <a:spcPts val="0"/>
              </a:spcAft>
              <a:buClr>
                <a:schemeClr val="dk2"/>
              </a:buClr>
              <a:buSzPts val="4200"/>
              <a:buNone/>
              <a:defRPr sz="2000" b="1"/>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473" name="Google Shape;473;p14"/>
          <p:cNvSpPr txBox="1">
            <a:spLocks noGrp="1"/>
          </p:cNvSpPr>
          <p:nvPr>
            <p:ph type="subTitle" idx="1"/>
          </p:nvPr>
        </p:nvSpPr>
        <p:spPr>
          <a:xfrm>
            <a:off x="1940550" y="1342425"/>
            <a:ext cx="5262900" cy="15924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SzPts val="2100"/>
              <a:buNone/>
              <a:defRPr sz="25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grpSp>
        <p:nvGrpSpPr>
          <p:cNvPr id="474" name="Google Shape;474;p14"/>
          <p:cNvGrpSpPr/>
          <p:nvPr/>
        </p:nvGrpSpPr>
        <p:grpSpPr>
          <a:xfrm>
            <a:off x="8103363" y="1111063"/>
            <a:ext cx="1040638" cy="901375"/>
            <a:chOff x="8457538" y="810363"/>
            <a:chExt cx="1040638" cy="901375"/>
          </a:xfrm>
        </p:grpSpPr>
        <p:grpSp>
          <p:nvGrpSpPr>
            <p:cNvPr id="475" name="Google Shape;475;p14"/>
            <p:cNvGrpSpPr/>
            <p:nvPr/>
          </p:nvGrpSpPr>
          <p:grpSpPr>
            <a:xfrm>
              <a:off x="8781450" y="810363"/>
              <a:ext cx="716725" cy="901375"/>
              <a:chOff x="-3888525" y="-2483300"/>
              <a:chExt cx="716725" cy="901375"/>
            </a:xfrm>
          </p:grpSpPr>
          <p:sp>
            <p:nvSpPr>
              <p:cNvPr id="476" name="Google Shape;476;p14"/>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4"/>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 name="Google Shape;478;p14"/>
            <p:cNvGrpSpPr/>
            <p:nvPr/>
          </p:nvGrpSpPr>
          <p:grpSpPr>
            <a:xfrm>
              <a:off x="8457538" y="1331488"/>
              <a:ext cx="323925" cy="323650"/>
              <a:chOff x="1608625" y="299800"/>
              <a:chExt cx="323925" cy="323650"/>
            </a:xfrm>
          </p:grpSpPr>
          <p:sp>
            <p:nvSpPr>
              <p:cNvPr id="479" name="Google Shape;479;p14"/>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14"/>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14"/>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2" name="Google Shape;482;p14"/>
          <p:cNvGrpSpPr/>
          <p:nvPr/>
        </p:nvGrpSpPr>
        <p:grpSpPr>
          <a:xfrm>
            <a:off x="214269" y="2098393"/>
            <a:ext cx="1019565" cy="1290805"/>
            <a:chOff x="-4017975" y="-49702"/>
            <a:chExt cx="1162825" cy="1472177"/>
          </a:xfrm>
        </p:grpSpPr>
        <p:sp>
          <p:nvSpPr>
            <p:cNvPr id="483" name="Google Shape;483;p1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14"/>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14"/>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14"/>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4">
    <p:spTree>
      <p:nvGrpSpPr>
        <p:cNvPr id="1" name="Shape 490"/>
        <p:cNvGrpSpPr/>
        <p:nvPr/>
      </p:nvGrpSpPr>
      <p:grpSpPr>
        <a:xfrm>
          <a:off x="0" y="0"/>
          <a:ext cx="0" cy="0"/>
          <a:chOff x="0" y="0"/>
          <a:chExt cx="0" cy="0"/>
        </a:xfrm>
      </p:grpSpPr>
      <p:sp>
        <p:nvSpPr>
          <p:cNvPr id="491" name="Google Shape;491;p15"/>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492" name="Google Shape;492;p15"/>
          <p:cNvGrpSpPr/>
          <p:nvPr/>
        </p:nvGrpSpPr>
        <p:grpSpPr>
          <a:xfrm>
            <a:off x="8289563" y="4025418"/>
            <a:ext cx="1369850" cy="1342825"/>
            <a:chOff x="-3742350" y="-3012325"/>
            <a:chExt cx="1369850" cy="1342825"/>
          </a:xfrm>
        </p:grpSpPr>
        <p:sp>
          <p:nvSpPr>
            <p:cNvPr id="493" name="Google Shape;493;p15"/>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5"/>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15"/>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15"/>
            <p:cNvSpPr/>
            <p:nvPr/>
          </p:nvSpPr>
          <p:spPr>
            <a:xfrm>
              <a:off x="-3470900" y="-26570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5"/>
            <p:cNvSpPr/>
            <p:nvPr/>
          </p:nvSpPr>
          <p:spPr>
            <a:xfrm>
              <a:off x="-3720275" y="-2216400"/>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5"/>
            <p:cNvSpPr/>
            <p:nvPr/>
          </p:nvSpPr>
          <p:spPr>
            <a:xfrm>
              <a:off x="-2825862" y="-2936687"/>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15"/>
            <p:cNvSpPr/>
            <p:nvPr/>
          </p:nvSpPr>
          <p:spPr>
            <a:xfrm>
              <a:off x="-2758612" y="-2892062"/>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5"/>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15"/>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5"/>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5"/>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5"/>
          <p:cNvGrpSpPr/>
          <p:nvPr/>
        </p:nvGrpSpPr>
        <p:grpSpPr>
          <a:xfrm>
            <a:off x="-275103" y="120400"/>
            <a:ext cx="1369850" cy="1342825"/>
            <a:chOff x="-3742350" y="-3012325"/>
            <a:chExt cx="1369850" cy="1342825"/>
          </a:xfrm>
        </p:grpSpPr>
        <p:sp>
          <p:nvSpPr>
            <p:cNvPr id="505" name="Google Shape;505;p15"/>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5"/>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15"/>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5"/>
            <p:cNvSpPr/>
            <p:nvPr/>
          </p:nvSpPr>
          <p:spPr>
            <a:xfrm>
              <a:off x="-3470900" y="-26570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5"/>
            <p:cNvSpPr/>
            <p:nvPr/>
          </p:nvSpPr>
          <p:spPr>
            <a:xfrm>
              <a:off x="-3720275" y="-2216400"/>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5"/>
            <p:cNvSpPr/>
            <p:nvPr/>
          </p:nvSpPr>
          <p:spPr>
            <a:xfrm>
              <a:off x="-2825862" y="-2936687"/>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5"/>
            <p:cNvSpPr/>
            <p:nvPr/>
          </p:nvSpPr>
          <p:spPr>
            <a:xfrm>
              <a:off x="-2758612" y="-2892062"/>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5"/>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5"/>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5"/>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5"/>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 name="Google Shape;516;p15"/>
          <p:cNvGrpSpPr/>
          <p:nvPr/>
        </p:nvGrpSpPr>
        <p:grpSpPr>
          <a:xfrm>
            <a:off x="7444085" y="-614062"/>
            <a:ext cx="1040637" cy="901375"/>
            <a:chOff x="7772485" y="-345137"/>
            <a:chExt cx="1040637" cy="901375"/>
          </a:xfrm>
        </p:grpSpPr>
        <p:grpSp>
          <p:nvGrpSpPr>
            <p:cNvPr id="517" name="Google Shape;517;p15"/>
            <p:cNvGrpSpPr/>
            <p:nvPr/>
          </p:nvGrpSpPr>
          <p:grpSpPr>
            <a:xfrm>
              <a:off x="8096397" y="-345137"/>
              <a:ext cx="716725" cy="901375"/>
              <a:chOff x="-3888525" y="-2483300"/>
              <a:chExt cx="716725" cy="901375"/>
            </a:xfrm>
          </p:grpSpPr>
          <p:sp>
            <p:nvSpPr>
              <p:cNvPr id="518" name="Google Shape;518;p15"/>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5"/>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 name="Google Shape;520;p15"/>
            <p:cNvGrpSpPr/>
            <p:nvPr/>
          </p:nvGrpSpPr>
          <p:grpSpPr>
            <a:xfrm>
              <a:off x="7772485" y="175988"/>
              <a:ext cx="323925" cy="323650"/>
              <a:chOff x="1608625" y="299800"/>
              <a:chExt cx="323925" cy="323650"/>
            </a:xfrm>
          </p:grpSpPr>
          <p:sp>
            <p:nvSpPr>
              <p:cNvPr id="521" name="Google Shape;521;p15"/>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5"/>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5"/>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4_1">
    <p:spTree>
      <p:nvGrpSpPr>
        <p:cNvPr id="1" name="Shape 524"/>
        <p:cNvGrpSpPr/>
        <p:nvPr/>
      </p:nvGrpSpPr>
      <p:grpSpPr>
        <a:xfrm>
          <a:off x="0" y="0"/>
          <a:ext cx="0" cy="0"/>
          <a:chOff x="0" y="0"/>
          <a:chExt cx="0" cy="0"/>
        </a:xfrm>
      </p:grpSpPr>
      <p:sp>
        <p:nvSpPr>
          <p:cNvPr id="525" name="Google Shape;525;p16"/>
          <p:cNvSpPr txBox="1">
            <a:spLocks noGrp="1"/>
          </p:cNvSpPr>
          <p:nvPr>
            <p:ph type="title"/>
          </p:nvPr>
        </p:nvSpPr>
        <p:spPr>
          <a:xfrm>
            <a:off x="782850" y="556250"/>
            <a:ext cx="7578300" cy="4956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526" name="Google Shape;526;p16"/>
          <p:cNvGrpSpPr/>
          <p:nvPr/>
        </p:nvGrpSpPr>
        <p:grpSpPr>
          <a:xfrm>
            <a:off x="7771338" y="4403813"/>
            <a:ext cx="1040638" cy="901375"/>
            <a:chOff x="8457538" y="810363"/>
            <a:chExt cx="1040638" cy="901375"/>
          </a:xfrm>
        </p:grpSpPr>
        <p:grpSp>
          <p:nvGrpSpPr>
            <p:cNvPr id="527" name="Google Shape;527;p16"/>
            <p:cNvGrpSpPr/>
            <p:nvPr/>
          </p:nvGrpSpPr>
          <p:grpSpPr>
            <a:xfrm>
              <a:off x="8781450" y="810363"/>
              <a:ext cx="716725" cy="901375"/>
              <a:chOff x="-3888525" y="-2483300"/>
              <a:chExt cx="716725" cy="901375"/>
            </a:xfrm>
          </p:grpSpPr>
          <p:sp>
            <p:nvSpPr>
              <p:cNvPr id="528" name="Google Shape;528;p16"/>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6"/>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 name="Google Shape;530;p16"/>
            <p:cNvGrpSpPr/>
            <p:nvPr/>
          </p:nvGrpSpPr>
          <p:grpSpPr>
            <a:xfrm>
              <a:off x="8457538" y="1331488"/>
              <a:ext cx="323925" cy="323650"/>
              <a:chOff x="1608625" y="299800"/>
              <a:chExt cx="323925" cy="323650"/>
            </a:xfrm>
          </p:grpSpPr>
          <p:sp>
            <p:nvSpPr>
              <p:cNvPr id="531" name="Google Shape;531;p16"/>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16"/>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6"/>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4" name="Google Shape;534;p16"/>
          <p:cNvGrpSpPr/>
          <p:nvPr/>
        </p:nvGrpSpPr>
        <p:grpSpPr>
          <a:xfrm>
            <a:off x="7771359" y="4167517"/>
            <a:ext cx="761479" cy="750124"/>
            <a:chOff x="-642191" y="1634242"/>
            <a:chExt cx="761479" cy="750124"/>
          </a:xfrm>
        </p:grpSpPr>
        <p:sp>
          <p:nvSpPr>
            <p:cNvPr id="535" name="Google Shape;535;p16"/>
            <p:cNvSpPr/>
            <p:nvPr/>
          </p:nvSpPr>
          <p:spPr>
            <a:xfrm rot="10800000">
              <a:off x="-642191" y="235071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6"/>
            <p:cNvSpPr/>
            <p:nvPr/>
          </p:nvSpPr>
          <p:spPr>
            <a:xfrm rot="10800000">
              <a:off x="-553634" y="1723763"/>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6"/>
            <p:cNvSpPr/>
            <p:nvPr/>
          </p:nvSpPr>
          <p:spPr>
            <a:xfrm rot="10800000">
              <a:off x="78166" y="1634242"/>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 name="Google Shape;538;p16"/>
          <p:cNvGrpSpPr/>
          <p:nvPr/>
        </p:nvGrpSpPr>
        <p:grpSpPr>
          <a:xfrm>
            <a:off x="330444" y="-221875"/>
            <a:ext cx="713803" cy="706547"/>
            <a:chOff x="-4017975" y="616650"/>
            <a:chExt cx="814100" cy="805825"/>
          </a:xfrm>
        </p:grpSpPr>
        <p:sp>
          <p:nvSpPr>
            <p:cNvPr id="539" name="Google Shape;539;p16"/>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6"/>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16"/>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16"/>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hree columns">
  <p:cSld name="CUSTOM_5">
    <p:spTree>
      <p:nvGrpSpPr>
        <p:cNvPr id="1" name="Shape 543"/>
        <p:cNvGrpSpPr/>
        <p:nvPr/>
      </p:nvGrpSpPr>
      <p:grpSpPr>
        <a:xfrm>
          <a:off x="0" y="0"/>
          <a:ext cx="0" cy="0"/>
          <a:chOff x="0" y="0"/>
          <a:chExt cx="0" cy="0"/>
        </a:xfrm>
      </p:grpSpPr>
      <p:sp>
        <p:nvSpPr>
          <p:cNvPr id="544" name="Google Shape;544;p17"/>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45" name="Google Shape;545;p17"/>
          <p:cNvSpPr txBox="1">
            <a:spLocks noGrp="1"/>
          </p:cNvSpPr>
          <p:nvPr>
            <p:ph type="subTitle" idx="1"/>
          </p:nvPr>
        </p:nvSpPr>
        <p:spPr>
          <a:xfrm>
            <a:off x="782850" y="2955251"/>
            <a:ext cx="2311200" cy="766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546" name="Google Shape;546;p17"/>
          <p:cNvSpPr txBox="1">
            <a:spLocks noGrp="1"/>
          </p:cNvSpPr>
          <p:nvPr>
            <p:ph type="subTitle" idx="2"/>
          </p:nvPr>
        </p:nvSpPr>
        <p:spPr>
          <a:xfrm>
            <a:off x="782850" y="2538925"/>
            <a:ext cx="23112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547" name="Google Shape;547;p17"/>
          <p:cNvSpPr txBox="1">
            <a:spLocks noGrp="1"/>
          </p:cNvSpPr>
          <p:nvPr>
            <p:ph type="subTitle" idx="3"/>
          </p:nvPr>
        </p:nvSpPr>
        <p:spPr>
          <a:xfrm>
            <a:off x="3416400" y="2955251"/>
            <a:ext cx="2311200" cy="766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548" name="Google Shape;548;p17"/>
          <p:cNvSpPr txBox="1">
            <a:spLocks noGrp="1"/>
          </p:cNvSpPr>
          <p:nvPr>
            <p:ph type="subTitle" idx="4"/>
          </p:nvPr>
        </p:nvSpPr>
        <p:spPr>
          <a:xfrm>
            <a:off x="3416400" y="2538925"/>
            <a:ext cx="23112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549" name="Google Shape;549;p17"/>
          <p:cNvSpPr txBox="1">
            <a:spLocks noGrp="1"/>
          </p:cNvSpPr>
          <p:nvPr>
            <p:ph type="subTitle" idx="5"/>
          </p:nvPr>
        </p:nvSpPr>
        <p:spPr>
          <a:xfrm>
            <a:off x="6049950" y="2955251"/>
            <a:ext cx="2311200" cy="7662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550" name="Google Shape;550;p17"/>
          <p:cNvSpPr txBox="1">
            <a:spLocks noGrp="1"/>
          </p:cNvSpPr>
          <p:nvPr>
            <p:ph type="subTitle" idx="6"/>
          </p:nvPr>
        </p:nvSpPr>
        <p:spPr>
          <a:xfrm>
            <a:off x="6049950" y="2538925"/>
            <a:ext cx="23112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551" name="Google Shape;551;p17"/>
          <p:cNvGrpSpPr/>
          <p:nvPr/>
        </p:nvGrpSpPr>
        <p:grpSpPr>
          <a:xfrm>
            <a:off x="-382087" y="624425"/>
            <a:ext cx="1040638" cy="901375"/>
            <a:chOff x="8457538" y="810363"/>
            <a:chExt cx="1040638" cy="901375"/>
          </a:xfrm>
        </p:grpSpPr>
        <p:grpSp>
          <p:nvGrpSpPr>
            <p:cNvPr id="552" name="Google Shape;552;p17"/>
            <p:cNvGrpSpPr/>
            <p:nvPr/>
          </p:nvGrpSpPr>
          <p:grpSpPr>
            <a:xfrm>
              <a:off x="8781450" y="810363"/>
              <a:ext cx="716725" cy="901375"/>
              <a:chOff x="-3888525" y="-2483300"/>
              <a:chExt cx="716725" cy="901375"/>
            </a:xfrm>
          </p:grpSpPr>
          <p:sp>
            <p:nvSpPr>
              <p:cNvPr id="553" name="Google Shape;553;p17"/>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17"/>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5" name="Google Shape;555;p17"/>
            <p:cNvGrpSpPr/>
            <p:nvPr/>
          </p:nvGrpSpPr>
          <p:grpSpPr>
            <a:xfrm>
              <a:off x="8457538" y="1331488"/>
              <a:ext cx="323925" cy="323650"/>
              <a:chOff x="1608625" y="299800"/>
              <a:chExt cx="323925" cy="323650"/>
            </a:xfrm>
          </p:grpSpPr>
          <p:sp>
            <p:nvSpPr>
              <p:cNvPr id="556" name="Google Shape;556;p17"/>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7"/>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7"/>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9" name="Google Shape;559;p17"/>
          <p:cNvGrpSpPr/>
          <p:nvPr/>
        </p:nvGrpSpPr>
        <p:grpSpPr>
          <a:xfrm rot="10800000">
            <a:off x="8274244" y="624418"/>
            <a:ext cx="1803578" cy="1592367"/>
            <a:chOff x="-4912150" y="-393637"/>
            <a:chExt cx="2057000" cy="1816112"/>
          </a:xfrm>
        </p:grpSpPr>
        <p:sp>
          <p:nvSpPr>
            <p:cNvPr id="560" name="Google Shape;560;p17"/>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7"/>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17"/>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17"/>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7"/>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7"/>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7"/>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7"/>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7"/>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7"/>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7"/>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7"/>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7"/>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 name="Google Shape;579;p17"/>
          <p:cNvGrpSpPr/>
          <p:nvPr/>
        </p:nvGrpSpPr>
        <p:grpSpPr>
          <a:xfrm rot="10800000">
            <a:off x="1179219" y="4287293"/>
            <a:ext cx="1803578" cy="1592367"/>
            <a:chOff x="-4912150" y="-393637"/>
            <a:chExt cx="2057000" cy="1816112"/>
          </a:xfrm>
        </p:grpSpPr>
        <p:sp>
          <p:nvSpPr>
            <p:cNvPr id="580" name="Google Shape;580;p17"/>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7"/>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7"/>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17"/>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7"/>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7"/>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17"/>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7"/>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7"/>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7"/>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7"/>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7"/>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7"/>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four columns">
  <p:cSld name="CUSTOM_5_1">
    <p:spTree>
      <p:nvGrpSpPr>
        <p:cNvPr id="1" name="Shape 599"/>
        <p:cNvGrpSpPr/>
        <p:nvPr/>
      </p:nvGrpSpPr>
      <p:grpSpPr>
        <a:xfrm>
          <a:off x="0" y="0"/>
          <a:ext cx="0" cy="0"/>
          <a:chOff x="0" y="0"/>
          <a:chExt cx="0" cy="0"/>
        </a:xfrm>
      </p:grpSpPr>
      <p:sp>
        <p:nvSpPr>
          <p:cNvPr id="600" name="Google Shape;600;p18"/>
          <p:cNvSpPr txBox="1">
            <a:spLocks noGrp="1"/>
          </p:cNvSpPr>
          <p:nvPr>
            <p:ph type="title"/>
          </p:nvPr>
        </p:nvSpPr>
        <p:spPr>
          <a:xfrm flipH="1">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01" name="Google Shape;601;p18"/>
          <p:cNvSpPr txBox="1">
            <a:spLocks noGrp="1"/>
          </p:cNvSpPr>
          <p:nvPr>
            <p:ph type="subTitle" idx="1"/>
          </p:nvPr>
        </p:nvSpPr>
        <p:spPr>
          <a:xfrm>
            <a:off x="1589125" y="2349175"/>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2" name="Google Shape;602;p18"/>
          <p:cNvSpPr txBox="1">
            <a:spLocks noGrp="1"/>
          </p:cNvSpPr>
          <p:nvPr>
            <p:ph type="subTitle" idx="2"/>
          </p:nvPr>
        </p:nvSpPr>
        <p:spPr>
          <a:xfrm>
            <a:off x="1589125" y="2011200"/>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03" name="Google Shape;603;p18"/>
          <p:cNvSpPr txBox="1">
            <a:spLocks noGrp="1"/>
          </p:cNvSpPr>
          <p:nvPr>
            <p:ph type="subTitle" idx="3"/>
          </p:nvPr>
        </p:nvSpPr>
        <p:spPr>
          <a:xfrm>
            <a:off x="5013850" y="2351975"/>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4" name="Google Shape;604;p18"/>
          <p:cNvSpPr txBox="1">
            <a:spLocks noGrp="1"/>
          </p:cNvSpPr>
          <p:nvPr>
            <p:ph type="subTitle" idx="4"/>
          </p:nvPr>
        </p:nvSpPr>
        <p:spPr>
          <a:xfrm>
            <a:off x="5013850" y="2014000"/>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05" name="Google Shape;605;p18"/>
          <p:cNvSpPr txBox="1">
            <a:spLocks noGrp="1"/>
          </p:cNvSpPr>
          <p:nvPr>
            <p:ph type="subTitle" idx="5"/>
          </p:nvPr>
        </p:nvSpPr>
        <p:spPr>
          <a:xfrm>
            <a:off x="1589125" y="3960125"/>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6" name="Google Shape;606;p18"/>
          <p:cNvSpPr txBox="1">
            <a:spLocks noGrp="1"/>
          </p:cNvSpPr>
          <p:nvPr>
            <p:ph type="subTitle" idx="6"/>
          </p:nvPr>
        </p:nvSpPr>
        <p:spPr>
          <a:xfrm>
            <a:off x="1589125" y="3622150"/>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07" name="Google Shape;607;p18"/>
          <p:cNvSpPr txBox="1">
            <a:spLocks noGrp="1"/>
          </p:cNvSpPr>
          <p:nvPr>
            <p:ph type="subTitle" idx="7"/>
          </p:nvPr>
        </p:nvSpPr>
        <p:spPr>
          <a:xfrm>
            <a:off x="5013850" y="3960098"/>
            <a:ext cx="2541000" cy="5217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08" name="Google Shape;608;p18"/>
          <p:cNvSpPr txBox="1">
            <a:spLocks noGrp="1"/>
          </p:cNvSpPr>
          <p:nvPr>
            <p:ph type="subTitle" idx="8"/>
          </p:nvPr>
        </p:nvSpPr>
        <p:spPr>
          <a:xfrm>
            <a:off x="5013850" y="3622123"/>
            <a:ext cx="25410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609" name="Google Shape;609;p18"/>
          <p:cNvGrpSpPr/>
          <p:nvPr/>
        </p:nvGrpSpPr>
        <p:grpSpPr>
          <a:xfrm flipH="1">
            <a:off x="205972" y="3517863"/>
            <a:ext cx="873188" cy="546900"/>
            <a:chOff x="1115510" y="4327288"/>
            <a:chExt cx="873188" cy="546900"/>
          </a:xfrm>
        </p:grpSpPr>
        <p:sp>
          <p:nvSpPr>
            <p:cNvPr id="610" name="Google Shape;610;p18"/>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1" name="Google Shape;611;p18"/>
            <p:cNvGrpSpPr/>
            <p:nvPr/>
          </p:nvGrpSpPr>
          <p:grpSpPr>
            <a:xfrm flipH="1">
              <a:off x="1664772" y="4493938"/>
              <a:ext cx="323925" cy="323650"/>
              <a:chOff x="1608625" y="299800"/>
              <a:chExt cx="323925" cy="323650"/>
            </a:xfrm>
          </p:grpSpPr>
          <p:sp>
            <p:nvSpPr>
              <p:cNvPr id="612" name="Google Shape;612;p1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1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1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5" name="Google Shape;615;p18"/>
          <p:cNvGrpSpPr/>
          <p:nvPr/>
        </p:nvGrpSpPr>
        <p:grpSpPr>
          <a:xfrm>
            <a:off x="-234937" y="-460907"/>
            <a:ext cx="1938846" cy="1720830"/>
            <a:chOff x="-1873362" y="2120543"/>
            <a:chExt cx="1938846" cy="1720830"/>
          </a:xfrm>
        </p:grpSpPr>
        <p:sp>
          <p:nvSpPr>
            <p:cNvPr id="616" name="Google Shape;616;p18"/>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18"/>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18"/>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8"/>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8"/>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8"/>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18"/>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18"/>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18"/>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18"/>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8"/>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18"/>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8"/>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18"/>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18"/>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18"/>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18"/>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18"/>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18"/>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 name="Google Shape;635;p18"/>
          <p:cNvGrpSpPr/>
          <p:nvPr/>
        </p:nvGrpSpPr>
        <p:grpSpPr>
          <a:xfrm>
            <a:off x="7932072" y="2686300"/>
            <a:ext cx="1929500" cy="2210100"/>
            <a:chOff x="295725" y="-3462825"/>
            <a:chExt cx="1929500" cy="2210100"/>
          </a:xfrm>
        </p:grpSpPr>
        <p:sp>
          <p:nvSpPr>
            <p:cNvPr id="636" name="Google Shape;636;p18"/>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8"/>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8"/>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18"/>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18"/>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8"/>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18"/>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18"/>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18"/>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8"/>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8"/>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8"/>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18"/>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18"/>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8"/>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8"/>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8"/>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8"/>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8"/>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8"/>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8"/>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8"/>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8"/>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18"/>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8"/>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six columns">
  <p:cSld name="CUSTOM_5_1_1">
    <p:spTree>
      <p:nvGrpSpPr>
        <p:cNvPr id="1" name="Shape 661"/>
        <p:cNvGrpSpPr/>
        <p:nvPr/>
      </p:nvGrpSpPr>
      <p:grpSpPr>
        <a:xfrm>
          <a:off x="0" y="0"/>
          <a:ext cx="0" cy="0"/>
          <a:chOff x="0" y="0"/>
          <a:chExt cx="0" cy="0"/>
        </a:xfrm>
      </p:grpSpPr>
      <p:sp>
        <p:nvSpPr>
          <p:cNvPr id="662" name="Google Shape;662;p19"/>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63" name="Google Shape;663;p19"/>
          <p:cNvSpPr txBox="1">
            <a:spLocks noGrp="1"/>
          </p:cNvSpPr>
          <p:nvPr>
            <p:ph type="subTitle" idx="1"/>
          </p:nvPr>
        </p:nvSpPr>
        <p:spPr>
          <a:xfrm>
            <a:off x="785913" y="20885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64" name="Google Shape;664;p19"/>
          <p:cNvSpPr txBox="1">
            <a:spLocks noGrp="1"/>
          </p:cNvSpPr>
          <p:nvPr>
            <p:ph type="subTitle" idx="2"/>
          </p:nvPr>
        </p:nvSpPr>
        <p:spPr>
          <a:xfrm>
            <a:off x="785913" y="17176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65" name="Google Shape;665;p19"/>
          <p:cNvSpPr txBox="1">
            <a:spLocks noGrp="1"/>
          </p:cNvSpPr>
          <p:nvPr>
            <p:ph type="subTitle" idx="3"/>
          </p:nvPr>
        </p:nvSpPr>
        <p:spPr>
          <a:xfrm>
            <a:off x="3428113" y="20885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66" name="Google Shape;666;p19"/>
          <p:cNvSpPr txBox="1">
            <a:spLocks noGrp="1"/>
          </p:cNvSpPr>
          <p:nvPr>
            <p:ph type="subTitle" idx="4"/>
          </p:nvPr>
        </p:nvSpPr>
        <p:spPr>
          <a:xfrm>
            <a:off x="3428100" y="17176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67" name="Google Shape;667;p19"/>
          <p:cNvSpPr txBox="1">
            <a:spLocks noGrp="1"/>
          </p:cNvSpPr>
          <p:nvPr>
            <p:ph type="subTitle" idx="5"/>
          </p:nvPr>
        </p:nvSpPr>
        <p:spPr>
          <a:xfrm>
            <a:off x="6070288" y="20885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68" name="Google Shape;668;p19"/>
          <p:cNvSpPr txBox="1">
            <a:spLocks noGrp="1"/>
          </p:cNvSpPr>
          <p:nvPr>
            <p:ph type="subTitle" idx="6"/>
          </p:nvPr>
        </p:nvSpPr>
        <p:spPr>
          <a:xfrm>
            <a:off x="6070288" y="17176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69" name="Google Shape;669;p19"/>
          <p:cNvSpPr txBox="1">
            <a:spLocks noGrp="1"/>
          </p:cNvSpPr>
          <p:nvPr>
            <p:ph type="subTitle" idx="7"/>
          </p:nvPr>
        </p:nvSpPr>
        <p:spPr>
          <a:xfrm>
            <a:off x="785913" y="38246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70" name="Google Shape;670;p19"/>
          <p:cNvSpPr txBox="1">
            <a:spLocks noGrp="1"/>
          </p:cNvSpPr>
          <p:nvPr>
            <p:ph type="subTitle" idx="8"/>
          </p:nvPr>
        </p:nvSpPr>
        <p:spPr>
          <a:xfrm>
            <a:off x="785913" y="34537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71" name="Google Shape;671;p19"/>
          <p:cNvSpPr txBox="1">
            <a:spLocks noGrp="1"/>
          </p:cNvSpPr>
          <p:nvPr>
            <p:ph type="subTitle" idx="9"/>
          </p:nvPr>
        </p:nvSpPr>
        <p:spPr>
          <a:xfrm>
            <a:off x="3428113" y="38246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72" name="Google Shape;672;p19"/>
          <p:cNvSpPr txBox="1">
            <a:spLocks noGrp="1"/>
          </p:cNvSpPr>
          <p:nvPr>
            <p:ph type="subTitle" idx="13"/>
          </p:nvPr>
        </p:nvSpPr>
        <p:spPr>
          <a:xfrm>
            <a:off x="3428100" y="34537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sp>
        <p:nvSpPr>
          <p:cNvPr id="673" name="Google Shape;673;p19"/>
          <p:cNvSpPr txBox="1">
            <a:spLocks noGrp="1"/>
          </p:cNvSpPr>
          <p:nvPr>
            <p:ph type="subTitle" idx="14"/>
          </p:nvPr>
        </p:nvSpPr>
        <p:spPr>
          <a:xfrm>
            <a:off x="6070288" y="3824650"/>
            <a:ext cx="2287800" cy="7626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Clr>
                <a:schemeClr val="dk1"/>
              </a:buClr>
              <a:buSzPts val="1600"/>
              <a:buNone/>
              <a:defRPr/>
            </a:lvl1pPr>
            <a:lvl2pPr lvl="1" algn="r" rtl="0">
              <a:spcBef>
                <a:spcPts val="0"/>
              </a:spcBef>
              <a:spcAft>
                <a:spcPts val="0"/>
              </a:spcAft>
              <a:buClr>
                <a:schemeClr val="dk1"/>
              </a:buClr>
              <a:buSzPts val="1600"/>
              <a:buNone/>
              <a:defRPr>
                <a:solidFill>
                  <a:schemeClr val="dk1"/>
                </a:solidFill>
              </a:defRPr>
            </a:lvl2pPr>
            <a:lvl3pPr lvl="2" algn="r" rtl="0">
              <a:spcBef>
                <a:spcPts val="0"/>
              </a:spcBef>
              <a:spcAft>
                <a:spcPts val="0"/>
              </a:spcAft>
              <a:buClr>
                <a:schemeClr val="dk1"/>
              </a:buClr>
              <a:buSzPts val="1600"/>
              <a:buNone/>
              <a:defRPr>
                <a:solidFill>
                  <a:schemeClr val="dk1"/>
                </a:solidFill>
              </a:defRPr>
            </a:lvl3pPr>
            <a:lvl4pPr lvl="3" algn="r" rtl="0">
              <a:spcBef>
                <a:spcPts val="0"/>
              </a:spcBef>
              <a:spcAft>
                <a:spcPts val="0"/>
              </a:spcAft>
              <a:buClr>
                <a:schemeClr val="dk1"/>
              </a:buClr>
              <a:buSzPts val="1600"/>
              <a:buNone/>
              <a:defRPr>
                <a:solidFill>
                  <a:schemeClr val="dk1"/>
                </a:solidFill>
              </a:defRPr>
            </a:lvl4pPr>
            <a:lvl5pPr lvl="4" algn="r" rtl="0">
              <a:spcBef>
                <a:spcPts val="0"/>
              </a:spcBef>
              <a:spcAft>
                <a:spcPts val="0"/>
              </a:spcAft>
              <a:buClr>
                <a:schemeClr val="dk1"/>
              </a:buClr>
              <a:buSzPts val="1600"/>
              <a:buNone/>
              <a:defRPr>
                <a:solidFill>
                  <a:schemeClr val="dk1"/>
                </a:solidFill>
              </a:defRPr>
            </a:lvl5pPr>
            <a:lvl6pPr lvl="5" algn="r" rtl="0">
              <a:spcBef>
                <a:spcPts val="0"/>
              </a:spcBef>
              <a:spcAft>
                <a:spcPts val="0"/>
              </a:spcAft>
              <a:buClr>
                <a:schemeClr val="dk1"/>
              </a:buClr>
              <a:buSzPts val="1600"/>
              <a:buNone/>
              <a:defRPr>
                <a:solidFill>
                  <a:schemeClr val="dk1"/>
                </a:solidFill>
              </a:defRPr>
            </a:lvl6pPr>
            <a:lvl7pPr lvl="6" algn="r" rtl="0">
              <a:spcBef>
                <a:spcPts val="0"/>
              </a:spcBef>
              <a:spcAft>
                <a:spcPts val="0"/>
              </a:spcAft>
              <a:buClr>
                <a:schemeClr val="dk1"/>
              </a:buClr>
              <a:buSzPts val="1600"/>
              <a:buNone/>
              <a:defRPr>
                <a:solidFill>
                  <a:schemeClr val="dk1"/>
                </a:solidFill>
              </a:defRPr>
            </a:lvl7pPr>
            <a:lvl8pPr lvl="7" algn="r" rtl="0">
              <a:spcBef>
                <a:spcPts val="0"/>
              </a:spcBef>
              <a:spcAft>
                <a:spcPts val="0"/>
              </a:spcAft>
              <a:buClr>
                <a:schemeClr val="dk1"/>
              </a:buClr>
              <a:buSzPts val="1600"/>
              <a:buNone/>
              <a:defRPr>
                <a:solidFill>
                  <a:schemeClr val="dk1"/>
                </a:solidFill>
              </a:defRPr>
            </a:lvl8pPr>
            <a:lvl9pPr lvl="8" algn="r" rtl="0">
              <a:spcBef>
                <a:spcPts val="0"/>
              </a:spcBef>
              <a:spcAft>
                <a:spcPts val="0"/>
              </a:spcAft>
              <a:buClr>
                <a:schemeClr val="dk1"/>
              </a:buClr>
              <a:buSzPts val="1600"/>
              <a:buNone/>
              <a:defRPr>
                <a:solidFill>
                  <a:schemeClr val="dk1"/>
                </a:solidFill>
              </a:defRPr>
            </a:lvl9pPr>
          </a:lstStyle>
          <a:p>
            <a:endParaRPr/>
          </a:p>
        </p:txBody>
      </p:sp>
      <p:sp>
        <p:nvSpPr>
          <p:cNvPr id="674" name="Google Shape;674;p19"/>
          <p:cNvSpPr txBox="1">
            <a:spLocks noGrp="1"/>
          </p:cNvSpPr>
          <p:nvPr>
            <p:ph type="subTitle" idx="15"/>
          </p:nvPr>
        </p:nvSpPr>
        <p:spPr>
          <a:xfrm>
            <a:off x="6070288" y="3453700"/>
            <a:ext cx="2287800" cy="338400"/>
          </a:xfrm>
          <a:prstGeom prst="rect">
            <a:avLst/>
          </a:prstGeom>
        </p:spPr>
        <p:txBody>
          <a:bodyPr spcFirstLastPara="1" wrap="square" lIns="91425" tIns="0" rIns="91425" bIns="0" anchor="t" anchorCtr="0">
            <a:noAutofit/>
          </a:bodyPr>
          <a:lstStyle>
            <a:lvl1pPr lvl="0" rtl="0">
              <a:spcBef>
                <a:spcPts val="0"/>
              </a:spcBef>
              <a:spcAft>
                <a:spcPts val="0"/>
              </a:spcAft>
              <a:buClr>
                <a:schemeClr val="dk1"/>
              </a:buClr>
              <a:buSzPts val="2000"/>
              <a:buNone/>
              <a:defRPr sz="2000" b="1"/>
            </a:lvl1pPr>
            <a:lvl2pPr lvl="1" algn="r" rtl="0">
              <a:spcBef>
                <a:spcPts val="0"/>
              </a:spcBef>
              <a:spcAft>
                <a:spcPts val="0"/>
              </a:spcAft>
              <a:buClr>
                <a:schemeClr val="dk1"/>
              </a:buClr>
              <a:buSzPts val="2000"/>
              <a:buNone/>
              <a:defRPr sz="2000">
                <a:solidFill>
                  <a:schemeClr val="dk1"/>
                </a:solidFill>
              </a:defRPr>
            </a:lvl2pPr>
            <a:lvl3pPr lvl="2" algn="r" rtl="0">
              <a:spcBef>
                <a:spcPts val="0"/>
              </a:spcBef>
              <a:spcAft>
                <a:spcPts val="0"/>
              </a:spcAft>
              <a:buClr>
                <a:schemeClr val="dk1"/>
              </a:buClr>
              <a:buSzPts val="2000"/>
              <a:buNone/>
              <a:defRPr sz="2000">
                <a:solidFill>
                  <a:schemeClr val="dk1"/>
                </a:solidFill>
              </a:defRPr>
            </a:lvl3pPr>
            <a:lvl4pPr lvl="3" algn="r" rtl="0">
              <a:spcBef>
                <a:spcPts val="0"/>
              </a:spcBef>
              <a:spcAft>
                <a:spcPts val="0"/>
              </a:spcAft>
              <a:buClr>
                <a:schemeClr val="dk1"/>
              </a:buClr>
              <a:buSzPts val="2000"/>
              <a:buNone/>
              <a:defRPr sz="2000">
                <a:solidFill>
                  <a:schemeClr val="dk1"/>
                </a:solidFill>
              </a:defRPr>
            </a:lvl4pPr>
            <a:lvl5pPr lvl="4" algn="r" rtl="0">
              <a:spcBef>
                <a:spcPts val="0"/>
              </a:spcBef>
              <a:spcAft>
                <a:spcPts val="0"/>
              </a:spcAft>
              <a:buClr>
                <a:schemeClr val="dk1"/>
              </a:buClr>
              <a:buSzPts val="2000"/>
              <a:buNone/>
              <a:defRPr sz="2000">
                <a:solidFill>
                  <a:schemeClr val="dk1"/>
                </a:solidFill>
              </a:defRPr>
            </a:lvl5pPr>
            <a:lvl6pPr lvl="5" algn="r" rtl="0">
              <a:spcBef>
                <a:spcPts val="0"/>
              </a:spcBef>
              <a:spcAft>
                <a:spcPts val="0"/>
              </a:spcAft>
              <a:buClr>
                <a:schemeClr val="dk1"/>
              </a:buClr>
              <a:buSzPts val="2000"/>
              <a:buNone/>
              <a:defRPr sz="2000">
                <a:solidFill>
                  <a:schemeClr val="dk1"/>
                </a:solidFill>
              </a:defRPr>
            </a:lvl6pPr>
            <a:lvl7pPr lvl="6" algn="r" rtl="0">
              <a:spcBef>
                <a:spcPts val="0"/>
              </a:spcBef>
              <a:spcAft>
                <a:spcPts val="0"/>
              </a:spcAft>
              <a:buClr>
                <a:schemeClr val="dk1"/>
              </a:buClr>
              <a:buSzPts val="2000"/>
              <a:buNone/>
              <a:defRPr sz="2000">
                <a:solidFill>
                  <a:schemeClr val="dk1"/>
                </a:solidFill>
              </a:defRPr>
            </a:lvl7pPr>
            <a:lvl8pPr lvl="7" algn="r" rtl="0">
              <a:spcBef>
                <a:spcPts val="0"/>
              </a:spcBef>
              <a:spcAft>
                <a:spcPts val="0"/>
              </a:spcAft>
              <a:buClr>
                <a:schemeClr val="dk1"/>
              </a:buClr>
              <a:buSzPts val="2000"/>
              <a:buNone/>
              <a:defRPr sz="2000">
                <a:solidFill>
                  <a:schemeClr val="dk1"/>
                </a:solidFill>
              </a:defRPr>
            </a:lvl8pPr>
            <a:lvl9pPr lvl="8" algn="r" rtl="0">
              <a:spcBef>
                <a:spcPts val="0"/>
              </a:spcBef>
              <a:spcAft>
                <a:spcPts val="0"/>
              </a:spcAft>
              <a:buClr>
                <a:schemeClr val="dk1"/>
              </a:buClr>
              <a:buSzPts val="2000"/>
              <a:buNone/>
              <a:defRPr sz="2000">
                <a:solidFill>
                  <a:schemeClr val="dk1"/>
                </a:solidFill>
              </a:defRPr>
            </a:lvl9pPr>
          </a:lstStyle>
          <a:p>
            <a:endParaRPr/>
          </a:p>
        </p:txBody>
      </p:sp>
      <p:grpSp>
        <p:nvGrpSpPr>
          <p:cNvPr id="675" name="Google Shape;675;p19"/>
          <p:cNvGrpSpPr/>
          <p:nvPr/>
        </p:nvGrpSpPr>
        <p:grpSpPr>
          <a:xfrm>
            <a:off x="8352588" y="816213"/>
            <a:ext cx="1040638" cy="901375"/>
            <a:chOff x="8457538" y="810363"/>
            <a:chExt cx="1040638" cy="901375"/>
          </a:xfrm>
        </p:grpSpPr>
        <p:grpSp>
          <p:nvGrpSpPr>
            <p:cNvPr id="676" name="Google Shape;676;p19"/>
            <p:cNvGrpSpPr/>
            <p:nvPr/>
          </p:nvGrpSpPr>
          <p:grpSpPr>
            <a:xfrm>
              <a:off x="8781450" y="810363"/>
              <a:ext cx="716725" cy="901375"/>
              <a:chOff x="-3888525" y="-2483300"/>
              <a:chExt cx="716725" cy="901375"/>
            </a:xfrm>
          </p:grpSpPr>
          <p:sp>
            <p:nvSpPr>
              <p:cNvPr id="677" name="Google Shape;677;p19"/>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9"/>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 name="Google Shape;679;p19"/>
            <p:cNvGrpSpPr/>
            <p:nvPr/>
          </p:nvGrpSpPr>
          <p:grpSpPr>
            <a:xfrm>
              <a:off x="8457538" y="1331488"/>
              <a:ext cx="323925" cy="323650"/>
              <a:chOff x="1608625" y="299800"/>
              <a:chExt cx="323925" cy="323650"/>
            </a:xfrm>
          </p:grpSpPr>
          <p:sp>
            <p:nvSpPr>
              <p:cNvPr id="680" name="Google Shape;680;p19"/>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9"/>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9"/>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83" name="Google Shape;683;p19"/>
          <p:cNvGrpSpPr/>
          <p:nvPr/>
        </p:nvGrpSpPr>
        <p:grpSpPr>
          <a:xfrm>
            <a:off x="4841575" y="4619788"/>
            <a:ext cx="1040638" cy="901375"/>
            <a:chOff x="8457538" y="810363"/>
            <a:chExt cx="1040638" cy="901375"/>
          </a:xfrm>
        </p:grpSpPr>
        <p:grpSp>
          <p:nvGrpSpPr>
            <p:cNvPr id="684" name="Google Shape;684;p19"/>
            <p:cNvGrpSpPr/>
            <p:nvPr/>
          </p:nvGrpSpPr>
          <p:grpSpPr>
            <a:xfrm>
              <a:off x="8781450" y="810363"/>
              <a:ext cx="716725" cy="901375"/>
              <a:chOff x="-3888525" y="-2483300"/>
              <a:chExt cx="716725" cy="901375"/>
            </a:xfrm>
          </p:grpSpPr>
          <p:sp>
            <p:nvSpPr>
              <p:cNvPr id="685" name="Google Shape;685;p19"/>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9"/>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 name="Google Shape;687;p19"/>
            <p:cNvGrpSpPr/>
            <p:nvPr/>
          </p:nvGrpSpPr>
          <p:grpSpPr>
            <a:xfrm>
              <a:off x="8457538" y="1331488"/>
              <a:ext cx="323925" cy="323650"/>
              <a:chOff x="1608625" y="299800"/>
              <a:chExt cx="323925" cy="323650"/>
            </a:xfrm>
          </p:grpSpPr>
          <p:sp>
            <p:nvSpPr>
              <p:cNvPr id="688" name="Google Shape;688;p19"/>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9"/>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19"/>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91" name="Google Shape;691;p19"/>
          <p:cNvGrpSpPr/>
          <p:nvPr/>
        </p:nvGrpSpPr>
        <p:grpSpPr>
          <a:xfrm>
            <a:off x="8352591" y="196800"/>
            <a:ext cx="713803" cy="706547"/>
            <a:chOff x="-4017975" y="616650"/>
            <a:chExt cx="814100" cy="805825"/>
          </a:xfrm>
        </p:grpSpPr>
        <p:sp>
          <p:nvSpPr>
            <p:cNvPr id="692" name="Google Shape;692;p19"/>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9"/>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19"/>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9"/>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 name="Google Shape;696;p19"/>
          <p:cNvGrpSpPr/>
          <p:nvPr/>
        </p:nvGrpSpPr>
        <p:grpSpPr>
          <a:xfrm rot="10800000">
            <a:off x="-728606" y="92693"/>
            <a:ext cx="1803578" cy="1592367"/>
            <a:chOff x="-4912150" y="-393637"/>
            <a:chExt cx="2057000" cy="1816112"/>
          </a:xfrm>
        </p:grpSpPr>
        <p:sp>
          <p:nvSpPr>
            <p:cNvPr id="697" name="Google Shape;697;p19"/>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9"/>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9"/>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9"/>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9"/>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19"/>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19"/>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9"/>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9"/>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9"/>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9"/>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19"/>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9"/>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9"/>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9"/>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9"/>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9"/>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9"/>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19"/>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Numbers and text">
  <p:cSld name="CUSTOM_6">
    <p:spTree>
      <p:nvGrpSpPr>
        <p:cNvPr id="1" name="Shape 716"/>
        <p:cNvGrpSpPr/>
        <p:nvPr/>
      </p:nvGrpSpPr>
      <p:grpSpPr>
        <a:xfrm>
          <a:off x="0" y="0"/>
          <a:ext cx="0" cy="0"/>
          <a:chOff x="0" y="0"/>
          <a:chExt cx="0" cy="0"/>
        </a:xfrm>
      </p:grpSpPr>
      <p:sp>
        <p:nvSpPr>
          <p:cNvPr id="717" name="Google Shape;717;p20"/>
          <p:cNvSpPr txBox="1">
            <a:spLocks noGrp="1"/>
          </p:cNvSpPr>
          <p:nvPr>
            <p:ph type="title" hasCustomPrompt="1"/>
          </p:nvPr>
        </p:nvSpPr>
        <p:spPr>
          <a:xfrm>
            <a:off x="1862850" y="556250"/>
            <a:ext cx="5418300" cy="6363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accent3"/>
              </a:buClr>
              <a:buSzPts val="4800"/>
              <a:buNone/>
              <a:defRPr sz="4000" b="1"/>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718" name="Google Shape;718;p20"/>
          <p:cNvSpPr txBox="1">
            <a:spLocks noGrp="1"/>
          </p:cNvSpPr>
          <p:nvPr>
            <p:ph type="subTitle" idx="1"/>
          </p:nvPr>
        </p:nvSpPr>
        <p:spPr>
          <a:xfrm>
            <a:off x="1862850" y="1192550"/>
            <a:ext cx="5418300" cy="2934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dk1"/>
              </a:buClr>
              <a:buSzPts val="1600"/>
              <a:buNone/>
              <a:defRPr/>
            </a:lvl1pPr>
            <a:lvl2pPr lvl="1" rtl="0">
              <a:spcBef>
                <a:spcPts val="0"/>
              </a:spcBef>
              <a:spcAft>
                <a:spcPts val="0"/>
              </a:spcAft>
              <a:buClr>
                <a:schemeClr val="dk1"/>
              </a:buClr>
              <a:buSzPts val="1600"/>
              <a:buNone/>
              <a:defRPr>
                <a:solidFill>
                  <a:schemeClr val="dk1"/>
                </a:solidFill>
              </a:defRPr>
            </a:lvl2pPr>
            <a:lvl3pPr lvl="2" rtl="0">
              <a:spcBef>
                <a:spcPts val="0"/>
              </a:spcBef>
              <a:spcAft>
                <a:spcPts val="0"/>
              </a:spcAft>
              <a:buClr>
                <a:schemeClr val="dk1"/>
              </a:buClr>
              <a:buSzPts val="1600"/>
              <a:buNone/>
              <a:defRPr>
                <a:solidFill>
                  <a:schemeClr val="dk1"/>
                </a:solidFill>
              </a:defRPr>
            </a:lvl3pPr>
            <a:lvl4pPr lvl="3" rtl="0">
              <a:spcBef>
                <a:spcPts val="0"/>
              </a:spcBef>
              <a:spcAft>
                <a:spcPts val="0"/>
              </a:spcAft>
              <a:buClr>
                <a:schemeClr val="dk1"/>
              </a:buClr>
              <a:buSzPts val="1600"/>
              <a:buNone/>
              <a:defRPr>
                <a:solidFill>
                  <a:schemeClr val="dk1"/>
                </a:solidFill>
              </a:defRPr>
            </a:lvl4pPr>
            <a:lvl5pPr lvl="4" rtl="0">
              <a:spcBef>
                <a:spcPts val="0"/>
              </a:spcBef>
              <a:spcAft>
                <a:spcPts val="0"/>
              </a:spcAft>
              <a:buClr>
                <a:schemeClr val="dk1"/>
              </a:buClr>
              <a:buSzPts val="1600"/>
              <a:buNone/>
              <a:defRPr>
                <a:solidFill>
                  <a:schemeClr val="dk1"/>
                </a:solidFill>
              </a:defRPr>
            </a:lvl5pPr>
            <a:lvl6pPr lvl="5" rtl="0">
              <a:spcBef>
                <a:spcPts val="0"/>
              </a:spcBef>
              <a:spcAft>
                <a:spcPts val="0"/>
              </a:spcAft>
              <a:buClr>
                <a:schemeClr val="dk1"/>
              </a:buClr>
              <a:buSzPts val="1600"/>
              <a:buNone/>
              <a:defRPr>
                <a:solidFill>
                  <a:schemeClr val="dk1"/>
                </a:solidFill>
              </a:defRPr>
            </a:lvl6pPr>
            <a:lvl7pPr lvl="6" rtl="0">
              <a:spcBef>
                <a:spcPts val="0"/>
              </a:spcBef>
              <a:spcAft>
                <a:spcPts val="0"/>
              </a:spcAft>
              <a:buClr>
                <a:schemeClr val="dk1"/>
              </a:buClr>
              <a:buSzPts val="1600"/>
              <a:buNone/>
              <a:defRPr>
                <a:solidFill>
                  <a:schemeClr val="dk1"/>
                </a:solidFill>
              </a:defRPr>
            </a:lvl7pPr>
            <a:lvl8pPr lvl="7" rtl="0">
              <a:spcBef>
                <a:spcPts val="0"/>
              </a:spcBef>
              <a:spcAft>
                <a:spcPts val="0"/>
              </a:spcAft>
              <a:buClr>
                <a:schemeClr val="dk1"/>
              </a:buClr>
              <a:buSzPts val="1600"/>
              <a:buNone/>
              <a:defRPr>
                <a:solidFill>
                  <a:schemeClr val="dk1"/>
                </a:solidFill>
              </a:defRPr>
            </a:lvl8pPr>
            <a:lvl9pPr lvl="8" rtl="0">
              <a:spcBef>
                <a:spcPts val="0"/>
              </a:spcBef>
              <a:spcAft>
                <a:spcPts val="0"/>
              </a:spcAft>
              <a:buClr>
                <a:schemeClr val="dk1"/>
              </a:buClr>
              <a:buSzPts val="1600"/>
              <a:buNone/>
              <a:defRPr>
                <a:solidFill>
                  <a:schemeClr val="dk1"/>
                </a:solidFill>
              </a:defRPr>
            </a:lvl9pPr>
          </a:lstStyle>
          <a:p>
            <a:endParaRPr/>
          </a:p>
        </p:txBody>
      </p:sp>
      <p:sp>
        <p:nvSpPr>
          <p:cNvPr id="719" name="Google Shape;719;p20"/>
          <p:cNvSpPr txBox="1">
            <a:spLocks noGrp="1"/>
          </p:cNvSpPr>
          <p:nvPr>
            <p:ph type="title" idx="2" hasCustomPrompt="1"/>
          </p:nvPr>
        </p:nvSpPr>
        <p:spPr>
          <a:xfrm>
            <a:off x="1862850" y="2106900"/>
            <a:ext cx="5418300" cy="6363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accent3"/>
              </a:buClr>
              <a:buSzPts val="4800"/>
              <a:buNone/>
              <a:defRPr sz="4000" b="1"/>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720" name="Google Shape;720;p20"/>
          <p:cNvSpPr txBox="1">
            <a:spLocks noGrp="1"/>
          </p:cNvSpPr>
          <p:nvPr>
            <p:ph type="subTitle" idx="3"/>
          </p:nvPr>
        </p:nvSpPr>
        <p:spPr>
          <a:xfrm>
            <a:off x="1862850" y="2743200"/>
            <a:ext cx="5418300" cy="2934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dk1"/>
              </a:buClr>
              <a:buSzPts val="1600"/>
              <a:buNone/>
              <a:defRPr/>
            </a:lvl1pPr>
            <a:lvl2pPr lvl="1" rtl="0">
              <a:spcBef>
                <a:spcPts val="0"/>
              </a:spcBef>
              <a:spcAft>
                <a:spcPts val="0"/>
              </a:spcAft>
              <a:buClr>
                <a:schemeClr val="dk1"/>
              </a:buClr>
              <a:buSzPts val="1600"/>
              <a:buNone/>
              <a:defRPr>
                <a:solidFill>
                  <a:schemeClr val="dk1"/>
                </a:solidFill>
              </a:defRPr>
            </a:lvl2pPr>
            <a:lvl3pPr lvl="2" rtl="0">
              <a:spcBef>
                <a:spcPts val="0"/>
              </a:spcBef>
              <a:spcAft>
                <a:spcPts val="0"/>
              </a:spcAft>
              <a:buClr>
                <a:schemeClr val="dk1"/>
              </a:buClr>
              <a:buSzPts val="1600"/>
              <a:buNone/>
              <a:defRPr>
                <a:solidFill>
                  <a:schemeClr val="dk1"/>
                </a:solidFill>
              </a:defRPr>
            </a:lvl3pPr>
            <a:lvl4pPr lvl="3" rtl="0">
              <a:spcBef>
                <a:spcPts val="0"/>
              </a:spcBef>
              <a:spcAft>
                <a:spcPts val="0"/>
              </a:spcAft>
              <a:buClr>
                <a:schemeClr val="dk1"/>
              </a:buClr>
              <a:buSzPts val="1600"/>
              <a:buNone/>
              <a:defRPr>
                <a:solidFill>
                  <a:schemeClr val="dk1"/>
                </a:solidFill>
              </a:defRPr>
            </a:lvl4pPr>
            <a:lvl5pPr lvl="4" rtl="0">
              <a:spcBef>
                <a:spcPts val="0"/>
              </a:spcBef>
              <a:spcAft>
                <a:spcPts val="0"/>
              </a:spcAft>
              <a:buClr>
                <a:schemeClr val="dk1"/>
              </a:buClr>
              <a:buSzPts val="1600"/>
              <a:buNone/>
              <a:defRPr>
                <a:solidFill>
                  <a:schemeClr val="dk1"/>
                </a:solidFill>
              </a:defRPr>
            </a:lvl5pPr>
            <a:lvl6pPr lvl="5" rtl="0">
              <a:spcBef>
                <a:spcPts val="0"/>
              </a:spcBef>
              <a:spcAft>
                <a:spcPts val="0"/>
              </a:spcAft>
              <a:buClr>
                <a:schemeClr val="dk1"/>
              </a:buClr>
              <a:buSzPts val="1600"/>
              <a:buNone/>
              <a:defRPr>
                <a:solidFill>
                  <a:schemeClr val="dk1"/>
                </a:solidFill>
              </a:defRPr>
            </a:lvl6pPr>
            <a:lvl7pPr lvl="6" rtl="0">
              <a:spcBef>
                <a:spcPts val="0"/>
              </a:spcBef>
              <a:spcAft>
                <a:spcPts val="0"/>
              </a:spcAft>
              <a:buClr>
                <a:schemeClr val="dk1"/>
              </a:buClr>
              <a:buSzPts val="1600"/>
              <a:buNone/>
              <a:defRPr>
                <a:solidFill>
                  <a:schemeClr val="dk1"/>
                </a:solidFill>
              </a:defRPr>
            </a:lvl7pPr>
            <a:lvl8pPr lvl="7" rtl="0">
              <a:spcBef>
                <a:spcPts val="0"/>
              </a:spcBef>
              <a:spcAft>
                <a:spcPts val="0"/>
              </a:spcAft>
              <a:buClr>
                <a:schemeClr val="dk1"/>
              </a:buClr>
              <a:buSzPts val="1600"/>
              <a:buNone/>
              <a:defRPr>
                <a:solidFill>
                  <a:schemeClr val="dk1"/>
                </a:solidFill>
              </a:defRPr>
            </a:lvl8pPr>
            <a:lvl9pPr lvl="8" rtl="0">
              <a:spcBef>
                <a:spcPts val="0"/>
              </a:spcBef>
              <a:spcAft>
                <a:spcPts val="0"/>
              </a:spcAft>
              <a:buClr>
                <a:schemeClr val="dk1"/>
              </a:buClr>
              <a:buSzPts val="1600"/>
              <a:buNone/>
              <a:defRPr>
                <a:solidFill>
                  <a:schemeClr val="dk1"/>
                </a:solidFill>
              </a:defRPr>
            </a:lvl9pPr>
          </a:lstStyle>
          <a:p>
            <a:endParaRPr/>
          </a:p>
        </p:txBody>
      </p:sp>
      <p:sp>
        <p:nvSpPr>
          <p:cNvPr id="721" name="Google Shape;721;p20"/>
          <p:cNvSpPr txBox="1">
            <a:spLocks noGrp="1"/>
          </p:cNvSpPr>
          <p:nvPr>
            <p:ph type="title" idx="4" hasCustomPrompt="1"/>
          </p:nvPr>
        </p:nvSpPr>
        <p:spPr>
          <a:xfrm>
            <a:off x="1862850" y="3657550"/>
            <a:ext cx="5418300" cy="6363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accent3"/>
              </a:buClr>
              <a:buSzPts val="4800"/>
              <a:buNone/>
              <a:defRPr sz="4000" b="1"/>
            </a:lvl1pPr>
            <a:lvl2pPr lvl="1" algn="ctr" rtl="0">
              <a:spcBef>
                <a:spcPts val="0"/>
              </a:spcBef>
              <a:spcAft>
                <a:spcPts val="0"/>
              </a:spcAft>
              <a:buClr>
                <a:schemeClr val="accent3"/>
              </a:buClr>
              <a:buSzPts val="12000"/>
              <a:buNone/>
              <a:defRPr sz="12000">
                <a:solidFill>
                  <a:schemeClr val="accent3"/>
                </a:solidFill>
              </a:defRPr>
            </a:lvl2pPr>
            <a:lvl3pPr lvl="2" algn="ctr" rtl="0">
              <a:spcBef>
                <a:spcPts val="0"/>
              </a:spcBef>
              <a:spcAft>
                <a:spcPts val="0"/>
              </a:spcAft>
              <a:buClr>
                <a:schemeClr val="accent3"/>
              </a:buClr>
              <a:buSzPts val="12000"/>
              <a:buNone/>
              <a:defRPr sz="12000">
                <a:solidFill>
                  <a:schemeClr val="accent3"/>
                </a:solidFill>
              </a:defRPr>
            </a:lvl3pPr>
            <a:lvl4pPr lvl="3" algn="ctr" rtl="0">
              <a:spcBef>
                <a:spcPts val="0"/>
              </a:spcBef>
              <a:spcAft>
                <a:spcPts val="0"/>
              </a:spcAft>
              <a:buClr>
                <a:schemeClr val="accent3"/>
              </a:buClr>
              <a:buSzPts val="12000"/>
              <a:buNone/>
              <a:defRPr sz="12000">
                <a:solidFill>
                  <a:schemeClr val="accent3"/>
                </a:solidFill>
              </a:defRPr>
            </a:lvl4pPr>
            <a:lvl5pPr lvl="4" algn="ctr" rtl="0">
              <a:spcBef>
                <a:spcPts val="0"/>
              </a:spcBef>
              <a:spcAft>
                <a:spcPts val="0"/>
              </a:spcAft>
              <a:buClr>
                <a:schemeClr val="accent3"/>
              </a:buClr>
              <a:buSzPts val="12000"/>
              <a:buNone/>
              <a:defRPr sz="12000">
                <a:solidFill>
                  <a:schemeClr val="accent3"/>
                </a:solidFill>
              </a:defRPr>
            </a:lvl5pPr>
            <a:lvl6pPr lvl="5" algn="ctr" rtl="0">
              <a:spcBef>
                <a:spcPts val="0"/>
              </a:spcBef>
              <a:spcAft>
                <a:spcPts val="0"/>
              </a:spcAft>
              <a:buClr>
                <a:schemeClr val="accent3"/>
              </a:buClr>
              <a:buSzPts val="12000"/>
              <a:buNone/>
              <a:defRPr sz="12000">
                <a:solidFill>
                  <a:schemeClr val="accent3"/>
                </a:solidFill>
              </a:defRPr>
            </a:lvl6pPr>
            <a:lvl7pPr lvl="6" algn="ctr" rtl="0">
              <a:spcBef>
                <a:spcPts val="0"/>
              </a:spcBef>
              <a:spcAft>
                <a:spcPts val="0"/>
              </a:spcAft>
              <a:buClr>
                <a:schemeClr val="accent3"/>
              </a:buClr>
              <a:buSzPts val="12000"/>
              <a:buNone/>
              <a:defRPr sz="12000">
                <a:solidFill>
                  <a:schemeClr val="accent3"/>
                </a:solidFill>
              </a:defRPr>
            </a:lvl7pPr>
            <a:lvl8pPr lvl="7" algn="ctr" rtl="0">
              <a:spcBef>
                <a:spcPts val="0"/>
              </a:spcBef>
              <a:spcAft>
                <a:spcPts val="0"/>
              </a:spcAft>
              <a:buClr>
                <a:schemeClr val="accent3"/>
              </a:buClr>
              <a:buSzPts val="12000"/>
              <a:buNone/>
              <a:defRPr sz="12000">
                <a:solidFill>
                  <a:schemeClr val="accent3"/>
                </a:solidFill>
              </a:defRPr>
            </a:lvl8pPr>
            <a:lvl9pPr lvl="8" algn="ctr" rtl="0">
              <a:spcBef>
                <a:spcPts val="0"/>
              </a:spcBef>
              <a:spcAft>
                <a:spcPts val="0"/>
              </a:spcAft>
              <a:buClr>
                <a:schemeClr val="accent3"/>
              </a:buClr>
              <a:buSzPts val="12000"/>
              <a:buNone/>
              <a:defRPr sz="12000">
                <a:solidFill>
                  <a:schemeClr val="accent3"/>
                </a:solidFill>
              </a:defRPr>
            </a:lvl9pPr>
          </a:lstStyle>
          <a:p>
            <a:r>
              <a:t>xx%</a:t>
            </a:r>
          </a:p>
        </p:txBody>
      </p:sp>
      <p:sp>
        <p:nvSpPr>
          <p:cNvPr id="722" name="Google Shape;722;p20"/>
          <p:cNvSpPr txBox="1">
            <a:spLocks noGrp="1"/>
          </p:cNvSpPr>
          <p:nvPr>
            <p:ph type="subTitle" idx="5"/>
          </p:nvPr>
        </p:nvSpPr>
        <p:spPr>
          <a:xfrm>
            <a:off x="1862850" y="4293850"/>
            <a:ext cx="5418300" cy="293400"/>
          </a:xfrm>
          <a:prstGeom prst="rect">
            <a:avLst/>
          </a:prstGeom>
        </p:spPr>
        <p:txBody>
          <a:bodyPr spcFirstLastPara="1" wrap="square" lIns="91425" tIns="0" rIns="91425" bIns="0" anchor="t" anchorCtr="0">
            <a:noAutofit/>
          </a:bodyPr>
          <a:lstStyle>
            <a:lvl1pPr lvl="0" algn="ctr" rtl="0">
              <a:spcBef>
                <a:spcPts val="0"/>
              </a:spcBef>
              <a:spcAft>
                <a:spcPts val="0"/>
              </a:spcAft>
              <a:buClr>
                <a:schemeClr val="dk1"/>
              </a:buClr>
              <a:buSzPts val="1600"/>
              <a:buNone/>
              <a:defRPr/>
            </a:lvl1pPr>
            <a:lvl2pPr lvl="1" rtl="0">
              <a:spcBef>
                <a:spcPts val="0"/>
              </a:spcBef>
              <a:spcAft>
                <a:spcPts val="0"/>
              </a:spcAft>
              <a:buClr>
                <a:schemeClr val="dk1"/>
              </a:buClr>
              <a:buSzPts val="1600"/>
              <a:buNone/>
              <a:defRPr>
                <a:solidFill>
                  <a:schemeClr val="dk1"/>
                </a:solidFill>
              </a:defRPr>
            </a:lvl2pPr>
            <a:lvl3pPr lvl="2" rtl="0">
              <a:spcBef>
                <a:spcPts val="0"/>
              </a:spcBef>
              <a:spcAft>
                <a:spcPts val="0"/>
              </a:spcAft>
              <a:buClr>
                <a:schemeClr val="dk1"/>
              </a:buClr>
              <a:buSzPts val="1600"/>
              <a:buNone/>
              <a:defRPr>
                <a:solidFill>
                  <a:schemeClr val="dk1"/>
                </a:solidFill>
              </a:defRPr>
            </a:lvl3pPr>
            <a:lvl4pPr lvl="3" rtl="0">
              <a:spcBef>
                <a:spcPts val="0"/>
              </a:spcBef>
              <a:spcAft>
                <a:spcPts val="0"/>
              </a:spcAft>
              <a:buClr>
                <a:schemeClr val="dk1"/>
              </a:buClr>
              <a:buSzPts val="1600"/>
              <a:buNone/>
              <a:defRPr>
                <a:solidFill>
                  <a:schemeClr val="dk1"/>
                </a:solidFill>
              </a:defRPr>
            </a:lvl4pPr>
            <a:lvl5pPr lvl="4" rtl="0">
              <a:spcBef>
                <a:spcPts val="0"/>
              </a:spcBef>
              <a:spcAft>
                <a:spcPts val="0"/>
              </a:spcAft>
              <a:buClr>
                <a:schemeClr val="dk1"/>
              </a:buClr>
              <a:buSzPts val="1600"/>
              <a:buNone/>
              <a:defRPr>
                <a:solidFill>
                  <a:schemeClr val="dk1"/>
                </a:solidFill>
              </a:defRPr>
            </a:lvl5pPr>
            <a:lvl6pPr lvl="5" rtl="0">
              <a:spcBef>
                <a:spcPts val="0"/>
              </a:spcBef>
              <a:spcAft>
                <a:spcPts val="0"/>
              </a:spcAft>
              <a:buClr>
                <a:schemeClr val="dk1"/>
              </a:buClr>
              <a:buSzPts val="1600"/>
              <a:buNone/>
              <a:defRPr>
                <a:solidFill>
                  <a:schemeClr val="dk1"/>
                </a:solidFill>
              </a:defRPr>
            </a:lvl6pPr>
            <a:lvl7pPr lvl="6" rtl="0">
              <a:spcBef>
                <a:spcPts val="0"/>
              </a:spcBef>
              <a:spcAft>
                <a:spcPts val="0"/>
              </a:spcAft>
              <a:buClr>
                <a:schemeClr val="dk1"/>
              </a:buClr>
              <a:buSzPts val="1600"/>
              <a:buNone/>
              <a:defRPr>
                <a:solidFill>
                  <a:schemeClr val="dk1"/>
                </a:solidFill>
              </a:defRPr>
            </a:lvl7pPr>
            <a:lvl8pPr lvl="7" rtl="0">
              <a:spcBef>
                <a:spcPts val="0"/>
              </a:spcBef>
              <a:spcAft>
                <a:spcPts val="0"/>
              </a:spcAft>
              <a:buClr>
                <a:schemeClr val="dk1"/>
              </a:buClr>
              <a:buSzPts val="1600"/>
              <a:buNone/>
              <a:defRPr>
                <a:solidFill>
                  <a:schemeClr val="dk1"/>
                </a:solidFill>
              </a:defRPr>
            </a:lvl8pPr>
            <a:lvl9pPr lvl="8" rtl="0">
              <a:spcBef>
                <a:spcPts val="0"/>
              </a:spcBef>
              <a:spcAft>
                <a:spcPts val="0"/>
              </a:spcAft>
              <a:buClr>
                <a:schemeClr val="dk1"/>
              </a:buClr>
              <a:buSzPts val="1600"/>
              <a:buNone/>
              <a:defRPr>
                <a:solidFill>
                  <a:schemeClr val="dk1"/>
                </a:solidFill>
              </a:defRPr>
            </a:lvl9pPr>
          </a:lstStyle>
          <a:p>
            <a:endParaRPr/>
          </a:p>
        </p:txBody>
      </p:sp>
      <p:grpSp>
        <p:nvGrpSpPr>
          <p:cNvPr id="723" name="Google Shape;723;p20"/>
          <p:cNvGrpSpPr/>
          <p:nvPr/>
        </p:nvGrpSpPr>
        <p:grpSpPr>
          <a:xfrm flipH="1">
            <a:off x="7051226" y="-890069"/>
            <a:ext cx="1938846" cy="1720830"/>
            <a:chOff x="-1873362" y="2120543"/>
            <a:chExt cx="1938846" cy="1720830"/>
          </a:xfrm>
        </p:grpSpPr>
        <p:sp>
          <p:nvSpPr>
            <p:cNvPr id="724" name="Google Shape;724;p20"/>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0"/>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0"/>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0"/>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0"/>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20"/>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20"/>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20"/>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20"/>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20"/>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0"/>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0"/>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0"/>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0"/>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0"/>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0"/>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0"/>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0"/>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 name="Google Shape;743;p20"/>
          <p:cNvGrpSpPr/>
          <p:nvPr/>
        </p:nvGrpSpPr>
        <p:grpSpPr>
          <a:xfrm flipH="1">
            <a:off x="-693003" y="-88512"/>
            <a:ext cx="1516025" cy="1489525"/>
            <a:chOff x="-3888525" y="-3012325"/>
            <a:chExt cx="1516025" cy="1489525"/>
          </a:xfrm>
        </p:grpSpPr>
        <p:sp>
          <p:nvSpPr>
            <p:cNvPr id="744" name="Google Shape;744;p20"/>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0"/>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0"/>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0"/>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0"/>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0"/>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0"/>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0"/>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20"/>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0"/>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0"/>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 name="Google Shape;755;p20"/>
          <p:cNvGrpSpPr/>
          <p:nvPr/>
        </p:nvGrpSpPr>
        <p:grpSpPr>
          <a:xfrm flipH="1">
            <a:off x="8030519" y="1531768"/>
            <a:ext cx="1019565" cy="1290805"/>
            <a:chOff x="-4017975" y="-49702"/>
            <a:chExt cx="1162825" cy="1472177"/>
          </a:xfrm>
        </p:grpSpPr>
        <p:sp>
          <p:nvSpPr>
            <p:cNvPr id="756" name="Google Shape;756;p20"/>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0"/>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0"/>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 name="Google Shape;763;p20"/>
          <p:cNvGrpSpPr/>
          <p:nvPr/>
        </p:nvGrpSpPr>
        <p:grpSpPr>
          <a:xfrm flipH="1">
            <a:off x="-3" y="3171850"/>
            <a:ext cx="1929500" cy="2210100"/>
            <a:chOff x="295725" y="-3462825"/>
            <a:chExt cx="1929500" cy="2210100"/>
          </a:xfrm>
        </p:grpSpPr>
        <p:sp>
          <p:nvSpPr>
            <p:cNvPr id="764" name="Google Shape;764;p20"/>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20"/>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20"/>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20"/>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20"/>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20"/>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20"/>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20"/>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20"/>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20"/>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20"/>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20"/>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20"/>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20"/>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20"/>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20"/>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20"/>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20"/>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20"/>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20"/>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20"/>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20"/>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20"/>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20"/>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p:cSld name="CUSTOM_6_1">
    <p:spTree>
      <p:nvGrpSpPr>
        <p:cNvPr id="1" name="Shape 789"/>
        <p:cNvGrpSpPr/>
        <p:nvPr/>
      </p:nvGrpSpPr>
      <p:grpSpPr>
        <a:xfrm>
          <a:off x="0" y="0"/>
          <a:ext cx="0" cy="0"/>
          <a:chOff x="0" y="0"/>
          <a:chExt cx="0" cy="0"/>
        </a:xfrm>
      </p:grpSpPr>
      <p:sp>
        <p:nvSpPr>
          <p:cNvPr id="790" name="Google Shape;790;p21"/>
          <p:cNvSpPr txBox="1">
            <a:spLocks noGrp="1"/>
          </p:cNvSpPr>
          <p:nvPr>
            <p:ph type="body" idx="1"/>
          </p:nvPr>
        </p:nvSpPr>
        <p:spPr>
          <a:xfrm>
            <a:off x="1932150" y="1660875"/>
            <a:ext cx="5279700" cy="2239200"/>
          </a:xfrm>
          <a:prstGeom prst="rect">
            <a:avLst/>
          </a:prstGeom>
        </p:spPr>
        <p:txBody>
          <a:bodyPr spcFirstLastPara="1" wrap="square" lIns="91425" tIns="0" rIns="91425" bIns="0" anchor="t" anchorCtr="0">
            <a:noAutofit/>
          </a:bodyPr>
          <a:lstStyle>
            <a:lvl1pPr marL="457200" lvl="0" indent="-330200" rtl="0">
              <a:lnSpc>
                <a:spcPct val="100000"/>
              </a:lnSpc>
              <a:spcBef>
                <a:spcPts val="0"/>
              </a:spcBef>
              <a:spcAft>
                <a:spcPts val="0"/>
              </a:spcAft>
              <a:buSzPts val="1600"/>
              <a:buChar char="●"/>
              <a:defRPr/>
            </a:lvl1pPr>
            <a:lvl2pPr marL="914400" lvl="1" indent="-330200" rtl="0">
              <a:lnSpc>
                <a:spcPct val="100000"/>
              </a:lnSpc>
              <a:spcBef>
                <a:spcPts val="0"/>
              </a:spcBef>
              <a:spcAft>
                <a:spcPts val="0"/>
              </a:spcAft>
              <a:buSzPts val="1600"/>
              <a:buFont typeface="Montserrat"/>
              <a:buChar char="○"/>
              <a:defRPr sz="1200"/>
            </a:lvl2pPr>
            <a:lvl3pPr marL="1371600" lvl="2" indent="-330200" rtl="0">
              <a:spcBef>
                <a:spcPts val="0"/>
              </a:spcBef>
              <a:spcAft>
                <a:spcPts val="0"/>
              </a:spcAft>
              <a:buSzPts val="1600"/>
              <a:buFont typeface="Montserrat"/>
              <a:buChar char="■"/>
              <a:defRPr/>
            </a:lvl3pPr>
            <a:lvl4pPr marL="1828800" lvl="3" indent="-330200" rtl="0">
              <a:spcBef>
                <a:spcPts val="0"/>
              </a:spcBef>
              <a:spcAft>
                <a:spcPts val="0"/>
              </a:spcAft>
              <a:buSzPts val="1600"/>
              <a:buFont typeface="Montserrat"/>
              <a:buChar char="●"/>
              <a:defRPr/>
            </a:lvl4pPr>
            <a:lvl5pPr marL="2286000" lvl="4" indent="-330200" rtl="0">
              <a:spcBef>
                <a:spcPts val="0"/>
              </a:spcBef>
              <a:spcAft>
                <a:spcPts val="0"/>
              </a:spcAft>
              <a:buSzPts val="1600"/>
              <a:buFont typeface="Montserrat"/>
              <a:buChar char="○"/>
              <a:defRPr/>
            </a:lvl5pPr>
            <a:lvl6pPr marL="2743200" lvl="5" indent="-330200" rtl="0">
              <a:spcBef>
                <a:spcPts val="0"/>
              </a:spcBef>
              <a:spcAft>
                <a:spcPts val="0"/>
              </a:spcAft>
              <a:buSzPts val="1600"/>
              <a:buFont typeface="Montserrat"/>
              <a:buChar char="■"/>
              <a:defRPr/>
            </a:lvl6pPr>
            <a:lvl7pPr marL="3200400" lvl="6" indent="-330200" rtl="0">
              <a:spcBef>
                <a:spcPts val="0"/>
              </a:spcBef>
              <a:spcAft>
                <a:spcPts val="0"/>
              </a:spcAft>
              <a:buSzPts val="1600"/>
              <a:buFont typeface="Montserrat"/>
              <a:buChar char="●"/>
              <a:defRPr/>
            </a:lvl7pPr>
            <a:lvl8pPr marL="3657600" lvl="7" indent="-330200" rtl="0">
              <a:spcBef>
                <a:spcPts val="0"/>
              </a:spcBef>
              <a:spcAft>
                <a:spcPts val="0"/>
              </a:spcAft>
              <a:buSzPts val="1600"/>
              <a:buFont typeface="Montserrat"/>
              <a:buChar char="○"/>
              <a:defRPr/>
            </a:lvl8pPr>
            <a:lvl9pPr marL="4114800" lvl="8" indent="-330200" rtl="0">
              <a:spcBef>
                <a:spcPts val="0"/>
              </a:spcBef>
              <a:spcAft>
                <a:spcPts val="0"/>
              </a:spcAft>
              <a:buSzPts val="1600"/>
              <a:buFont typeface="Montserrat"/>
              <a:buChar char="■"/>
              <a:defRPr/>
            </a:lvl9pPr>
          </a:lstStyle>
          <a:p>
            <a:endParaRPr/>
          </a:p>
        </p:txBody>
      </p:sp>
      <p:sp>
        <p:nvSpPr>
          <p:cNvPr id="791" name="Google Shape;791;p21"/>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792" name="Google Shape;792;p21"/>
          <p:cNvGrpSpPr/>
          <p:nvPr/>
        </p:nvGrpSpPr>
        <p:grpSpPr>
          <a:xfrm rot="10800000">
            <a:off x="-615206" y="2336518"/>
            <a:ext cx="1803578" cy="1592367"/>
            <a:chOff x="-4912150" y="-393637"/>
            <a:chExt cx="2057000" cy="1816112"/>
          </a:xfrm>
        </p:grpSpPr>
        <p:sp>
          <p:nvSpPr>
            <p:cNvPr id="793" name="Google Shape;793;p21"/>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1"/>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1"/>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1"/>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21"/>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21"/>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1"/>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1"/>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1"/>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1"/>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1"/>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1"/>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1"/>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1"/>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1"/>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1"/>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1"/>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1"/>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anks">
  <p:cSld name="CUSTOM_1">
    <p:spTree>
      <p:nvGrpSpPr>
        <p:cNvPr id="1" name="Shape 812"/>
        <p:cNvGrpSpPr/>
        <p:nvPr/>
      </p:nvGrpSpPr>
      <p:grpSpPr>
        <a:xfrm>
          <a:off x="0" y="0"/>
          <a:ext cx="0" cy="0"/>
          <a:chOff x="0" y="0"/>
          <a:chExt cx="0" cy="0"/>
        </a:xfrm>
      </p:grpSpPr>
      <p:sp>
        <p:nvSpPr>
          <p:cNvPr id="813" name="Google Shape;813;p22"/>
          <p:cNvSpPr txBox="1">
            <a:spLocks noGrp="1"/>
          </p:cNvSpPr>
          <p:nvPr>
            <p:ph type="ctrTitle"/>
          </p:nvPr>
        </p:nvSpPr>
        <p:spPr>
          <a:xfrm>
            <a:off x="782850" y="1264217"/>
            <a:ext cx="3380400" cy="712500"/>
          </a:xfrm>
          <a:prstGeom prst="rect">
            <a:avLst/>
          </a:prstGeom>
        </p:spPr>
        <p:txBody>
          <a:bodyPr spcFirstLastPara="1" wrap="square" lIns="91425" tIns="0" rIns="91425" bIns="0" anchor="ctr" anchorCtr="0">
            <a:noAutofit/>
          </a:bodyPr>
          <a:lstStyle>
            <a:lvl1pPr lvl="0" rtl="0">
              <a:spcBef>
                <a:spcPts val="0"/>
              </a:spcBef>
              <a:spcAft>
                <a:spcPts val="0"/>
              </a:spcAft>
              <a:buClr>
                <a:schemeClr val="dk2"/>
              </a:buClr>
              <a:buSzPts val="5200"/>
              <a:buNone/>
              <a:defRPr sz="6000" b="1"/>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814" name="Google Shape;814;p22"/>
          <p:cNvSpPr txBox="1">
            <a:spLocks noGrp="1"/>
          </p:cNvSpPr>
          <p:nvPr>
            <p:ph type="subTitle" idx="1"/>
          </p:nvPr>
        </p:nvSpPr>
        <p:spPr>
          <a:xfrm>
            <a:off x="782850" y="2542667"/>
            <a:ext cx="3687900" cy="1341000"/>
          </a:xfrm>
          <a:prstGeom prst="rect">
            <a:avLst/>
          </a:prstGeom>
        </p:spPr>
        <p:txBody>
          <a:bodyPr spcFirstLastPara="1" wrap="square" lIns="91425" tIns="0" rIns="91425" bIns="0" anchor="t" anchorCtr="0">
            <a:noAutofit/>
          </a:bodyPr>
          <a:lstStyle>
            <a:lvl1pPr lvl="0" rtl="0">
              <a:lnSpc>
                <a:spcPct val="100000"/>
              </a:lnSpc>
              <a:spcBef>
                <a:spcPts val="0"/>
              </a:spcBef>
              <a:spcAft>
                <a:spcPts val="0"/>
              </a:spcAft>
              <a:buSzPts val="2800"/>
              <a:buNone/>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815" name="Google Shape;815;p22"/>
          <p:cNvSpPr txBox="1"/>
          <p:nvPr/>
        </p:nvSpPr>
        <p:spPr>
          <a:xfrm>
            <a:off x="3038500" y="3831325"/>
            <a:ext cx="4543500" cy="638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sz="1200">
                <a:solidFill>
                  <a:schemeClr val="dk1"/>
                </a:solidFill>
                <a:latin typeface="Tajawal"/>
                <a:ea typeface="Tajawal"/>
                <a:cs typeface="Tajawal"/>
                <a:sym typeface="Tajawal"/>
              </a:rPr>
              <a:t>CREDITS: This presentation template was created by </a:t>
            </a:r>
            <a:r>
              <a:rPr lang="en" sz="1200" b="1">
                <a:solidFill>
                  <a:schemeClr val="dk1"/>
                </a:solidFill>
                <a:uFill>
                  <a:noFill/>
                </a:uFill>
                <a:latin typeface="Tajawal"/>
                <a:ea typeface="Tajawal"/>
                <a:cs typeface="Tajawal"/>
                <a:sym typeface="Tajawal"/>
                <a:hlinkClick r:id="rId2">
                  <a:extLst>
                    <a:ext uri="{A12FA001-AC4F-418D-AE19-62706E023703}">
                      <ahyp:hlinkClr xmlns:ahyp="http://schemas.microsoft.com/office/drawing/2018/hyperlinkcolor" val="tx"/>
                    </a:ext>
                  </a:extLst>
                </a:hlinkClick>
              </a:rPr>
              <a:t>Slidesgo</a:t>
            </a:r>
            <a:r>
              <a:rPr lang="en" sz="1200">
                <a:solidFill>
                  <a:schemeClr val="dk1"/>
                </a:solidFill>
                <a:latin typeface="Tajawal"/>
                <a:ea typeface="Tajawal"/>
                <a:cs typeface="Tajawal"/>
                <a:sym typeface="Tajawal"/>
              </a:rPr>
              <a:t>, including icons by </a:t>
            </a:r>
            <a:r>
              <a:rPr lang="en" sz="1200" b="1">
                <a:solidFill>
                  <a:schemeClr val="dk1"/>
                </a:solidFill>
                <a:uFill>
                  <a:noFill/>
                </a:uFill>
                <a:latin typeface="Tajawal"/>
                <a:ea typeface="Tajawal"/>
                <a:cs typeface="Tajawal"/>
                <a:sym typeface="Tajawal"/>
                <a:hlinkClick r:id="rId3">
                  <a:extLst>
                    <a:ext uri="{A12FA001-AC4F-418D-AE19-62706E023703}">
                      <ahyp:hlinkClr xmlns:ahyp="http://schemas.microsoft.com/office/drawing/2018/hyperlinkcolor" val="tx"/>
                    </a:ext>
                  </a:extLst>
                </a:hlinkClick>
              </a:rPr>
              <a:t>Flaticon</a:t>
            </a:r>
            <a:r>
              <a:rPr lang="en" sz="1200">
                <a:solidFill>
                  <a:schemeClr val="dk1"/>
                </a:solidFill>
                <a:latin typeface="Tajawal"/>
                <a:ea typeface="Tajawal"/>
                <a:cs typeface="Tajawal"/>
                <a:sym typeface="Tajawal"/>
              </a:rPr>
              <a:t>, and infographics &amp; images by </a:t>
            </a:r>
            <a:r>
              <a:rPr lang="en" sz="1200" b="1">
                <a:solidFill>
                  <a:schemeClr val="dk1"/>
                </a:solidFill>
                <a:uFill>
                  <a:noFill/>
                </a:uFill>
                <a:latin typeface="Tajawal"/>
                <a:ea typeface="Tajawal"/>
                <a:cs typeface="Tajawal"/>
                <a:sym typeface="Tajawal"/>
                <a:hlinkClick r:id="rId4">
                  <a:extLst>
                    <a:ext uri="{A12FA001-AC4F-418D-AE19-62706E023703}">
                      <ahyp:hlinkClr xmlns:ahyp="http://schemas.microsoft.com/office/drawing/2018/hyperlinkcolor" val="tx"/>
                    </a:ext>
                  </a:extLst>
                </a:hlinkClick>
              </a:rPr>
              <a:t>Freepik</a:t>
            </a:r>
            <a:endParaRPr sz="1200" b="1" u="sng">
              <a:solidFill>
                <a:schemeClr val="dk1"/>
              </a:solidFill>
              <a:latin typeface="Tajawal"/>
              <a:ea typeface="Tajawal"/>
              <a:cs typeface="Tajawal"/>
              <a:sym typeface="Tajawal"/>
            </a:endParaRPr>
          </a:p>
        </p:txBody>
      </p:sp>
      <p:grpSp>
        <p:nvGrpSpPr>
          <p:cNvPr id="816" name="Google Shape;816;p22"/>
          <p:cNvGrpSpPr/>
          <p:nvPr/>
        </p:nvGrpSpPr>
        <p:grpSpPr>
          <a:xfrm flipH="1">
            <a:off x="-262674" y="3935863"/>
            <a:ext cx="716725" cy="901375"/>
            <a:chOff x="-3888525" y="-2483300"/>
            <a:chExt cx="716725" cy="901375"/>
          </a:xfrm>
        </p:grpSpPr>
        <p:sp>
          <p:nvSpPr>
            <p:cNvPr id="817" name="Google Shape;817;p2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 name="Google Shape;819;p22"/>
          <p:cNvGrpSpPr/>
          <p:nvPr/>
        </p:nvGrpSpPr>
        <p:grpSpPr>
          <a:xfrm flipH="1">
            <a:off x="454038" y="4456988"/>
            <a:ext cx="323925" cy="323650"/>
            <a:chOff x="1608625" y="299800"/>
            <a:chExt cx="323925" cy="323650"/>
          </a:xfrm>
        </p:grpSpPr>
        <p:sp>
          <p:nvSpPr>
            <p:cNvPr id="820" name="Google Shape;820;p22"/>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2"/>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2"/>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 name="Google Shape;823;p22"/>
          <p:cNvGrpSpPr/>
          <p:nvPr/>
        </p:nvGrpSpPr>
        <p:grpSpPr>
          <a:xfrm flipH="1">
            <a:off x="7896101" y="233975"/>
            <a:ext cx="1516025" cy="1489525"/>
            <a:chOff x="-3888525" y="-3012325"/>
            <a:chExt cx="1516025" cy="1489525"/>
          </a:xfrm>
        </p:grpSpPr>
        <p:sp>
          <p:nvSpPr>
            <p:cNvPr id="824" name="Google Shape;824;p22"/>
            <p:cNvSpPr/>
            <p:nvPr/>
          </p:nvSpPr>
          <p:spPr>
            <a:xfrm>
              <a:off x="-3076125" y="-3012325"/>
              <a:ext cx="38525" cy="38250"/>
            </a:xfrm>
            <a:custGeom>
              <a:avLst/>
              <a:gdLst/>
              <a:ahLst/>
              <a:cxnLst/>
              <a:rect l="l" t="t" r="r" b="b"/>
              <a:pathLst>
                <a:path w="1541" h="1530" extrusionOk="0">
                  <a:moveTo>
                    <a:pt x="779" y="1"/>
                  </a:moveTo>
                  <a:cubicBezTo>
                    <a:pt x="679" y="1"/>
                    <a:pt x="577" y="19"/>
                    <a:pt x="480" y="56"/>
                  </a:cubicBezTo>
                  <a:cubicBezTo>
                    <a:pt x="436" y="79"/>
                    <a:pt x="391" y="101"/>
                    <a:pt x="346" y="134"/>
                  </a:cubicBezTo>
                  <a:cubicBezTo>
                    <a:pt x="302" y="157"/>
                    <a:pt x="268" y="190"/>
                    <a:pt x="224" y="224"/>
                  </a:cubicBezTo>
                  <a:cubicBezTo>
                    <a:pt x="190" y="257"/>
                    <a:pt x="157" y="302"/>
                    <a:pt x="134" y="346"/>
                  </a:cubicBezTo>
                  <a:cubicBezTo>
                    <a:pt x="101" y="380"/>
                    <a:pt x="79" y="425"/>
                    <a:pt x="56" y="480"/>
                  </a:cubicBezTo>
                  <a:cubicBezTo>
                    <a:pt x="45" y="525"/>
                    <a:pt x="34" y="570"/>
                    <a:pt x="23" y="614"/>
                  </a:cubicBezTo>
                  <a:cubicBezTo>
                    <a:pt x="12" y="659"/>
                    <a:pt x="0" y="715"/>
                    <a:pt x="0" y="771"/>
                  </a:cubicBezTo>
                  <a:cubicBezTo>
                    <a:pt x="0" y="971"/>
                    <a:pt x="90" y="1161"/>
                    <a:pt x="224" y="1306"/>
                  </a:cubicBezTo>
                  <a:cubicBezTo>
                    <a:pt x="268" y="1340"/>
                    <a:pt x="302" y="1373"/>
                    <a:pt x="346" y="1407"/>
                  </a:cubicBezTo>
                  <a:cubicBezTo>
                    <a:pt x="391" y="1429"/>
                    <a:pt x="436" y="1451"/>
                    <a:pt x="480" y="1474"/>
                  </a:cubicBezTo>
                  <a:cubicBezTo>
                    <a:pt x="525" y="1496"/>
                    <a:pt x="570" y="1507"/>
                    <a:pt x="625" y="1518"/>
                  </a:cubicBezTo>
                  <a:cubicBezTo>
                    <a:pt x="670" y="1529"/>
                    <a:pt x="726" y="1529"/>
                    <a:pt x="770" y="1529"/>
                  </a:cubicBezTo>
                  <a:lnTo>
                    <a:pt x="782" y="1529"/>
                  </a:lnTo>
                  <a:cubicBezTo>
                    <a:pt x="1206" y="1529"/>
                    <a:pt x="1540" y="1183"/>
                    <a:pt x="1540" y="771"/>
                  </a:cubicBezTo>
                  <a:cubicBezTo>
                    <a:pt x="1540" y="715"/>
                    <a:pt x="1540" y="659"/>
                    <a:pt x="1529" y="614"/>
                  </a:cubicBezTo>
                  <a:cubicBezTo>
                    <a:pt x="1518" y="570"/>
                    <a:pt x="1507" y="525"/>
                    <a:pt x="1485" y="480"/>
                  </a:cubicBezTo>
                  <a:cubicBezTo>
                    <a:pt x="1462" y="425"/>
                    <a:pt x="1440" y="380"/>
                    <a:pt x="1418" y="346"/>
                  </a:cubicBezTo>
                  <a:cubicBezTo>
                    <a:pt x="1384" y="302"/>
                    <a:pt x="1351" y="257"/>
                    <a:pt x="1317" y="224"/>
                  </a:cubicBezTo>
                  <a:cubicBezTo>
                    <a:pt x="1176" y="75"/>
                    <a:pt x="980" y="1"/>
                    <a:pt x="7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2"/>
            <p:cNvSpPr/>
            <p:nvPr/>
          </p:nvSpPr>
          <p:spPr>
            <a:xfrm>
              <a:off x="-3648325" y="-2918425"/>
              <a:ext cx="523950" cy="509300"/>
            </a:xfrm>
            <a:custGeom>
              <a:avLst/>
              <a:gdLst/>
              <a:ahLst/>
              <a:cxnLst/>
              <a:rect l="l" t="t" r="r" b="b"/>
              <a:pathLst>
                <a:path w="20958" h="20372" extrusionOk="0">
                  <a:moveTo>
                    <a:pt x="19910" y="1"/>
                  </a:moveTo>
                  <a:cubicBezTo>
                    <a:pt x="19813" y="1"/>
                    <a:pt x="19712" y="19"/>
                    <a:pt x="19608" y="61"/>
                  </a:cubicBezTo>
                  <a:cubicBezTo>
                    <a:pt x="18839" y="384"/>
                    <a:pt x="19060" y="1540"/>
                    <a:pt x="19903" y="1545"/>
                  </a:cubicBezTo>
                  <a:lnTo>
                    <a:pt x="19903" y="1545"/>
                  </a:lnTo>
                  <a:cubicBezTo>
                    <a:pt x="20102" y="1544"/>
                    <a:pt x="20301" y="1466"/>
                    <a:pt x="20445" y="1311"/>
                  </a:cubicBezTo>
                  <a:cubicBezTo>
                    <a:pt x="20957" y="798"/>
                    <a:pt x="20539" y="1"/>
                    <a:pt x="19910" y="1"/>
                  </a:cubicBezTo>
                  <a:close/>
                  <a:moveTo>
                    <a:pt x="19903" y="1545"/>
                  </a:moveTo>
                  <a:cubicBezTo>
                    <a:pt x="19901" y="1545"/>
                    <a:pt x="19900" y="1545"/>
                    <a:pt x="19898" y="1545"/>
                  </a:cubicBezTo>
                  <a:lnTo>
                    <a:pt x="19909" y="1545"/>
                  </a:lnTo>
                  <a:cubicBezTo>
                    <a:pt x="19907" y="1545"/>
                    <a:pt x="19905" y="1545"/>
                    <a:pt x="19903" y="1545"/>
                  </a:cubicBezTo>
                  <a:close/>
                  <a:moveTo>
                    <a:pt x="16154" y="3769"/>
                  </a:moveTo>
                  <a:cubicBezTo>
                    <a:pt x="16056" y="3769"/>
                    <a:pt x="15952" y="3789"/>
                    <a:pt x="15847" y="3833"/>
                  </a:cubicBezTo>
                  <a:cubicBezTo>
                    <a:pt x="15067" y="4156"/>
                    <a:pt x="15299" y="5301"/>
                    <a:pt x="16131" y="5306"/>
                  </a:cubicBezTo>
                  <a:lnTo>
                    <a:pt x="16131" y="5306"/>
                  </a:lnTo>
                  <a:cubicBezTo>
                    <a:pt x="16341" y="5305"/>
                    <a:pt x="16540" y="5227"/>
                    <a:pt x="16684" y="5083"/>
                  </a:cubicBezTo>
                  <a:cubicBezTo>
                    <a:pt x="17194" y="4563"/>
                    <a:pt x="16774" y="3769"/>
                    <a:pt x="16154" y="3769"/>
                  </a:cubicBezTo>
                  <a:close/>
                  <a:moveTo>
                    <a:pt x="16131" y="5306"/>
                  </a:moveTo>
                  <a:cubicBezTo>
                    <a:pt x="16129" y="5306"/>
                    <a:pt x="16128" y="5306"/>
                    <a:pt x="16126" y="5306"/>
                  </a:cubicBezTo>
                  <a:lnTo>
                    <a:pt x="16137" y="5306"/>
                  </a:lnTo>
                  <a:cubicBezTo>
                    <a:pt x="16135" y="5306"/>
                    <a:pt x="16133" y="5306"/>
                    <a:pt x="16131" y="5306"/>
                  </a:cubicBezTo>
                  <a:close/>
                  <a:moveTo>
                    <a:pt x="12383" y="7530"/>
                  </a:moveTo>
                  <a:cubicBezTo>
                    <a:pt x="12285" y="7530"/>
                    <a:pt x="12181" y="7550"/>
                    <a:pt x="12075" y="7594"/>
                  </a:cubicBezTo>
                  <a:cubicBezTo>
                    <a:pt x="11307" y="7917"/>
                    <a:pt x="11527" y="9073"/>
                    <a:pt x="12370" y="9078"/>
                  </a:cubicBezTo>
                  <a:lnTo>
                    <a:pt x="12370" y="9078"/>
                  </a:lnTo>
                  <a:cubicBezTo>
                    <a:pt x="12569" y="9077"/>
                    <a:pt x="12768" y="8998"/>
                    <a:pt x="12912" y="8844"/>
                  </a:cubicBezTo>
                  <a:cubicBezTo>
                    <a:pt x="13423" y="8333"/>
                    <a:pt x="13009" y="7530"/>
                    <a:pt x="12383" y="7530"/>
                  </a:cubicBezTo>
                  <a:close/>
                  <a:moveTo>
                    <a:pt x="12370" y="9078"/>
                  </a:moveTo>
                  <a:cubicBezTo>
                    <a:pt x="12369" y="9078"/>
                    <a:pt x="12367" y="9078"/>
                    <a:pt x="12365" y="9078"/>
                  </a:cubicBezTo>
                  <a:lnTo>
                    <a:pt x="12376" y="9078"/>
                  </a:lnTo>
                  <a:cubicBezTo>
                    <a:pt x="12374" y="9078"/>
                    <a:pt x="12372" y="9078"/>
                    <a:pt x="12370" y="9078"/>
                  </a:cubicBezTo>
                  <a:close/>
                  <a:moveTo>
                    <a:pt x="8596" y="11293"/>
                  </a:moveTo>
                  <a:cubicBezTo>
                    <a:pt x="8415" y="11293"/>
                    <a:pt x="8227" y="11364"/>
                    <a:pt x="8058" y="11533"/>
                  </a:cubicBezTo>
                  <a:cubicBezTo>
                    <a:pt x="7578" y="12013"/>
                    <a:pt x="7924" y="12839"/>
                    <a:pt x="8604" y="12839"/>
                  </a:cubicBezTo>
                  <a:cubicBezTo>
                    <a:pt x="8805" y="12839"/>
                    <a:pt x="9006" y="12761"/>
                    <a:pt x="9151" y="12615"/>
                  </a:cubicBezTo>
                  <a:cubicBezTo>
                    <a:pt x="9699" y="12059"/>
                    <a:pt x="9190" y="11293"/>
                    <a:pt x="8596" y="11293"/>
                  </a:cubicBezTo>
                  <a:close/>
                  <a:moveTo>
                    <a:pt x="4844" y="15041"/>
                  </a:moveTo>
                  <a:cubicBezTo>
                    <a:pt x="4659" y="15041"/>
                    <a:pt x="4467" y="15116"/>
                    <a:pt x="4297" y="15294"/>
                  </a:cubicBezTo>
                  <a:cubicBezTo>
                    <a:pt x="3817" y="15785"/>
                    <a:pt x="4152" y="16611"/>
                    <a:pt x="4844" y="16611"/>
                  </a:cubicBezTo>
                  <a:cubicBezTo>
                    <a:pt x="5044" y="16611"/>
                    <a:pt x="5234" y="16521"/>
                    <a:pt x="5379" y="16376"/>
                  </a:cubicBezTo>
                  <a:cubicBezTo>
                    <a:pt x="5968" y="15830"/>
                    <a:pt x="5447" y="15041"/>
                    <a:pt x="4844" y="15041"/>
                  </a:cubicBezTo>
                  <a:close/>
                  <a:moveTo>
                    <a:pt x="1086" y="18834"/>
                  </a:moveTo>
                  <a:cubicBezTo>
                    <a:pt x="989" y="18834"/>
                    <a:pt x="886" y="18854"/>
                    <a:pt x="782" y="18898"/>
                  </a:cubicBezTo>
                  <a:cubicBezTo>
                    <a:pt x="0" y="19222"/>
                    <a:pt x="235" y="20371"/>
                    <a:pt x="1072" y="20371"/>
                  </a:cubicBezTo>
                  <a:cubicBezTo>
                    <a:pt x="1273" y="20371"/>
                    <a:pt x="1473" y="20293"/>
                    <a:pt x="1618" y="20148"/>
                  </a:cubicBezTo>
                  <a:cubicBezTo>
                    <a:pt x="2130" y="19637"/>
                    <a:pt x="1707" y="18834"/>
                    <a:pt x="1086" y="188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2"/>
            <p:cNvSpPr/>
            <p:nvPr/>
          </p:nvSpPr>
          <p:spPr>
            <a:xfrm>
              <a:off x="-3742350" y="-2353475"/>
              <a:ext cx="53025" cy="38650"/>
            </a:xfrm>
            <a:custGeom>
              <a:avLst/>
              <a:gdLst/>
              <a:ahLst/>
              <a:cxnLst/>
              <a:rect l="l" t="t" r="r" b="b"/>
              <a:pathLst>
                <a:path w="2121" h="1546" extrusionOk="0">
                  <a:moveTo>
                    <a:pt x="1073" y="1"/>
                  </a:moveTo>
                  <a:cubicBezTo>
                    <a:pt x="976" y="1"/>
                    <a:pt x="875" y="19"/>
                    <a:pt x="771" y="61"/>
                  </a:cubicBezTo>
                  <a:cubicBezTo>
                    <a:pt x="1" y="385"/>
                    <a:pt x="224" y="1545"/>
                    <a:pt x="1072" y="1545"/>
                  </a:cubicBezTo>
                  <a:cubicBezTo>
                    <a:pt x="1273" y="1545"/>
                    <a:pt x="1462" y="1456"/>
                    <a:pt x="1608" y="1322"/>
                  </a:cubicBezTo>
                  <a:cubicBezTo>
                    <a:pt x="2120" y="800"/>
                    <a:pt x="1702" y="1"/>
                    <a:pt x="107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2"/>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22"/>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22"/>
            <p:cNvSpPr/>
            <p:nvPr/>
          </p:nvSpPr>
          <p:spPr>
            <a:xfrm>
              <a:off x="-3151175" y="-2605875"/>
              <a:ext cx="752125" cy="750250"/>
            </a:xfrm>
            <a:custGeom>
              <a:avLst/>
              <a:gdLst/>
              <a:ahLst/>
              <a:cxnLst/>
              <a:rect l="l" t="t" r="r" b="b"/>
              <a:pathLst>
                <a:path w="30085" h="30010" extrusionOk="0">
                  <a:moveTo>
                    <a:pt x="29888" y="0"/>
                  </a:moveTo>
                  <a:cubicBezTo>
                    <a:pt x="29858" y="0"/>
                    <a:pt x="29826" y="11"/>
                    <a:pt x="29796" y="35"/>
                  </a:cubicBezTo>
                  <a:lnTo>
                    <a:pt x="56" y="29764"/>
                  </a:lnTo>
                  <a:cubicBezTo>
                    <a:pt x="1" y="29820"/>
                    <a:pt x="1" y="29909"/>
                    <a:pt x="56" y="29965"/>
                  </a:cubicBezTo>
                  <a:cubicBezTo>
                    <a:pt x="79" y="29987"/>
                    <a:pt x="123" y="30010"/>
                    <a:pt x="157" y="30010"/>
                  </a:cubicBezTo>
                  <a:cubicBezTo>
                    <a:pt x="190" y="30010"/>
                    <a:pt x="235" y="29987"/>
                    <a:pt x="257" y="29965"/>
                  </a:cubicBezTo>
                  <a:lnTo>
                    <a:pt x="29997" y="236"/>
                  </a:lnTo>
                  <a:cubicBezTo>
                    <a:pt x="30084" y="132"/>
                    <a:pt x="29995" y="0"/>
                    <a:pt x="298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2"/>
            <p:cNvSpPr/>
            <p:nvPr/>
          </p:nvSpPr>
          <p:spPr>
            <a:xfrm>
              <a:off x="-2704800" y="-2461050"/>
              <a:ext cx="155150" cy="155150"/>
            </a:xfrm>
            <a:custGeom>
              <a:avLst/>
              <a:gdLst/>
              <a:ahLst/>
              <a:cxnLst/>
              <a:rect l="l" t="t" r="r" b="b"/>
              <a:pathLst>
                <a:path w="6206" h="6206" extrusionOk="0">
                  <a:moveTo>
                    <a:pt x="6150" y="1"/>
                  </a:moveTo>
                  <a:lnTo>
                    <a:pt x="1" y="6150"/>
                  </a:lnTo>
                  <a:lnTo>
                    <a:pt x="1396" y="6205"/>
                  </a:lnTo>
                  <a:lnTo>
                    <a:pt x="6205" y="1396"/>
                  </a:lnTo>
                  <a:lnTo>
                    <a:pt x="61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2"/>
            <p:cNvSpPr/>
            <p:nvPr/>
          </p:nvSpPr>
          <p:spPr>
            <a:xfrm>
              <a:off x="-2435025" y="-2631025"/>
              <a:ext cx="62525" cy="56800"/>
            </a:xfrm>
            <a:custGeom>
              <a:avLst/>
              <a:gdLst/>
              <a:ahLst/>
              <a:cxnLst/>
              <a:rect l="l" t="t" r="r" b="b"/>
              <a:pathLst>
                <a:path w="2501" h="2272" extrusionOk="0">
                  <a:moveTo>
                    <a:pt x="1251" y="1"/>
                  </a:moveTo>
                  <a:cubicBezTo>
                    <a:pt x="961" y="1"/>
                    <a:pt x="671" y="110"/>
                    <a:pt x="447" y="327"/>
                  </a:cubicBezTo>
                  <a:cubicBezTo>
                    <a:pt x="1" y="774"/>
                    <a:pt x="1" y="1499"/>
                    <a:pt x="447" y="1945"/>
                  </a:cubicBezTo>
                  <a:cubicBezTo>
                    <a:pt x="671" y="2163"/>
                    <a:pt x="961" y="2272"/>
                    <a:pt x="1251" y="2272"/>
                  </a:cubicBezTo>
                  <a:cubicBezTo>
                    <a:pt x="1541" y="2272"/>
                    <a:pt x="1831" y="2163"/>
                    <a:pt x="2054" y="1945"/>
                  </a:cubicBezTo>
                  <a:cubicBezTo>
                    <a:pt x="2501" y="1499"/>
                    <a:pt x="2501" y="774"/>
                    <a:pt x="2054" y="327"/>
                  </a:cubicBezTo>
                  <a:cubicBezTo>
                    <a:pt x="1831" y="110"/>
                    <a:pt x="1541" y="1"/>
                    <a:pt x="12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2"/>
            <p:cNvSpPr/>
            <p:nvPr/>
          </p:nvSpPr>
          <p:spPr>
            <a:xfrm>
              <a:off x="-3175450" y="-1887725"/>
              <a:ext cx="56675" cy="56925"/>
            </a:xfrm>
            <a:custGeom>
              <a:avLst/>
              <a:gdLst/>
              <a:ahLst/>
              <a:cxnLst/>
              <a:rect l="l" t="t" r="r" b="b"/>
              <a:pathLst>
                <a:path w="2267" h="2277" extrusionOk="0">
                  <a:moveTo>
                    <a:pt x="1139" y="0"/>
                  </a:moveTo>
                  <a:cubicBezTo>
                    <a:pt x="503" y="0"/>
                    <a:pt x="1" y="514"/>
                    <a:pt x="1" y="1139"/>
                  </a:cubicBezTo>
                  <a:cubicBezTo>
                    <a:pt x="1" y="1764"/>
                    <a:pt x="503" y="2277"/>
                    <a:pt x="1139" y="2277"/>
                  </a:cubicBezTo>
                  <a:cubicBezTo>
                    <a:pt x="1764" y="2277"/>
                    <a:pt x="2266" y="1764"/>
                    <a:pt x="2266" y="1139"/>
                  </a:cubicBezTo>
                  <a:cubicBezTo>
                    <a:pt x="2266" y="514"/>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 name="Google Shape;835;p22"/>
          <p:cNvGrpSpPr/>
          <p:nvPr/>
        </p:nvGrpSpPr>
        <p:grpSpPr>
          <a:xfrm flipH="1">
            <a:off x="2309235" y="-400369"/>
            <a:ext cx="1019565" cy="1290805"/>
            <a:chOff x="-4017975" y="-49702"/>
            <a:chExt cx="1162825" cy="1472177"/>
          </a:xfrm>
        </p:grpSpPr>
        <p:sp>
          <p:nvSpPr>
            <p:cNvPr id="836" name="Google Shape;836;p2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2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2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2"/>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2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 name="Google Shape;843;p22"/>
          <p:cNvGrpSpPr/>
          <p:nvPr/>
        </p:nvGrpSpPr>
        <p:grpSpPr>
          <a:xfrm>
            <a:off x="3698801" y="156500"/>
            <a:ext cx="873200" cy="618275"/>
            <a:chOff x="2240101" y="2000"/>
            <a:chExt cx="873200" cy="618275"/>
          </a:xfrm>
        </p:grpSpPr>
        <p:grpSp>
          <p:nvGrpSpPr>
            <p:cNvPr id="844" name="Google Shape;844;p22"/>
            <p:cNvGrpSpPr/>
            <p:nvPr/>
          </p:nvGrpSpPr>
          <p:grpSpPr>
            <a:xfrm flipH="1">
              <a:off x="2240101" y="2000"/>
              <a:ext cx="323925" cy="323650"/>
              <a:chOff x="1608625" y="299800"/>
              <a:chExt cx="323925" cy="323650"/>
            </a:xfrm>
          </p:grpSpPr>
          <p:sp>
            <p:nvSpPr>
              <p:cNvPr id="845" name="Google Shape;845;p22"/>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2"/>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2"/>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8" name="Google Shape;848;p22"/>
            <p:cNvSpPr/>
            <p:nvPr/>
          </p:nvSpPr>
          <p:spPr>
            <a:xfrm flipH="1">
              <a:off x="2564026" y="7337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 name="Google Shape;849;p22"/>
          <p:cNvGrpSpPr/>
          <p:nvPr/>
        </p:nvGrpSpPr>
        <p:grpSpPr>
          <a:xfrm flipH="1">
            <a:off x="4163242" y="3973306"/>
            <a:ext cx="1938846" cy="1720830"/>
            <a:chOff x="-4912150" y="-540150"/>
            <a:chExt cx="2211275" cy="1962625"/>
          </a:xfrm>
        </p:grpSpPr>
        <p:sp>
          <p:nvSpPr>
            <p:cNvPr id="850" name="Google Shape;850;p22"/>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2"/>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2"/>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2"/>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2"/>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2"/>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2"/>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2"/>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2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2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2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2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 name="Google Shape;862;p22"/>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2"/>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22"/>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22"/>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22"/>
            <p:cNvSpPr/>
            <p:nvPr/>
          </p:nvSpPr>
          <p:spPr>
            <a:xfrm>
              <a:off x="-3248550" y="-540150"/>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2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9" name="Google Shape;869;p22"/>
          <p:cNvSpPr txBox="1"/>
          <p:nvPr/>
        </p:nvSpPr>
        <p:spPr>
          <a:xfrm>
            <a:off x="4980600" y="2573200"/>
            <a:ext cx="3380400" cy="800700"/>
          </a:xfrm>
          <a:prstGeom prst="rect">
            <a:avLst/>
          </a:prstGeom>
          <a:noFill/>
          <a:ln>
            <a:noFill/>
          </a:ln>
        </p:spPr>
        <p:txBody>
          <a:bodyPr spcFirstLastPara="1" wrap="square" lIns="91425" tIns="0" rIns="91425" bIns="0" anchor="t" anchorCtr="0">
            <a:noAutofit/>
          </a:bodyPr>
          <a:lstStyle/>
          <a:p>
            <a:pPr marL="0" marR="0" lvl="0" indent="0" algn="l" rtl="0">
              <a:lnSpc>
                <a:spcPct val="100000"/>
              </a:lnSpc>
              <a:spcBef>
                <a:spcPts val="0"/>
              </a:spcBef>
              <a:spcAft>
                <a:spcPts val="0"/>
              </a:spcAft>
              <a:buNone/>
            </a:pPr>
            <a:r>
              <a:rPr lang="en" sz="1200">
                <a:solidFill>
                  <a:schemeClr val="lt1"/>
                </a:solidFill>
                <a:latin typeface="Montserrat"/>
                <a:ea typeface="Montserrat"/>
                <a:cs typeface="Montserrat"/>
                <a:sym typeface="Montserrat"/>
              </a:rPr>
              <a:t>CRÉDITS: Ce modèle de présentation a été créé par </a:t>
            </a:r>
            <a:r>
              <a:rPr lang="en" sz="1200" b="1">
                <a:solidFill>
                  <a:schemeClr val="lt1"/>
                </a:solidFill>
                <a:uFill>
                  <a:noFill/>
                </a:uFill>
                <a:latin typeface="Montserrat"/>
                <a:ea typeface="Montserrat"/>
                <a:cs typeface="Montserrat"/>
                <a:sym typeface="Montserrat"/>
                <a:hlinkClick r:id="rId2">
                  <a:extLst>
                    <a:ext uri="{A12FA001-AC4F-418D-AE19-62706E023703}">
                      <ahyp:hlinkClr xmlns:ahyp="http://schemas.microsoft.com/office/drawing/2018/hyperlinkcolor" val="tx"/>
                    </a:ext>
                  </a:extLst>
                </a:hlinkClick>
              </a:rPr>
              <a:t>Slidesgo</a:t>
            </a:r>
            <a:r>
              <a:rPr lang="en" sz="1200">
                <a:solidFill>
                  <a:schemeClr val="lt1"/>
                </a:solidFill>
                <a:latin typeface="Montserrat"/>
                <a:ea typeface="Montserrat"/>
                <a:cs typeface="Montserrat"/>
                <a:sym typeface="Montserrat"/>
              </a:rPr>
              <a:t>, comprenant des icônes de </a:t>
            </a:r>
            <a:r>
              <a:rPr lang="en" sz="1200" b="1">
                <a:solidFill>
                  <a:schemeClr val="lt1"/>
                </a:solidFill>
                <a:uFill>
                  <a:noFill/>
                </a:uFill>
                <a:latin typeface="Montserrat"/>
                <a:ea typeface="Montserrat"/>
                <a:cs typeface="Montserrat"/>
                <a:sym typeface="Montserrat"/>
                <a:hlinkClick r:id="rId3">
                  <a:extLst>
                    <a:ext uri="{A12FA001-AC4F-418D-AE19-62706E023703}">
                      <ahyp:hlinkClr xmlns:ahyp="http://schemas.microsoft.com/office/drawing/2018/hyperlinkcolor" val="tx"/>
                    </a:ext>
                  </a:extLst>
                </a:hlinkClick>
              </a:rPr>
              <a:t>Flaticon</a:t>
            </a:r>
            <a:r>
              <a:rPr lang="en" sz="1200">
                <a:solidFill>
                  <a:schemeClr val="lt1"/>
                </a:solidFill>
                <a:latin typeface="Montserrat"/>
                <a:ea typeface="Montserrat"/>
                <a:cs typeface="Montserrat"/>
                <a:sym typeface="Montserrat"/>
              </a:rPr>
              <a:t>, des infographies et des images de </a:t>
            </a:r>
            <a:r>
              <a:rPr lang="en" sz="1200" b="1">
                <a:solidFill>
                  <a:schemeClr val="lt1"/>
                </a:solidFill>
                <a:uFill>
                  <a:noFill/>
                </a:uFill>
                <a:latin typeface="Montserrat"/>
                <a:ea typeface="Montserrat"/>
                <a:cs typeface="Montserrat"/>
                <a:sym typeface="Montserrat"/>
                <a:hlinkClick r:id="rId4">
                  <a:extLst>
                    <a:ext uri="{A12FA001-AC4F-418D-AE19-62706E023703}">
                      <ahyp:hlinkClr xmlns:ahyp="http://schemas.microsoft.com/office/drawing/2018/hyperlinkcolor" val="tx"/>
                    </a:ext>
                  </a:extLst>
                </a:hlinkClick>
              </a:rPr>
              <a:t>Freepik</a:t>
            </a:r>
            <a:endParaRPr sz="1200" b="1">
              <a:solidFill>
                <a:schemeClr val="lt1"/>
              </a:solidFill>
              <a:latin typeface="Montserrat"/>
              <a:ea typeface="Montserrat"/>
              <a:cs typeface="Montserrat"/>
              <a:sym typeface="Montserrat"/>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870"/>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ackground 1">
  <p:cSld name="CUSTOM_7_1">
    <p:spTree>
      <p:nvGrpSpPr>
        <p:cNvPr id="1" name="Shape 871"/>
        <p:cNvGrpSpPr/>
        <p:nvPr/>
      </p:nvGrpSpPr>
      <p:grpSpPr>
        <a:xfrm>
          <a:off x="0" y="0"/>
          <a:ext cx="0" cy="0"/>
          <a:chOff x="0" y="0"/>
          <a:chExt cx="0" cy="0"/>
        </a:xfrm>
      </p:grpSpPr>
      <p:grpSp>
        <p:nvGrpSpPr>
          <p:cNvPr id="872" name="Google Shape;872;p24"/>
          <p:cNvGrpSpPr/>
          <p:nvPr/>
        </p:nvGrpSpPr>
        <p:grpSpPr>
          <a:xfrm>
            <a:off x="8352588" y="816213"/>
            <a:ext cx="1040638" cy="901375"/>
            <a:chOff x="8457538" y="810363"/>
            <a:chExt cx="1040638" cy="901375"/>
          </a:xfrm>
        </p:grpSpPr>
        <p:grpSp>
          <p:nvGrpSpPr>
            <p:cNvPr id="873" name="Google Shape;873;p24"/>
            <p:cNvGrpSpPr/>
            <p:nvPr/>
          </p:nvGrpSpPr>
          <p:grpSpPr>
            <a:xfrm>
              <a:off x="8781450" y="810363"/>
              <a:ext cx="716725" cy="901375"/>
              <a:chOff x="-3888525" y="-2483300"/>
              <a:chExt cx="716725" cy="901375"/>
            </a:xfrm>
          </p:grpSpPr>
          <p:sp>
            <p:nvSpPr>
              <p:cNvPr id="874" name="Google Shape;874;p24"/>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4"/>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 name="Google Shape;876;p24"/>
            <p:cNvGrpSpPr/>
            <p:nvPr/>
          </p:nvGrpSpPr>
          <p:grpSpPr>
            <a:xfrm>
              <a:off x="8457538" y="1331488"/>
              <a:ext cx="323925" cy="323650"/>
              <a:chOff x="1608625" y="299800"/>
              <a:chExt cx="323925" cy="323650"/>
            </a:xfrm>
          </p:grpSpPr>
          <p:sp>
            <p:nvSpPr>
              <p:cNvPr id="877" name="Google Shape;877;p24"/>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24"/>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24"/>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0" name="Google Shape;880;p24"/>
          <p:cNvGrpSpPr/>
          <p:nvPr/>
        </p:nvGrpSpPr>
        <p:grpSpPr>
          <a:xfrm>
            <a:off x="4841575" y="4619788"/>
            <a:ext cx="1040638" cy="901375"/>
            <a:chOff x="8457538" y="810363"/>
            <a:chExt cx="1040638" cy="901375"/>
          </a:xfrm>
        </p:grpSpPr>
        <p:grpSp>
          <p:nvGrpSpPr>
            <p:cNvPr id="881" name="Google Shape;881;p24"/>
            <p:cNvGrpSpPr/>
            <p:nvPr/>
          </p:nvGrpSpPr>
          <p:grpSpPr>
            <a:xfrm>
              <a:off x="8781450" y="810363"/>
              <a:ext cx="716725" cy="901375"/>
              <a:chOff x="-3888525" y="-2483300"/>
              <a:chExt cx="716725" cy="901375"/>
            </a:xfrm>
          </p:grpSpPr>
          <p:sp>
            <p:nvSpPr>
              <p:cNvPr id="882" name="Google Shape;882;p24"/>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4"/>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 name="Google Shape;884;p24"/>
            <p:cNvGrpSpPr/>
            <p:nvPr/>
          </p:nvGrpSpPr>
          <p:grpSpPr>
            <a:xfrm>
              <a:off x="8457538" y="1331488"/>
              <a:ext cx="323925" cy="323650"/>
              <a:chOff x="1608625" y="299800"/>
              <a:chExt cx="323925" cy="323650"/>
            </a:xfrm>
          </p:grpSpPr>
          <p:sp>
            <p:nvSpPr>
              <p:cNvPr id="885" name="Google Shape;885;p24"/>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24"/>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24"/>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8" name="Google Shape;888;p24"/>
          <p:cNvGrpSpPr/>
          <p:nvPr/>
        </p:nvGrpSpPr>
        <p:grpSpPr>
          <a:xfrm>
            <a:off x="8352591" y="196800"/>
            <a:ext cx="713803" cy="706547"/>
            <a:chOff x="-4017975" y="616650"/>
            <a:chExt cx="814100" cy="805825"/>
          </a:xfrm>
        </p:grpSpPr>
        <p:sp>
          <p:nvSpPr>
            <p:cNvPr id="889" name="Google Shape;889;p2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2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2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2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 name="Google Shape;893;p24"/>
          <p:cNvGrpSpPr/>
          <p:nvPr/>
        </p:nvGrpSpPr>
        <p:grpSpPr>
          <a:xfrm rot="10800000">
            <a:off x="-728606" y="92693"/>
            <a:ext cx="1803578" cy="1592367"/>
            <a:chOff x="-4912150" y="-393637"/>
            <a:chExt cx="2057000" cy="1816112"/>
          </a:xfrm>
        </p:grpSpPr>
        <p:sp>
          <p:nvSpPr>
            <p:cNvPr id="894" name="Google Shape;894;p24"/>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 name="Google Shape;895;p24"/>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24"/>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24"/>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24"/>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24"/>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 name="Google Shape;900;p24"/>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24"/>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2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2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2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2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24"/>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24"/>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4"/>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4"/>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4"/>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4"/>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4"/>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916"/>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917"/>
        <p:cNvGrpSpPr/>
        <p:nvPr/>
      </p:nvGrpSpPr>
      <p:grpSpPr>
        <a:xfrm>
          <a:off x="0" y="0"/>
          <a:ext cx="0" cy="0"/>
          <a:chOff x="0" y="0"/>
          <a:chExt cx="0" cy="0"/>
        </a:xfrm>
      </p:grpSpPr>
      <p:sp>
        <p:nvSpPr>
          <p:cNvPr id="918" name="Google Shape;918;p27"/>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5.xml"/><Relationship Id="rId1"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0" rIns="91425" bIns="0" anchor="t" anchorCtr="0">
            <a:noAutofit/>
          </a:bodyPr>
          <a:lstStyle>
            <a:lvl1pPr lvl="0">
              <a:lnSpc>
                <a:spcPct val="100000"/>
              </a:lnSpc>
              <a:spcBef>
                <a:spcPts val="0"/>
              </a:spcBef>
              <a:spcAft>
                <a:spcPts val="0"/>
              </a:spcAft>
              <a:buClr>
                <a:schemeClr val="lt1"/>
              </a:buClr>
              <a:buSzPts val="2800"/>
              <a:buFont typeface="Montserrat"/>
              <a:buNone/>
              <a:defRPr sz="2800" b="1">
                <a:solidFill>
                  <a:schemeClr val="lt1"/>
                </a:solidFill>
                <a:latin typeface="Montserrat"/>
                <a:ea typeface="Montserrat"/>
                <a:cs typeface="Montserrat"/>
                <a:sym typeface="Montserrat"/>
              </a:defRPr>
            </a:lvl1pPr>
            <a:lvl2pPr lvl="1">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2pPr>
            <a:lvl3pPr lvl="2">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3pPr>
            <a:lvl4pPr lvl="3">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4pPr>
            <a:lvl5pPr lvl="4">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5pPr>
            <a:lvl6pPr lvl="5">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6pPr>
            <a:lvl7pPr lvl="6">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7pPr>
            <a:lvl8pPr lvl="7">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8pPr>
            <a:lvl9pPr lvl="8">
              <a:lnSpc>
                <a:spcPct val="100000"/>
              </a:lnSpc>
              <a:spcBef>
                <a:spcPts val="0"/>
              </a:spcBef>
              <a:spcAft>
                <a:spcPts val="0"/>
              </a:spcAft>
              <a:buClr>
                <a:schemeClr val="lt1"/>
              </a:buClr>
              <a:buSzPts val="2800"/>
              <a:buFont typeface="Montserrat Black"/>
              <a:buNone/>
              <a:defRPr sz="2800">
                <a:solidFill>
                  <a:schemeClr val="lt1"/>
                </a:solidFill>
                <a:latin typeface="Montserrat Black"/>
                <a:ea typeface="Montserrat Black"/>
                <a:cs typeface="Montserrat Black"/>
                <a:sym typeface="Montserrat Black"/>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0" rIns="91425" bIns="0" anchor="t" anchorCtr="0">
            <a:noAutofit/>
          </a:bodyPr>
          <a:lstStyle>
            <a:lvl1pPr marL="457200" lvl="0"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1pPr>
            <a:lvl2pPr marL="914400" lvl="1"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2pPr>
            <a:lvl3pPr marL="1371600" lvl="2"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3pPr>
            <a:lvl4pPr marL="1828800" lvl="3"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4pPr>
            <a:lvl5pPr marL="2286000" lvl="4"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5pPr>
            <a:lvl6pPr marL="2743200" lvl="5"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6pPr>
            <a:lvl7pPr marL="3200400" lvl="6"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7pPr>
            <a:lvl8pPr marL="3657600" lvl="7"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8pPr>
            <a:lvl9pPr marL="4114800" lvl="8" indent="-330200">
              <a:lnSpc>
                <a:spcPct val="100000"/>
              </a:lnSpc>
              <a:spcBef>
                <a:spcPts val="0"/>
              </a:spcBef>
              <a:spcAft>
                <a:spcPts val="0"/>
              </a:spcAft>
              <a:buClr>
                <a:schemeClr val="lt1"/>
              </a:buClr>
              <a:buSzPts val="1600"/>
              <a:buFont typeface="Montserrat"/>
              <a:buChar char="■"/>
              <a:defRPr sz="1600">
                <a:solidFill>
                  <a:schemeClr val="lt1"/>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913"/>
        <p:cNvGrpSpPr/>
        <p:nvPr/>
      </p:nvGrpSpPr>
      <p:grpSpPr>
        <a:xfrm>
          <a:off x="0" y="0"/>
          <a:ext cx="0" cy="0"/>
          <a:chOff x="0" y="0"/>
          <a:chExt cx="0" cy="0"/>
        </a:xfrm>
      </p:grpSpPr>
      <p:sp>
        <p:nvSpPr>
          <p:cNvPr id="914" name="Google Shape;914;p2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915" name="Google Shape;915;p2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1" r:id="rId1"/>
    <p:sldLayoutId id="2147483672"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6.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6.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6.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6.xml"/><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1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6.xml"/><Relationship Id="rId1" Type="http://schemas.openxmlformats.org/officeDocument/2006/relationships/slideLayout" Target="../slideLayouts/slideLayout16.xml"/><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16.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16.xml"/><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4.xml"/><Relationship Id="rId1" Type="http://schemas.openxmlformats.org/officeDocument/2006/relationships/slideLayout" Target="../slideLayouts/slideLayout16.xml"/><Relationship Id="rId5" Type="http://schemas.openxmlformats.org/officeDocument/2006/relationships/image" Target="../media/image20.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14.xml"/><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14.xml"/><Relationship Id="rId5" Type="http://schemas.openxmlformats.org/officeDocument/2006/relationships/image" Target="../media/image25.png"/><Relationship Id="rId4" Type="http://schemas.openxmlformats.org/officeDocument/2006/relationships/image" Target="../media/image24.png"/></Relationships>
</file>

<file path=ppt/slides/_rels/slide39.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39.xml"/><Relationship Id="rId1" Type="http://schemas.openxmlformats.org/officeDocument/2006/relationships/slideLayout" Target="../slideLayouts/slideLayout16.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14.xml"/><Relationship Id="rId6" Type="http://schemas.openxmlformats.org/officeDocument/2006/relationships/image" Target="../media/image28.png"/><Relationship Id="rId5" Type="http://schemas.openxmlformats.org/officeDocument/2006/relationships/image" Target="../media/image150.pn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1.xml"/><Relationship Id="rId1" Type="http://schemas.openxmlformats.org/officeDocument/2006/relationships/slideLayout" Target="../slideLayouts/slideLayout14.xml"/><Relationship Id="rId5" Type="http://schemas.openxmlformats.org/officeDocument/2006/relationships/image" Target="../media/image200.png"/><Relationship Id="rId4" Type="http://schemas.openxmlformats.org/officeDocument/2006/relationships/image" Target="../media/image190.png"/></Relationships>
</file>

<file path=ppt/slides/_rels/slide4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2.xml"/><Relationship Id="rId1" Type="http://schemas.openxmlformats.org/officeDocument/2006/relationships/slideLayout" Target="../slideLayouts/slideLayout14.xml"/><Relationship Id="rId5" Type="http://schemas.openxmlformats.org/officeDocument/2006/relationships/image" Target="../media/image33.jpg"/><Relationship Id="rId4" Type="http://schemas.openxmlformats.org/officeDocument/2006/relationships/image" Target="../media/image32.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44.xml"/><Relationship Id="rId1" Type="http://schemas.openxmlformats.org/officeDocument/2006/relationships/slideLayout" Target="../slideLayouts/slideLayout14.xml"/><Relationship Id="rId4" Type="http://schemas.openxmlformats.org/officeDocument/2006/relationships/image" Target="../media/image34.png"/></Relationships>
</file>

<file path=ppt/slides/_rels/slide45.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45.xml"/><Relationship Id="rId1" Type="http://schemas.openxmlformats.org/officeDocument/2006/relationships/slideLayout" Target="../slideLayouts/slideLayout14.xml"/><Relationship Id="rId4" Type="http://schemas.openxmlformats.org/officeDocument/2006/relationships/image" Target="../media/image35.png"/></Relationships>
</file>

<file path=ppt/slides/_rels/slide46.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46.xml"/><Relationship Id="rId1" Type="http://schemas.openxmlformats.org/officeDocument/2006/relationships/slideLayout" Target="../slideLayouts/slideLayout14.xml"/><Relationship Id="rId5" Type="http://schemas.openxmlformats.org/officeDocument/2006/relationships/image" Target="../media/image37.png"/><Relationship Id="rId4" Type="http://schemas.openxmlformats.org/officeDocument/2006/relationships/image" Target="../media/image36.png"/></Relationships>
</file>

<file path=ppt/slides/_rels/slide47.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47.xml"/><Relationship Id="rId1" Type="http://schemas.openxmlformats.org/officeDocument/2006/relationships/slideLayout" Target="../slideLayouts/slideLayout14.xml"/><Relationship Id="rId4" Type="http://schemas.openxmlformats.org/officeDocument/2006/relationships/image" Target="../media/image38.png"/></Relationships>
</file>

<file path=ppt/slides/_rels/slide48.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48.xml"/><Relationship Id="rId1" Type="http://schemas.openxmlformats.org/officeDocument/2006/relationships/slideLayout" Target="../slideLayouts/slideLayout14.xml"/><Relationship Id="rId4" Type="http://schemas.openxmlformats.org/officeDocument/2006/relationships/image" Target="../media/image39.png"/></Relationships>
</file>

<file path=ppt/slides/_rels/slide49.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49.xml"/><Relationship Id="rId1" Type="http://schemas.openxmlformats.org/officeDocument/2006/relationships/slideLayout" Target="../slideLayouts/slideLayout14.xml"/><Relationship Id="rId5" Type="http://schemas.openxmlformats.org/officeDocument/2006/relationships/image" Target="../media/image41.jpg"/><Relationship Id="rId4" Type="http://schemas.openxmlformats.org/officeDocument/2006/relationships/image" Target="../media/image40.jpg"/></Relationships>
</file>

<file path=ppt/slides/_rels/slide50.xml.rels><?xml version="1.0" encoding="UTF-8" standalone="yes"?>
<Relationships xmlns="http://schemas.openxmlformats.org/package/2006/relationships"><Relationship Id="rId3" Type="http://schemas.openxmlformats.org/officeDocument/2006/relationships/hyperlink" Target="https://chu-ky-bspline.streamlit.app/" TargetMode="External"/><Relationship Id="rId2" Type="http://schemas.openxmlformats.org/officeDocument/2006/relationships/notesSlide" Target="../notesSlides/notesSlide50.xml"/><Relationship Id="rId1" Type="http://schemas.openxmlformats.org/officeDocument/2006/relationships/slideLayout" Target="../slideLayouts/slideLayout14.xml"/><Relationship Id="rId4" Type="http://schemas.openxmlformats.org/officeDocument/2006/relationships/image" Target="../media/image42.jpg"/></Relationships>
</file>

<file path=ppt/slides/_rels/slide51.xml.rels><?xml version="1.0" encoding="UTF-8" standalone="yes"?>
<Relationships xmlns="http://schemas.openxmlformats.org/package/2006/relationships"><Relationship Id="rId3" Type="http://schemas.openxmlformats.org/officeDocument/2006/relationships/image" Target="../media/image43.jpg"/><Relationship Id="rId2" Type="http://schemas.openxmlformats.org/officeDocument/2006/relationships/notesSlide" Target="../notesSlides/notesSlide51.xml"/><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0.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0.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hyperlink" Target="https://docs.google.com/spreadsheets/d/1r1g_Iv7TtQamF_qoXS-0t_TS2o80QkVui6LYj0THQkM/copy#gid=1654711040" TargetMode="External"/><Relationship Id="rId7" Type="http://schemas.openxmlformats.org/officeDocument/2006/relationships/image" Target="../media/image45.png"/><Relationship Id="rId2" Type="http://schemas.openxmlformats.org/officeDocument/2006/relationships/notesSlide" Target="../notesSlides/notesSlide57.xml"/><Relationship Id="rId1" Type="http://schemas.openxmlformats.org/officeDocument/2006/relationships/slideLayout" Target="../slideLayouts/slideLayout5.xml"/><Relationship Id="rId6" Type="http://schemas.openxmlformats.org/officeDocument/2006/relationships/hyperlink" Target="https://docs.google.com/spreadsheets/d/1r1g_Iv7TtQamF_qoXS-0t_TS2o80QkVui6LYj0THQkM/copy#gid=1669512786" TargetMode="Externa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44.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8.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7.xml"/></Relationships>
</file>

<file path=ppt/slides/_rels/slide60.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60.xml"/><Relationship Id="rId1" Type="http://schemas.openxmlformats.org/officeDocument/2006/relationships/slideLayout" Target="../slideLayouts/slideLayout9.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9.xml"/></Relationships>
</file>

<file path=ppt/slides/_rels/slide64.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64.xml"/><Relationship Id="rId1" Type="http://schemas.openxmlformats.org/officeDocument/2006/relationships/slideLayout" Target="../slideLayouts/slideLayout6.xml"/><Relationship Id="rId5" Type="http://schemas.openxmlformats.org/officeDocument/2006/relationships/image" Target="../media/image49.png"/><Relationship Id="rId4" Type="http://schemas.openxmlformats.org/officeDocument/2006/relationships/image" Target="../media/image48.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1.xml"/></Relationships>
</file>

<file path=ppt/slides/_rels/slide66.xml.rels><?xml version="1.0" encoding="UTF-8" standalone="yes"?>
<Relationships xmlns="http://schemas.openxmlformats.org/package/2006/relationships"><Relationship Id="rId3" Type="http://schemas.openxmlformats.org/officeDocument/2006/relationships/hyperlink" Target="https://www.freepik.com/free-vector/circuits-blue-red-gradient-digital-background_12067352.htm/?utm_source=slidesgo_template&amp;utm_medium=referral-link&amp;utm_campaign=sg_resources&amp;utm_content=freepik" TargetMode="External"/><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hyperlink" Target="https://www.freepik.com/free-vector/flat-minimal-technology-twitch-background_18039050.htm/?utm_source=slidesgo_template&amp;utm_medium=referral-link&amp;utm_campaign=sg_resources&amp;utm_content=freepik" TargetMode="External"/><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hyperlink" Target="https://www.freepik.com/free-photo/people-working-as-team-company_19534447.htm/?utm_source=slidesgo_template&amp;utm_medium=referral-link&amp;utm_campaign=sg_resources&amp;utm_content=freepik" TargetMode="External"/><Relationship Id="rId4" Type="http://schemas.openxmlformats.org/officeDocument/2006/relationships/hyperlink" Target="https://www.freepik.com/free-photo/beautiful-women-working-together-startup-company_18843627.htm/?utm_source=slidesgo_template&amp;utm_medium=referral-link&amp;utm_campaign=sg_resources&amp;utm_content=freepik"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bit.ly/33VAFh3" TargetMode="External"/><Relationship Id="rId2" Type="http://schemas.openxmlformats.org/officeDocument/2006/relationships/notesSlide" Target="../notesSlides/notesSlide68.xml"/><Relationship Id="rId1" Type="http://schemas.openxmlformats.org/officeDocument/2006/relationships/slideLayout" Target="../slideLayouts/slideLayout25.xml"/><Relationship Id="rId6" Type="http://schemas.openxmlformats.org/officeDocument/2006/relationships/slide" Target="slide65.xml"/><Relationship Id="rId5" Type="http://schemas.openxmlformats.org/officeDocument/2006/relationships/hyperlink" Target="http://bit.ly/2PfT4lq" TargetMode="External"/><Relationship Id="rId4" Type="http://schemas.openxmlformats.org/officeDocument/2006/relationships/hyperlink" Target="http://bit.ly/30B07Gq"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69.xml"/><Relationship Id="rId1" Type="http://schemas.openxmlformats.org/officeDocument/2006/relationships/slideLayout" Target="../slideLayouts/slideLayout25.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65.xml"/></Relationships>
</file>

<file path=ppt/slides/_rels/slide70.xml.rels><?xml version="1.0" encoding="UTF-8" standalone="yes"?>
<Relationships xmlns="http://schemas.openxmlformats.org/package/2006/relationships"><Relationship Id="rId3" Type="http://schemas.openxmlformats.org/officeDocument/2006/relationships/hyperlink" Target="https://fonts.google.com/specimen/Montserrat" TargetMode="External"/><Relationship Id="rId2" Type="http://schemas.openxmlformats.org/officeDocument/2006/relationships/notesSlide" Target="../notesSlides/notesSlide70.xml"/><Relationship Id="rId1" Type="http://schemas.openxmlformats.org/officeDocument/2006/relationships/slideLayout" Target="../slideLayouts/slideLayout25.xml"/></Relationships>
</file>

<file path=ppt/slides/_rels/slide71.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54.png"/><Relationship Id="rId2" Type="http://schemas.openxmlformats.org/officeDocument/2006/relationships/notesSlide" Target="../notesSlides/notesSlide71.xml"/><Relationship Id="rId1" Type="http://schemas.openxmlformats.org/officeDocument/2006/relationships/slideLayout" Target="../slideLayouts/slideLayout25.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53.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52.png"/><Relationship Id="rId4" Type="http://schemas.openxmlformats.org/officeDocument/2006/relationships/image" Target="../media/image50.png"/><Relationship Id="rId9" Type="http://schemas.openxmlformats.org/officeDocument/2006/relationships/image" Target="../media/image51.png"/></Relationships>
</file>

<file path=ppt/slides/_rels/slide72.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72.xml"/><Relationship Id="rId1" Type="http://schemas.openxmlformats.org/officeDocument/2006/relationships/slideLayout" Target="../slideLayouts/slideLayout2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78.xml"/><Relationship Id="rId1" Type="http://schemas.openxmlformats.org/officeDocument/2006/relationships/slideLayout" Target="../slideLayouts/slideLayout2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85.xml"/><Relationship Id="rId1" Type="http://schemas.openxmlformats.org/officeDocument/2006/relationships/slideLayout" Target="../slideLayouts/slideLayout24.xml"/><Relationship Id="rId4"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2"/>
        <p:cNvGrpSpPr/>
        <p:nvPr/>
      </p:nvGrpSpPr>
      <p:grpSpPr>
        <a:xfrm>
          <a:off x="0" y="0"/>
          <a:ext cx="0" cy="0"/>
          <a:chOff x="0" y="0"/>
          <a:chExt cx="0" cy="0"/>
        </a:xfrm>
      </p:grpSpPr>
      <p:sp>
        <p:nvSpPr>
          <p:cNvPr id="923" name="!!4"/>
          <p:cNvSpPr txBox="1">
            <a:spLocks noGrp="1"/>
          </p:cNvSpPr>
          <p:nvPr>
            <p:ph type="ctrTitle"/>
          </p:nvPr>
        </p:nvSpPr>
        <p:spPr>
          <a:xfrm flipH="1">
            <a:off x="743324" y="1312330"/>
            <a:ext cx="6952800" cy="1302088"/>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800" b="0" dirty="0">
                <a:solidFill>
                  <a:srgbClr val="0070C0"/>
                </a:solidFill>
                <a:latin typeface="Montserrat Medium"/>
                <a:sym typeface="Montserrat Medium"/>
              </a:rPr>
              <a:t>DIGITAL SIGNAL PROCESSING</a:t>
            </a:r>
            <a:br>
              <a:rPr lang="en" sz="2800" b="0" dirty="0">
                <a:latin typeface="Montserrat Medium"/>
                <a:sym typeface="Montserrat Medium"/>
              </a:rPr>
            </a:br>
            <a:r>
              <a:rPr lang="en" sz="2800" dirty="0"/>
              <a:t>SPEECH AND SILENCE SEGMENTATION</a:t>
            </a:r>
            <a:endParaRPr sz="2800" dirty="0"/>
          </a:p>
        </p:txBody>
      </p:sp>
      <p:sp>
        <p:nvSpPr>
          <p:cNvPr id="924" name="Google Shape;924;p28"/>
          <p:cNvSpPr txBox="1">
            <a:spLocks noGrp="1"/>
          </p:cNvSpPr>
          <p:nvPr>
            <p:ph type="subTitle" idx="1"/>
          </p:nvPr>
        </p:nvSpPr>
        <p:spPr>
          <a:xfrm flipH="1">
            <a:off x="743324" y="2911203"/>
            <a:ext cx="6952800" cy="1640685"/>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1400" dirty="0"/>
              <a:t>Instructor: </a:t>
            </a:r>
            <a:r>
              <a:rPr lang="en" sz="1400" b="1" dirty="0"/>
              <a:t>Dr. Ninh Khánh Duy</a:t>
            </a:r>
          </a:p>
          <a:p>
            <a:pPr marL="0" lvl="0" indent="0" algn="l" rtl="0">
              <a:spcBef>
                <a:spcPts val="0"/>
              </a:spcBef>
              <a:spcAft>
                <a:spcPts val="0"/>
              </a:spcAft>
              <a:buNone/>
            </a:pPr>
            <a:r>
              <a:rPr lang="en" sz="1400" dirty="0"/>
              <a:t>Class: </a:t>
            </a:r>
            <a:r>
              <a:rPr lang="en" sz="1400" b="1" dirty="0"/>
              <a:t>24.Nh12</a:t>
            </a:r>
          </a:p>
          <a:p>
            <a:pPr marL="0" lvl="0" indent="0" algn="l" rtl="0">
              <a:spcBef>
                <a:spcPts val="0"/>
              </a:spcBef>
              <a:spcAft>
                <a:spcPts val="0"/>
              </a:spcAft>
              <a:buNone/>
            </a:pPr>
            <a:r>
              <a:rPr lang="en" sz="1400" dirty="0"/>
              <a:t>Group: </a:t>
            </a:r>
            <a:r>
              <a:rPr lang="en" sz="1400" b="1" dirty="0"/>
              <a:t>25</a:t>
            </a:r>
          </a:p>
          <a:p>
            <a:pPr marL="0" lvl="0" indent="0" algn="l" rtl="0">
              <a:spcBef>
                <a:spcPts val="0"/>
              </a:spcBef>
              <a:spcAft>
                <a:spcPts val="0"/>
              </a:spcAft>
              <a:buNone/>
            </a:pPr>
            <a:r>
              <a:rPr lang="en" sz="1400" dirty="0"/>
              <a:t>Students:</a:t>
            </a:r>
          </a:p>
          <a:p>
            <a:pPr marL="742950" lvl="1" indent="-285750" algn="l">
              <a:buFont typeface="Arial" panose="020B0604020202020204" pitchFamily="34" charset="0"/>
              <a:buChar char="•"/>
            </a:pPr>
            <a:r>
              <a:rPr lang="en-US" sz="1400" b="1" dirty="0"/>
              <a:t>Phan Thanh Duy</a:t>
            </a:r>
            <a:r>
              <a:rPr lang="en-US" sz="1400" dirty="0"/>
              <a:t> – 102240130 – 24T_DT3</a:t>
            </a:r>
          </a:p>
          <a:p>
            <a:pPr marL="742950" lvl="1" indent="-285750" algn="l">
              <a:buFont typeface="Arial" panose="020B0604020202020204" pitchFamily="34" charset="0"/>
              <a:buChar char="•"/>
            </a:pPr>
            <a:r>
              <a:rPr lang="en-US" sz="1400" b="1" dirty="0"/>
              <a:t>Nguyễn Hoàng Hiếu </a:t>
            </a:r>
            <a:r>
              <a:rPr lang="en-US" sz="1400" dirty="0"/>
              <a:t>– 102240135 – 24T_DT3</a:t>
            </a:r>
          </a:p>
          <a:p>
            <a:pPr marL="742950" lvl="1" indent="-285750" algn="l">
              <a:buFont typeface="Arial" panose="020B0604020202020204" pitchFamily="34" charset="0"/>
              <a:buChar char="•"/>
            </a:pPr>
            <a:r>
              <a:rPr lang="en-US" sz="1400" b="1" dirty="0"/>
              <a:t>Huỳnh Hiếu Nghĩa </a:t>
            </a:r>
            <a:r>
              <a:rPr lang="en-US" sz="1400" dirty="0"/>
              <a:t>– 102240152 – 24T_DT3</a:t>
            </a:r>
            <a:endParaRPr sz="1400" dirty="0"/>
          </a:p>
        </p:txBody>
      </p:sp>
      <p:sp>
        <p:nvSpPr>
          <p:cNvPr id="925" name="Google Shape;925;p28"/>
          <p:cNvSpPr/>
          <p:nvPr/>
        </p:nvSpPr>
        <p:spPr>
          <a:xfrm flipH="1">
            <a:off x="-186582" y="5584563"/>
            <a:ext cx="29" cy="29"/>
          </a:xfrm>
          <a:custGeom>
            <a:avLst/>
            <a:gdLst/>
            <a:ahLst/>
            <a:cxnLst/>
            <a:rect l="l" t="t" r="r" b="b"/>
            <a:pathLst>
              <a:path w="1" h="1" fill="none" extrusionOk="0">
                <a:moveTo>
                  <a:pt x="1" y="1"/>
                </a:moveTo>
                <a:lnTo>
                  <a:pt x="1" y="1"/>
                </a:lnTo>
                <a:close/>
              </a:path>
            </a:pathLst>
          </a:custGeom>
          <a:solidFill>
            <a:schemeClr val="lt1"/>
          </a:solidFill>
          <a:ln w="565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6" name="Google Shape;926;p28"/>
          <p:cNvGrpSpPr/>
          <p:nvPr/>
        </p:nvGrpSpPr>
        <p:grpSpPr>
          <a:xfrm flipH="1">
            <a:off x="6613712" y="3446838"/>
            <a:ext cx="1929500" cy="2210100"/>
            <a:chOff x="295725" y="-3462825"/>
            <a:chExt cx="1929500" cy="2210100"/>
          </a:xfrm>
        </p:grpSpPr>
        <p:sp>
          <p:nvSpPr>
            <p:cNvPr id="927" name="Google Shape;927;p28"/>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8"/>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8"/>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28"/>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 name="Google Shape;931;p28"/>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8"/>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8"/>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28"/>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28"/>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8"/>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8"/>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28"/>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28"/>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28"/>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28"/>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28"/>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28"/>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 name="Google Shape;944;p28"/>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28"/>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28"/>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28"/>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28"/>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 name="Google Shape;949;p28"/>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 name="Google Shape;950;p28"/>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 name="Google Shape;951;p28"/>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 name="Google Shape;952;p28"/>
          <p:cNvGrpSpPr/>
          <p:nvPr/>
        </p:nvGrpSpPr>
        <p:grpSpPr>
          <a:xfrm>
            <a:off x="948060" y="3973813"/>
            <a:ext cx="1040638" cy="901375"/>
            <a:chOff x="948060" y="3972813"/>
            <a:chExt cx="1040638" cy="901375"/>
          </a:xfrm>
        </p:grpSpPr>
        <p:grpSp>
          <p:nvGrpSpPr>
            <p:cNvPr id="953" name="Google Shape;953;p28"/>
            <p:cNvGrpSpPr/>
            <p:nvPr/>
          </p:nvGrpSpPr>
          <p:grpSpPr>
            <a:xfrm flipH="1">
              <a:off x="948060" y="3972813"/>
              <a:ext cx="716725" cy="901375"/>
              <a:chOff x="-3888525" y="-2483300"/>
              <a:chExt cx="716725" cy="901375"/>
            </a:xfrm>
          </p:grpSpPr>
          <p:sp>
            <p:nvSpPr>
              <p:cNvPr id="954" name="Google Shape;954;p28"/>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8"/>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 name="Google Shape;956;p28"/>
            <p:cNvGrpSpPr/>
            <p:nvPr/>
          </p:nvGrpSpPr>
          <p:grpSpPr>
            <a:xfrm flipH="1">
              <a:off x="1664772" y="4493938"/>
              <a:ext cx="323925" cy="323650"/>
              <a:chOff x="1608625" y="299800"/>
              <a:chExt cx="323925" cy="323650"/>
            </a:xfrm>
          </p:grpSpPr>
          <p:sp>
            <p:nvSpPr>
              <p:cNvPr id="957" name="Google Shape;957;p2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60" name="!!3"/>
          <p:cNvGrpSpPr/>
          <p:nvPr/>
        </p:nvGrpSpPr>
        <p:grpSpPr>
          <a:xfrm>
            <a:off x="844385" y="2575157"/>
            <a:ext cx="4208350" cy="192185"/>
            <a:chOff x="948060" y="2996029"/>
            <a:chExt cx="4208350" cy="192185"/>
          </a:xfrm>
        </p:grpSpPr>
        <p:sp>
          <p:nvSpPr>
            <p:cNvPr id="961" name="Google Shape;961;p28"/>
            <p:cNvSpPr/>
            <p:nvPr/>
          </p:nvSpPr>
          <p:spPr>
            <a:xfrm rot="-2700000" flipH="1">
              <a:off x="1692865" y="3024234"/>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62" name="Google Shape;962;p28"/>
            <p:cNvCxnSpPr>
              <a:stCxn id="963" idx="6"/>
              <a:endCxn id="964" idx="2"/>
            </p:cNvCxnSpPr>
            <p:nvPr/>
          </p:nvCxnSpPr>
          <p:spPr>
            <a:xfrm rot="10800000">
              <a:off x="1005010" y="3091118"/>
              <a:ext cx="4094400" cy="0"/>
            </a:xfrm>
            <a:prstGeom prst="straightConnector1">
              <a:avLst/>
            </a:prstGeom>
            <a:noFill/>
            <a:ln w="9525" cap="flat" cmpd="sng">
              <a:solidFill>
                <a:schemeClr val="lt1"/>
              </a:solidFill>
              <a:prstDash val="solid"/>
              <a:round/>
              <a:headEnd type="none" w="med" len="med"/>
              <a:tailEnd type="none" w="med" len="med"/>
            </a:ln>
          </p:spPr>
        </p:cxnSp>
        <p:sp>
          <p:nvSpPr>
            <p:cNvPr id="963" name="Google Shape;963;p28"/>
            <p:cNvSpPr/>
            <p:nvPr/>
          </p:nvSpPr>
          <p:spPr>
            <a:xfrm flipH="1">
              <a:off x="5099410" y="3062618"/>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8"/>
            <p:cNvSpPr/>
            <p:nvPr/>
          </p:nvSpPr>
          <p:spPr>
            <a:xfrm flipH="1">
              <a:off x="948060" y="306264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Freeform 8">
            <a:extLst>
              <a:ext uri="{FF2B5EF4-FFF2-40B4-BE49-F238E27FC236}">
                <a16:creationId xmlns:a16="http://schemas.microsoft.com/office/drawing/2014/main" id="{88E7451B-84AC-51FD-201A-3F7DED00C5C9}"/>
              </a:ext>
            </a:extLst>
          </p:cNvPr>
          <p:cNvSpPr/>
          <p:nvPr/>
        </p:nvSpPr>
        <p:spPr>
          <a:xfrm>
            <a:off x="325024" y="129906"/>
            <a:ext cx="757350" cy="790619"/>
          </a:xfrm>
          <a:custGeom>
            <a:avLst/>
            <a:gdLst/>
            <a:ahLst/>
            <a:cxnLst/>
            <a:rect l="l" t="t" r="r" b="b"/>
            <a:pathLst>
              <a:path w="1344936" h="1404015">
                <a:moveTo>
                  <a:pt x="0" y="0"/>
                </a:moveTo>
                <a:lnTo>
                  <a:pt x="1344936" y="0"/>
                </a:lnTo>
                <a:lnTo>
                  <a:pt x="1344936" y="1404015"/>
                </a:lnTo>
                <a:lnTo>
                  <a:pt x="0" y="1404015"/>
                </a:lnTo>
                <a:lnTo>
                  <a:pt x="0" y="0"/>
                </a:lnTo>
                <a:close/>
              </a:path>
            </a:pathLst>
          </a:custGeom>
          <a:blipFill>
            <a:blip r:embed="rId3"/>
            <a:stretch>
              <a:fillRect l="-5502" t="-2761" r="-5925" b="-3977"/>
            </a:stretch>
          </a:blipFill>
        </p:spPr>
        <p:txBody>
          <a:bodyPr/>
          <a:lstStyle/>
          <a:p>
            <a:endParaRPr lang="en-US" dirty="0"/>
          </a:p>
        </p:txBody>
      </p:sp>
      <p:sp>
        <p:nvSpPr>
          <p:cNvPr id="3" name="TextBox 9">
            <a:extLst>
              <a:ext uri="{FF2B5EF4-FFF2-40B4-BE49-F238E27FC236}">
                <a16:creationId xmlns:a16="http://schemas.microsoft.com/office/drawing/2014/main" id="{3F496BDD-1524-F04C-C6CE-C173D16EDAD0}"/>
              </a:ext>
            </a:extLst>
          </p:cNvPr>
          <p:cNvSpPr txBox="1"/>
          <p:nvPr/>
        </p:nvSpPr>
        <p:spPr>
          <a:xfrm>
            <a:off x="2627296" y="129906"/>
            <a:ext cx="3889408" cy="707886"/>
          </a:xfrm>
          <a:prstGeom prst="rect">
            <a:avLst/>
          </a:prstGeom>
        </p:spPr>
        <p:txBody>
          <a:bodyPr wrap="square" lIns="0" tIns="0" rIns="0" bIns="0" rtlCol="0" anchor="t">
            <a:spAutoFit/>
          </a:bodyPr>
          <a:lstStyle/>
          <a:p>
            <a:pPr algn="ctr">
              <a:spcBef>
                <a:spcPts val="300"/>
              </a:spcBef>
              <a:spcAft>
                <a:spcPts val="300"/>
              </a:spcAft>
            </a:pPr>
            <a:r>
              <a:rPr lang="en-US" sz="1200" dirty="0">
                <a:solidFill>
                  <a:srgbClr val="004AAD"/>
                </a:solidFill>
                <a:latin typeface="Montserrat"/>
                <a:ea typeface="Montserrat"/>
                <a:cs typeface="Montserrat"/>
                <a:sym typeface="Montserrat"/>
              </a:rPr>
              <a:t>THE UNIVERSITY OF DA NANG</a:t>
            </a:r>
          </a:p>
          <a:p>
            <a:pPr algn="ctr">
              <a:spcBef>
                <a:spcPts val="300"/>
              </a:spcBef>
              <a:spcAft>
                <a:spcPts val="300"/>
              </a:spcAft>
            </a:pPr>
            <a:r>
              <a:rPr lang="en-US" sz="1200" dirty="0">
                <a:solidFill>
                  <a:srgbClr val="004AAD"/>
                </a:solidFill>
                <a:latin typeface="Montserrat"/>
                <a:ea typeface="Montserrat"/>
                <a:cs typeface="Montserrat"/>
                <a:sym typeface="Montserrat"/>
              </a:rPr>
              <a:t>UNIVERSITY OF SCIENCE AND TECHNOLOGY</a:t>
            </a:r>
          </a:p>
          <a:p>
            <a:pPr algn="ctr">
              <a:spcBef>
                <a:spcPts val="300"/>
              </a:spcBef>
              <a:spcAft>
                <a:spcPts val="300"/>
              </a:spcAft>
            </a:pPr>
            <a:r>
              <a:rPr lang="en-US" sz="1200" b="1" dirty="0">
                <a:solidFill>
                  <a:srgbClr val="004AAD"/>
                </a:solidFill>
                <a:latin typeface="Montserrat Bold"/>
                <a:ea typeface="Montserrat Bold"/>
                <a:cs typeface="Montserrat Bold"/>
                <a:sym typeface="Montserrat Bold"/>
              </a:rPr>
              <a:t>IT FACULTY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3"/>
        <p:cNvGrpSpPr/>
        <p:nvPr/>
      </p:nvGrpSpPr>
      <p:grpSpPr>
        <a:xfrm>
          <a:off x="0" y="0"/>
          <a:ext cx="0" cy="0"/>
          <a:chOff x="0" y="0"/>
          <a:chExt cx="0" cy="0"/>
        </a:xfrm>
      </p:grpSpPr>
      <p:sp>
        <p:nvSpPr>
          <p:cNvPr id="984" name="!!4"/>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dirty="0"/>
              <a:t>TABLE OF CONTENTS</a:t>
            </a:r>
            <a:endParaRPr dirty="0"/>
          </a:p>
        </p:txBody>
      </p:sp>
      <p:sp>
        <p:nvSpPr>
          <p:cNvPr id="985" name="!!5"/>
          <p:cNvSpPr txBox="1">
            <a:spLocks noGrp="1"/>
          </p:cNvSpPr>
          <p:nvPr>
            <p:ph type="title" idx="2"/>
          </p:nvPr>
        </p:nvSpPr>
        <p:spPr>
          <a:xfrm flipH="1">
            <a:off x="573274" y="2140454"/>
            <a:ext cx="755189" cy="572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dirty="0"/>
              <a:t>01</a:t>
            </a:r>
            <a:endParaRPr dirty="0"/>
          </a:p>
        </p:txBody>
      </p:sp>
      <p:sp>
        <p:nvSpPr>
          <p:cNvPr id="986" name="!!1"/>
          <p:cNvSpPr txBox="1">
            <a:spLocks noGrp="1"/>
          </p:cNvSpPr>
          <p:nvPr>
            <p:ph type="subTitle" idx="1"/>
          </p:nvPr>
        </p:nvSpPr>
        <p:spPr>
          <a:xfrm>
            <a:off x="319347" y="2976424"/>
            <a:ext cx="1195800" cy="3810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dirty="0"/>
              <a:t>Histogram</a:t>
            </a:r>
          </a:p>
          <a:p>
            <a:pPr marL="0" lvl="0" indent="0" algn="ctr" rtl="0">
              <a:spcBef>
                <a:spcPts val="0"/>
              </a:spcBef>
              <a:spcAft>
                <a:spcPts val="0"/>
              </a:spcAft>
              <a:buNone/>
            </a:pPr>
            <a:r>
              <a:rPr lang="en" dirty="0"/>
              <a:t>Algorithm</a:t>
            </a:r>
            <a:endParaRPr dirty="0"/>
          </a:p>
        </p:txBody>
      </p:sp>
      <p:grpSp>
        <p:nvGrpSpPr>
          <p:cNvPr id="991" name="Google Shape;991;p30"/>
          <p:cNvGrpSpPr/>
          <p:nvPr/>
        </p:nvGrpSpPr>
        <p:grpSpPr>
          <a:xfrm rot="10800000">
            <a:off x="7379194" y="-538557"/>
            <a:ext cx="1803578" cy="1592367"/>
            <a:chOff x="-4912150" y="-393637"/>
            <a:chExt cx="2057000" cy="1816112"/>
          </a:xfrm>
        </p:grpSpPr>
        <p:sp>
          <p:nvSpPr>
            <p:cNvPr id="992" name="Google Shape;992;p30"/>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30"/>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30"/>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30"/>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30"/>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30"/>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30"/>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30"/>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30"/>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30"/>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30"/>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30"/>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30"/>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30"/>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30"/>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30"/>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30"/>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30"/>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30"/>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1" name="Google Shape;1011;p30"/>
          <p:cNvSpPr txBox="1">
            <a:spLocks noGrp="1"/>
          </p:cNvSpPr>
          <p:nvPr>
            <p:ph type="title" idx="7"/>
          </p:nvPr>
        </p:nvSpPr>
        <p:spPr>
          <a:xfrm flipH="1">
            <a:off x="5382559" y="2153119"/>
            <a:ext cx="832085" cy="5727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03</a:t>
            </a:r>
            <a:endParaRPr dirty="0"/>
          </a:p>
        </p:txBody>
      </p:sp>
      <p:grpSp>
        <p:nvGrpSpPr>
          <p:cNvPr id="1017" name="!!3"/>
          <p:cNvGrpSpPr/>
          <p:nvPr/>
        </p:nvGrpSpPr>
        <p:grpSpPr>
          <a:xfrm>
            <a:off x="2868450" y="1078488"/>
            <a:ext cx="3407100" cy="135774"/>
            <a:chOff x="1512197" y="1097509"/>
            <a:chExt cx="3407100" cy="135774"/>
          </a:xfrm>
        </p:grpSpPr>
        <p:grpSp>
          <p:nvGrpSpPr>
            <p:cNvPr id="1018" name="Google Shape;1018;p30"/>
            <p:cNvGrpSpPr/>
            <p:nvPr/>
          </p:nvGrpSpPr>
          <p:grpSpPr>
            <a:xfrm>
              <a:off x="1512197" y="1097509"/>
              <a:ext cx="3350100" cy="135774"/>
              <a:chOff x="2944697" y="1097509"/>
              <a:chExt cx="3350100" cy="135774"/>
            </a:xfrm>
          </p:grpSpPr>
          <p:sp>
            <p:nvSpPr>
              <p:cNvPr id="1019" name="Google Shape;1019;p30"/>
              <p:cNvSpPr/>
              <p:nvPr/>
            </p:nvSpPr>
            <p:spPr>
              <a:xfrm rot="-2700000" flipH="1">
                <a:off x="4508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20" name="Google Shape;1020;p30"/>
              <p:cNvCxnSpPr>
                <a:cxnSpLocks/>
                <a:stCxn id="1021" idx="6"/>
                <a:endCxn id="1022" idx="2"/>
              </p:cNvCxnSpPr>
              <p:nvPr/>
            </p:nvCxnSpPr>
            <p:spPr>
              <a:xfrm rot="10800000">
                <a:off x="3001697" y="1164492"/>
                <a:ext cx="3293100" cy="900"/>
              </a:xfrm>
              <a:prstGeom prst="straightConnector1">
                <a:avLst/>
              </a:prstGeom>
              <a:noFill/>
              <a:ln w="9525" cap="flat" cmpd="sng">
                <a:solidFill>
                  <a:schemeClr val="lt1"/>
                </a:solidFill>
                <a:prstDash val="solid"/>
                <a:round/>
                <a:headEnd type="none" w="med" len="med"/>
                <a:tailEnd type="none" w="med" len="med"/>
              </a:ln>
            </p:spPr>
          </p:cxnSp>
          <p:sp>
            <p:nvSpPr>
              <p:cNvPr id="1022" name="Google Shape;1022;p30"/>
              <p:cNvSpPr/>
              <p:nvPr/>
            </p:nvSpPr>
            <p:spPr>
              <a:xfrm flipH="1">
                <a:off x="29446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
          <p:nvSpPr>
            <p:cNvPr id="1021" name="Google Shape;1021;p30"/>
            <p:cNvSpPr/>
            <p:nvPr/>
          </p:nvSpPr>
          <p:spPr>
            <a:xfrm flipH="1">
              <a:off x="4862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 name="!!2"/>
          <p:cNvGrpSpPr/>
          <p:nvPr/>
        </p:nvGrpSpPr>
        <p:grpSpPr>
          <a:xfrm>
            <a:off x="917247" y="2781658"/>
            <a:ext cx="7148250" cy="80583"/>
            <a:chOff x="1148150" y="2414921"/>
            <a:chExt cx="6059195" cy="57000"/>
          </a:xfrm>
        </p:grpSpPr>
        <p:cxnSp>
          <p:nvCxnSpPr>
            <p:cNvPr id="1024" name="Google Shape;1024;p30"/>
            <p:cNvCxnSpPr>
              <a:cxnSpLocks/>
              <a:stCxn id="1025" idx="2"/>
              <a:endCxn id="1051" idx="2"/>
            </p:cNvCxnSpPr>
            <p:nvPr/>
          </p:nvCxnSpPr>
          <p:spPr>
            <a:xfrm>
              <a:off x="1205150" y="2443421"/>
              <a:ext cx="6002195" cy="2757"/>
            </a:xfrm>
            <a:prstGeom prst="straightConnector1">
              <a:avLst/>
            </a:prstGeom>
            <a:noFill/>
            <a:ln w="9525" cap="flat" cmpd="sng">
              <a:solidFill>
                <a:schemeClr val="lt1"/>
              </a:solidFill>
              <a:prstDash val="solid"/>
              <a:round/>
              <a:headEnd type="none" w="med" len="med"/>
              <a:tailEnd type="none" w="med" len="med"/>
            </a:ln>
          </p:spPr>
        </p:cxnSp>
        <p:sp>
          <p:nvSpPr>
            <p:cNvPr id="1025" name="Google Shape;1025;p30"/>
            <p:cNvSpPr/>
            <p:nvPr/>
          </p:nvSpPr>
          <p:spPr>
            <a:xfrm flipH="1">
              <a:off x="1148150" y="2414921"/>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
        <p:nvSpPr>
          <p:cNvPr id="1043" name="Google Shape;1025;p30">
            <a:extLst>
              <a:ext uri="{FF2B5EF4-FFF2-40B4-BE49-F238E27FC236}">
                <a16:creationId xmlns:a16="http://schemas.microsoft.com/office/drawing/2014/main" id="{0B415B78-EAAC-C929-1148-A0476AD3DC05}"/>
              </a:ext>
            </a:extLst>
          </p:cNvPr>
          <p:cNvSpPr/>
          <p:nvPr/>
        </p:nvSpPr>
        <p:spPr>
          <a:xfrm flipH="1">
            <a:off x="3469099" y="2788550"/>
            <a:ext cx="67245" cy="80583"/>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044" name="Google Shape;985;p30">
            <a:extLst>
              <a:ext uri="{FF2B5EF4-FFF2-40B4-BE49-F238E27FC236}">
                <a16:creationId xmlns:a16="http://schemas.microsoft.com/office/drawing/2014/main" id="{274496B1-4277-8C10-E45A-7F3A3835AA3A}"/>
              </a:ext>
            </a:extLst>
          </p:cNvPr>
          <p:cNvSpPr txBox="1">
            <a:spLocks/>
          </p:cNvSpPr>
          <p:nvPr/>
        </p:nvSpPr>
        <p:spPr>
          <a:xfrm flipH="1">
            <a:off x="3086678" y="2140237"/>
            <a:ext cx="832085" cy="5727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500"/>
              <a:buFont typeface="Montserrat"/>
              <a:buNone/>
              <a:defRPr sz="4000" b="1" i="0" u="none" strike="noStrike" cap="none">
                <a:solidFill>
                  <a:schemeClr val="lt1"/>
                </a:solidFill>
                <a:latin typeface="Montserrat"/>
                <a:ea typeface="Montserrat"/>
                <a:cs typeface="Montserrat"/>
                <a:sym typeface="Montserrat"/>
              </a:defRPr>
            </a:lvl1pPr>
            <a:lvl2pPr marR="0" lvl="1"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2pPr>
            <a:lvl3pPr marR="0" lvl="2"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3pPr>
            <a:lvl4pPr marR="0" lvl="3"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4pPr>
            <a:lvl5pPr marR="0" lvl="4"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5pPr>
            <a:lvl6pPr marR="0" lvl="5"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6pPr>
            <a:lvl7pPr marR="0" lvl="6"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7pPr>
            <a:lvl8pPr marR="0" lvl="7"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8pPr>
            <a:lvl9pPr marR="0" lvl="8"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9pPr>
          </a:lstStyle>
          <a:p>
            <a:r>
              <a:rPr lang="en" dirty="0"/>
              <a:t>02</a:t>
            </a:r>
          </a:p>
        </p:txBody>
      </p:sp>
      <p:sp>
        <p:nvSpPr>
          <p:cNvPr id="1045" name="Google Shape;986;p30">
            <a:extLst>
              <a:ext uri="{FF2B5EF4-FFF2-40B4-BE49-F238E27FC236}">
                <a16:creationId xmlns:a16="http://schemas.microsoft.com/office/drawing/2014/main" id="{DF6971A0-A1E9-0F55-917D-337AD4A7F7DF}"/>
              </a:ext>
            </a:extLst>
          </p:cNvPr>
          <p:cNvSpPr txBox="1">
            <a:spLocks/>
          </p:cNvSpPr>
          <p:nvPr/>
        </p:nvSpPr>
        <p:spPr>
          <a:xfrm>
            <a:off x="2709042" y="2976207"/>
            <a:ext cx="1518149" cy="3810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4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a:t>Binary Search Algorithm</a:t>
            </a:r>
          </a:p>
        </p:txBody>
      </p:sp>
      <p:sp>
        <p:nvSpPr>
          <p:cNvPr id="1046" name="Google Shape;1025;p30">
            <a:extLst>
              <a:ext uri="{FF2B5EF4-FFF2-40B4-BE49-F238E27FC236}">
                <a16:creationId xmlns:a16="http://schemas.microsoft.com/office/drawing/2014/main" id="{094EDEBF-1B32-6DA5-7A5C-3FF31FD78297}"/>
              </a:ext>
            </a:extLst>
          </p:cNvPr>
          <p:cNvSpPr/>
          <p:nvPr/>
        </p:nvSpPr>
        <p:spPr>
          <a:xfrm flipH="1">
            <a:off x="5798602" y="2788766"/>
            <a:ext cx="67245" cy="80583"/>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049" name="Google Shape;986;p30">
            <a:extLst>
              <a:ext uri="{FF2B5EF4-FFF2-40B4-BE49-F238E27FC236}">
                <a16:creationId xmlns:a16="http://schemas.microsoft.com/office/drawing/2014/main" id="{4F9E34A8-C194-FA37-3FFE-EC13AE16E3DD}"/>
              </a:ext>
            </a:extLst>
          </p:cNvPr>
          <p:cNvSpPr txBox="1">
            <a:spLocks/>
          </p:cNvSpPr>
          <p:nvPr/>
        </p:nvSpPr>
        <p:spPr>
          <a:xfrm>
            <a:off x="4703919" y="2976424"/>
            <a:ext cx="2189364" cy="3810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4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a:t>Simple Statistics Algorithm</a:t>
            </a:r>
          </a:p>
        </p:txBody>
      </p:sp>
      <p:sp>
        <p:nvSpPr>
          <p:cNvPr id="1050" name="Google Shape;1011;p30">
            <a:extLst>
              <a:ext uri="{FF2B5EF4-FFF2-40B4-BE49-F238E27FC236}">
                <a16:creationId xmlns:a16="http://schemas.microsoft.com/office/drawing/2014/main" id="{27D34426-108B-5332-08FB-A5351AE5D73E}"/>
              </a:ext>
            </a:extLst>
          </p:cNvPr>
          <p:cNvSpPr txBox="1">
            <a:spLocks/>
          </p:cNvSpPr>
          <p:nvPr/>
        </p:nvSpPr>
        <p:spPr>
          <a:xfrm flipH="1">
            <a:off x="7513564" y="2149909"/>
            <a:ext cx="900730" cy="5727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lt1"/>
              </a:buClr>
              <a:buSzPts val="2500"/>
              <a:buFont typeface="Montserrat"/>
              <a:buNone/>
              <a:defRPr sz="4000" b="1" i="0" u="none" strike="noStrike" cap="none">
                <a:solidFill>
                  <a:schemeClr val="lt1"/>
                </a:solidFill>
                <a:latin typeface="Montserrat"/>
                <a:ea typeface="Montserrat"/>
                <a:cs typeface="Montserrat"/>
                <a:sym typeface="Montserrat"/>
              </a:defRPr>
            </a:lvl1pPr>
            <a:lvl2pPr marR="0" lvl="1"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2pPr>
            <a:lvl3pPr marR="0" lvl="2"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3pPr>
            <a:lvl4pPr marR="0" lvl="3"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4pPr>
            <a:lvl5pPr marR="0" lvl="4"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5pPr>
            <a:lvl6pPr marR="0" lvl="5"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6pPr>
            <a:lvl7pPr marR="0" lvl="6"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7pPr>
            <a:lvl8pPr marR="0" lvl="7"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8pPr>
            <a:lvl9pPr marR="0" lvl="8" algn="r" rtl="0">
              <a:lnSpc>
                <a:spcPct val="100000"/>
              </a:lnSpc>
              <a:spcBef>
                <a:spcPts val="0"/>
              </a:spcBef>
              <a:spcAft>
                <a:spcPts val="0"/>
              </a:spcAft>
              <a:buClr>
                <a:schemeClr val="lt1"/>
              </a:buClr>
              <a:buSzPts val="2500"/>
              <a:buFont typeface="Montserrat Black"/>
              <a:buNone/>
              <a:defRPr sz="2500" b="0" i="0" u="none" strike="noStrike" cap="none">
                <a:solidFill>
                  <a:schemeClr val="lt1"/>
                </a:solidFill>
                <a:latin typeface="Montserrat Black"/>
                <a:ea typeface="Montserrat Black"/>
                <a:cs typeface="Montserrat Black"/>
                <a:sym typeface="Montserrat Black"/>
              </a:defRPr>
            </a:lvl9pPr>
          </a:lstStyle>
          <a:p>
            <a:r>
              <a:rPr lang="en" dirty="0"/>
              <a:t>04</a:t>
            </a:r>
          </a:p>
        </p:txBody>
      </p:sp>
      <p:sp>
        <p:nvSpPr>
          <p:cNvPr id="1051" name="Google Shape;1025;p30">
            <a:extLst>
              <a:ext uri="{FF2B5EF4-FFF2-40B4-BE49-F238E27FC236}">
                <a16:creationId xmlns:a16="http://schemas.microsoft.com/office/drawing/2014/main" id="{8CD73502-F18E-DC4F-88B9-90FA9D0045D5}"/>
              </a:ext>
            </a:extLst>
          </p:cNvPr>
          <p:cNvSpPr/>
          <p:nvPr/>
        </p:nvSpPr>
        <p:spPr>
          <a:xfrm flipH="1">
            <a:off x="7998252" y="2785556"/>
            <a:ext cx="67245" cy="80583"/>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052" name="Google Shape;986;p30">
            <a:extLst>
              <a:ext uri="{FF2B5EF4-FFF2-40B4-BE49-F238E27FC236}">
                <a16:creationId xmlns:a16="http://schemas.microsoft.com/office/drawing/2014/main" id="{A8773934-9794-FF72-90DE-C76D6351978B}"/>
              </a:ext>
            </a:extLst>
          </p:cNvPr>
          <p:cNvSpPr txBox="1">
            <a:spLocks/>
          </p:cNvSpPr>
          <p:nvPr/>
        </p:nvSpPr>
        <p:spPr>
          <a:xfrm>
            <a:off x="6974996" y="2974935"/>
            <a:ext cx="1827135" cy="381000"/>
          </a:xfrm>
          <a:prstGeom prst="rect">
            <a:avLst/>
          </a:prstGeom>
          <a:noFill/>
          <a:ln>
            <a:noFill/>
          </a:ln>
        </p:spPr>
        <p:txBody>
          <a:bodyPr spcFirstLastPara="1" wrap="square" lIns="91425" tIns="0" rIns="91425" bIns="0" anchor="t"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4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a:t>Comparison Table</a:t>
            </a:r>
          </a:p>
        </p:txBody>
      </p:sp>
    </p:spTree>
  </p:cSld>
  <p:clrMapOvr>
    <a:masterClrMapping/>
  </p:clrMapOvr>
  <mc:AlternateContent xmlns:mc="http://schemas.openxmlformats.org/markup-compatibility/2006">
    <mc:Choice xmlns:p14="http://schemas.microsoft.com/office/powerpoint/2010/main" Requires="p14">
      <p:transition spd="slow" p14:dur="800">
        <p14:flythrough/>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nodeType="withEffect">
                                  <p:stCondLst>
                                    <p:cond delay="0"/>
                                  </p:stCondLst>
                                  <p:childTnLst>
                                    <p:set>
                                      <p:cBhvr>
                                        <p:cTn id="6" dur="1" fill="hold">
                                          <p:stCondLst>
                                            <p:cond delay="0"/>
                                          </p:stCondLst>
                                        </p:cTn>
                                        <p:tgtEl>
                                          <p:spTgt spid="1023"/>
                                        </p:tgtEl>
                                        <p:attrNameLst>
                                          <p:attrName>style.visibility</p:attrName>
                                        </p:attrNameLst>
                                      </p:cBhvr>
                                      <p:to>
                                        <p:strVal val="visible"/>
                                      </p:to>
                                    </p:set>
                                    <p:animEffect transition="in" filter="barn(inVertical)">
                                      <p:cBhvr>
                                        <p:cTn id="7" dur="500"/>
                                        <p:tgtEl>
                                          <p:spTgt spid="10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11"/>
        <p:cNvGrpSpPr/>
        <p:nvPr/>
      </p:nvGrpSpPr>
      <p:grpSpPr>
        <a:xfrm>
          <a:off x="0" y="0"/>
          <a:ext cx="0" cy="0"/>
          <a:chOff x="0" y="0"/>
          <a:chExt cx="0" cy="0"/>
        </a:xfrm>
      </p:grpSpPr>
      <p:sp>
        <p:nvSpPr>
          <p:cNvPr id="1112" name="!!5"/>
          <p:cNvSpPr txBox="1">
            <a:spLocks noGrp="1"/>
          </p:cNvSpPr>
          <p:nvPr>
            <p:ph type="title"/>
          </p:nvPr>
        </p:nvSpPr>
        <p:spPr>
          <a:xfrm>
            <a:off x="2512660" y="715539"/>
            <a:ext cx="3946500" cy="18213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01</a:t>
            </a:r>
            <a:endParaRPr dirty="0"/>
          </a:p>
        </p:txBody>
      </p:sp>
      <p:sp>
        <p:nvSpPr>
          <p:cNvPr id="1113" name="!!1"/>
          <p:cNvSpPr txBox="1">
            <a:spLocks noGrp="1"/>
          </p:cNvSpPr>
          <p:nvPr>
            <p:ph type="title" idx="2"/>
          </p:nvPr>
        </p:nvSpPr>
        <p:spPr>
          <a:xfrm>
            <a:off x="2512410" y="2275964"/>
            <a:ext cx="3946500" cy="114705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latin typeface="Montserrat"/>
                <a:ea typeface="Montserrat"/>
                <a:cs typeface="Montserrat"/>
                <a:sym typeface="Montserrat"/>
              </a:rPr>
              <a:t>HISTOGRAM</a:t>
            </a:r>
            <a:br>
              <a:rPr lang="en" dirty="0">
                <a:latin typeface="Montserrat"/>
                <a:ea typeface="Montserrat"/>
                <a:cs typeface="Montserrat"/>
                <a:sym typeface="Montserrat"/>
              </a:rPr>
            </a:br>
            <a:r>
              <a:rPr lang="en" dirty="0">
                <a:latin typeface="Montserrat"/>
                <a:ea typeface="Montserrat"/>
                <a:cs typeface="Montserrat"/>
                <a:sym typeface="Montserrat"/>
              </a:rPr>
              <a:t>ALGORITHM</a:t>
            </a:r>
            <a:endParaRPr dirty="0">
              <a:latin typeface="Montserrat"/>
              <a:ea typeface="Montserrat"/>
              <a:cs typeface="Montserrat"/>
              <a:sym typeface="Montserrat"/>
            </a:endParaRPr>
          </a:p>
        </p:txBody>
      </p:sp>
      <p:grpSp>
        <p:nvGrpSpPr>
          <p:cNvPr id="1115" name="!!2"/>
          <p:cNvGrpSpPr/>
          <p:nvPr/>
        </p:nvGrpSpPr>
        <p:grpSpPr>
          <a:xfrm>
            <a:off x="2886682" y="2017430"/>
            <a:ext cx="3478000" cy="297870"/>
            <a:chOff x="4788672" y="2177404"/>
            <a:chExt cx="3478000" cy="192185"/>
          </a:xfrm>
        </p:grpSpPr>
        <p:sp>
          <p:nvSpPr>
            <p:cNvPr id="1116" name="Google Shape;1116;p33"/>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p:cNvGrpSpPr/>
          <p:nvPr/>
        </p:nvGrpSpPr>
        <p:grpSpPr>
          <a:xfrm flipH="1">
            <a:off x="7834772" y="2544125"/>
            <a:ext cx="1929500" cy="2210100"/>
            <a:chOff x="295725" y="-3462825"/>
            <a:chExt cx="1929500" cy="2210100"/>
          </a:xfrm>
        </p:grpSpPr>
        <p:sp>
          <p:nvSpPr>
            <p:cNvPr id="1121" name="Google Shape;1121;p33"/>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p:cNvGrpSpPr/>
          <p:nvPr/>
        </p:nvGrpSpPr>
        <p:grpSpPr>
          <a:xfrm>
            <a:off x="1005972" y="2347838"/>
            <a:ext cx="873188" cy="546900"/>
            <a:chOff x="1115510" y="4327288"/>
            <a:chExt cx="873188" cy="546900"/>
          </a:xfrm>
        </p:grpSpPr>
        <p:sp>
          <p:nvSpPr>
            <p:cNvPr id="1147" name="Google Shape;1147;p33"/>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p:cNvGrpSpPr/>
            <p:nvPr/>
          </p:nvGrpSpPr>
          <p:grpSpPr>
            <a:xfrm flipH="1">
              <a:off x="1664772" y="4493938"/>
              <a:ext cx="323925" cy="323650"/>
              <a:chOff x="1608625" y="299800"/>
              <a:chExt cx="323925" cy="323650"/>
            </a:xfrm>
          </p:grpSpPr>
          <p:sp>
            <p:nvSpPr>
              <p:cNvPr id="1149" name="Google Shape;1149;p33"/>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 name="Rectangle: Rounded Corners 1">
            <a:extLst>
              <a:ext uri="{FF2B5EF4-FFF2-40B4-BE49-F238E27FC236}">
                <a16:creationId xmlns:a16="http://schemas.microsoft.com/office/drawing/2014/main" id="{1C145CFC-A352-4897-61C0-3C71D82F494E}"/>
              </a:ext>
            </a:extLst>
          </p:cNvPr>
          <p:cNvSpPr/>
          <p:nvPr/>
        </p:nvSpPr>
        <p:spPr>
          <a:xfrm>
            <a:off x="3243050" y="3849326"/>
            <a:ext cx="3152633" cy="387487"/>
          </a:xfrm>
          <a:prstGeom prst="roundRect">
            <a:avLst/>
          </a:prstGeom>
          <a:ln>
            <a:solidFill>
              <a:schemeClr val="bg1">
                <a:lumMod val="5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Montserrat" panose="00000500000000000000" pitchFamily="2" charset="0"/>
              </a:rPr>
              <a:t>Presented by Phan Thanh Duy</a:t>
            </a:r>
          </a:p>
        </p:txBody>
      </p:sp>
    </p:spTree>
  </p:cSld>
  <p:clrMapOvr>
    <a:masterClrMapping/>
  </p:clrMapOvr>
  <mc:AlternateContent xmlns:mc="http://schemas.openxmlformats.org/markup-compatibility/2006">
    <mc:Choice xmlns:p14="http://schemas.microsoft.com/office/powerpoint/2010/main" Requires="p14">
      <p:transition spd="slow" p14:dur="1300">
        <p14:pan dir="u"/>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152BF10C-2099-D266-6EBD-AA5CC609A184}"/>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7B3B2126-8876-58BD-7BC5-FBA72783A962}"/>
              </a:ext>
            </a:extLst>
          </p:cNvPr>
          <p:cNvSpPr/>
          <p:nvPr/>
        </p:nvSpPr>
        <p:spPr>
          <a:xfrm>
            <a:off x="221578" y="1034553"/>
            <a:ext cx="1438888" cy="79103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Start</a:t>
            </a:r>
          </a:p>
        </p:txBody>
      </p:sp>
      <p:sp>
        <p:nvSpPr>
          <p:cNvPr id="1039" name="!!1">
            <a:extLst>
              <a:ext uri="{FF2B5EF4-FFF2-40B4-BE49-F238E27FC236}">
                <a16:creationId xmlns:a16="http://schemas.microsoft.com/office/drawing/2014/main" id="{5C9284D6-3587-0531-7B11-C8B13FECE930}"/>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3B113246-55C0-0EC3-9B4C-CA8398F73D66}"/>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63C4CAE0-3E74-A42D-8294-655714772C08}"/>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8AEDCBE1-936F-B593-FA92-D592F5FBE339}"/>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13CDC18F-DD60-8EB9-C247-E07D9FE7C721}"/>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B2990419-5205-7915-47C3-64D69C92C8D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223C076C-4BA3-1B31-4F49-92B4A3C944E0}"/>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42C3164D-738F-8022-AEF0-86180930A0FA}"/>
              </a:ext>
            </a:extLst>
          </p:cNvPr>
          <p:cNvGrpSpPr/>
          <p:nvPr/>
        </p:nvGrpSpPr>
        <p:grpSpPr>
          <a:xfrm>
            <a:off x="6534260" y="3849310"/>
            <a:ext cx="713803" cy="706547"/>
            <a:chOff x="-4017975" y="616650"/>
            <a:chExt cx="814100" cy="805825"/>
          </a:xfrm>
        </p:grpSpPr>
        <p:sp>
          <p:nvSpPr>
            <p:cNvPr id="1057" name="Google Shape;1057;p31">
              <a:extLst>
                <a:ext uri="{FF2B5EF4-FFF2-40B4-BE49-F238E27FC236}">
                  <a16:creationId xmlns:a16="http://schemas.microsoft.com/office/drawing/2014/main" id="{BE8C51B7-ED1A-1739-2E43-457CC1B35ABE}"/>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1982F730-CC45-9E85-FF89-7A517FB4AC8C}"/>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D9570FC5-0856-9A40-40FB-BCB76CF17153}"/>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20F72A10-50D7-B48B-2DE6-0DC2FDDA6DB0}"/>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421233A9-BF91-D0E9-C69F-51058B180CC0}"/>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C34AAADA-5A8D-7745-FC2B-0D1D9562BE82}"/>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1C90042B-EC70-1AAC-424F-5DAEF1490095}"/>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BB80AB2F-E134-486B-6DA2-C2846BD6AEB8}"/>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3F3233D0-972A-7F71-4CC0-39E1AA3F94D4}"/>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38AC76E7-ED6B-D22C-86BD-97E26D1B4946}"/>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76B67F15-8034-FA40-7AE4-5DB40B22A604}"/>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FE408B85-367F-1094-DA80-8A0209605FAA}"/>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CCF892AB-ACE4-3D14-B7FB-85300A6FD181}"/>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Tree>
    <p:extLst>
      <p:ext uri="{BB962C8B-B14F-4D97-AF65-F5344CB8AC3E}">
        <p14:creationId xmlns:p14="http://schemas.microsoft.com/office/powerpoint/2010/main" val="21828111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2D0E6CB8-A109-3FFA-0B06-402858B615CA}"/>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BA3E6D3D-8C0B-FC37-7BCD-2929D229F249}"/>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D9425BFF-AD2E-3F63-A29D-CAF94A7DA5D8}"/>
              </a:ext>
            </a:extLst>
          </p:cNvPr>
          <p:cNvSpPr txBox="1">
            <a:spLocks noGrp="1"/>
          </p:cNvSpPr>
          <p:nvPr>
            <p:ph type="title"/>
          </p:nvPr>
        </p:nvSpPr>
        <p:spPr>
          <a:xfrm>
            <a:off x="775166" y="118260"/>
            <a:ext cx="7578300" cy="572700"/>
          </a:xfrm>
          <a:prstGeom prst="rect">
            <a:avLst/>
          </a:prstGeom>
          <a:ln>
            <a:noFill/>
          </a:ln>
        </p:spPr>
        <p:txBody>
          <a:bodyPr spcFirstLastPara="1" wrap="square" lIns="91425" tIns="0" rIns="91425" bIns="0" anchor="ctr" anchorCtr="0">
            <a:noAutofit/>
          </a:bodyPr>
          <a:lstStyle/>
          <a:p>
            <a:pPr marL="0" lvl="0" indent="0" algn="ctr" rtl="0">
              <a:spcBef>
                <a:spcPts val="0"/>
              </a:spcBef>
              <a:spcAft>
                <a:spcPts val="0"/>
              </a:spcAft>
              <a:buNone/>
            </a:pPr>
            <a:r>
              <a:rPr lang="en" dirty="0"/>
              <a:t>HISTOGRAM: </a:t>
            </a:r>
            <a:r>
              <a:rPr lang="en" dirty="0">
                <a:solidFill>
                  <a:schemeClr val="bg1">
                    <a:lumMod val="50000"/>
                  </a:schemeClr>
                </a:solidFill>
              </a:rPr>
              <a:t>IDEA</a:t>
            </a:r>
            <a:endParaRPr dirty="0">
              <a:solidFill>
                <a:schemeClr val="bg1">
                  <a:lumMod val="50000"/>
                </a:schemeClr>
              </a:solidFill>
            </a:endParaRPr>
          </a:p>
        </p:txBody>
      </p:sp>
      <p:grpSp>
        <p:nvGrpSpPr>
          <p:cNvPr id="1042" name="!!2">
            <a:extLst>
              <a:ext uri="{FF2B5EF4-FFF2-40B4-BE49-F238E27FC236}">
                <a16:creationId xmlns:a16="http://schemas.microsoft.com/office/drawing/2014/main" id="{F14889BF-4F38-978F-1C02-4B50915D1053}"/>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15267AEC-E8E6-8962-DD15-FB2A75E5562F}"/>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1E5643A8-ED6C-94F6-53DB-E8F3085C384F}"/>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153350C3-BB22-73C7-5D26-5B2A9488975A}"/>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B757A2BA-2EE3-0B1E-B327-048EF5257612}"/>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609B2666-8F62-9976-40AB-EE6C4EE2881C}"/>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A068F1F6-AE9C-05C3-BC9E-B0D7E434D1F2}"/>
              </a:ext>
            </a:extLst>
          </p:cNvPr>
          <p:cNvGrpSpPr/>
          <p:nvPr/>
        </p:nvGrpSpPr>
        <p:grpSpPr>
          <a:xfrm>
            <a:off x="6534260" y="3849310"/>
            <a:ext cx="713803" cy="706547"/>
            <a:chOff x="-4017975" y="616650"/>
            <a:chExt cx="814100" cy="805825"/>
          </a:xfrm>
        </p:grpSpPr>
        <p:sp>
          <p:nvSpPr>
            <p:cNvPr id="1057" name="Google Shape;1057;p31">
              <a:extLst>
                <a:ext uri="{FF2B5EF4-FFF2-40B4-BE49-F238E27FC236}">
                  <a16:creationId xmlns:a16="http://schemas.microsoft.com/office/drawing/2014/main" id="{BE32672F-27CC-BD67-CA63-943769766401}"/>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B3C96CEB-A9E1-BB1C-4949-D67D9EF5B8DE}"/>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C16855F4-45DB-5B5A-6C67-12CD1225BAF1}"/>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37D01DD0-4DF5-2FB2-4F4E-67D51C68035E}"/>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BD87ABC2-356B-B533-5CBF-9D443BB8A412}"/>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4B2AAC21-C579-959D-18B5-0AE167381F1E}"/>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3C47CF73-8635-B961-4991-38897AB90DB1}"/>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E4C6EF28-A127-02C1-713A-E9C02732DE78}"/>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361B854C-D2B7-77CD-9012-0CF34FC143D8}"/>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50A389DE-00E8-91A0-6B51-8FED04CE6677}"/>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DEC2CAAE-1F1C-011E-6903-D67FC252A164}"/>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E556DD0C-1161-BB55-F9BD-ED559B5C7686}"/>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4849AEFB-022D-D959-24F0-9EE8D33D0CAD}"/>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F1A9FAD3-D3A6-6924-FAA4-786CD3A31D19}"/>
              </a:ext>
            </a:extLst>
          </p:cNvPr>
          <p:cNvSpPr/>
          <p:nvPr/>
        </p:nvSpPr>
        <p:spPr>
          <a:xfrm>
            <a:off x="3125368" y="877125"/>
            <a:ext cx="2893264" cy="96708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Audio Signals </a:t>
            </a:r>
          </a:p>
          <a:p>
            <a:pPr algn="ctr"/>
            <a:r>
              <a:rPr lang="en-US" sz="1800" dirty="0">
                <a:latin typeface="Bahnschrift" panose="020B0502040204020203" pitchFamily="34" charset="0"/>
              </a:rPr>
              <a:t>(.wav and .lab files)</a:t>
            </a:r>
          </a:p>
        </p:txBody>
      </p:sp>
      <p:cxnSp>
        <p:nvCxnSpPr>
          <p:cNvPr id="1102" name="Straight Arrow Connector 1101">
            <a:extLst>
              <a:ext uri="{FF2B5EF4-FFF2-40B4-BE49-F238E27FC236}">
                <a16:creationId xmlns:a16="http://schemas.microsoft.com/office/drawing/2014/main" id="{B22EF019-E3E5-BE43-55CC-F7A6F49CAEC0}"/>
              </a:ext>
            </a:extLst>
          </p:cNvPr>
          <p:cNvCxnSpPr>
            <a:cxnSpLocks/>
          </p:cNvCxnSpPr>
          <p:nvPr/>
        </p:nvCxnSpPr>
        <p:spPr>
          <a:xfrm flipV="1">
            <a:off x="1744850" y="4691621"/>
            <a:ext cx="316210" cy="1248"/>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10">
            <a:extLst>
              <a:ext uri="{FF2B5EF4-FFF2-40B4-BE49-F238E27FC236}">
                <a16:creationId xmlns:a16="http://schemas.microsoft.com/office/drawing/2014/main" id="{212E7686-FB91-8335-2128-722C5F284037}"/>
              </a:ext>
            </a:extLst>
          </p:cNvPr>
          <p:cNvCxnSpPr>
            <a:cxnSpLocks/>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D2B753BF-C31F-35D0-BA9B-3CDD4B2172D7}"/>
              </a:ext>
            </a:extLst>
          </p:cNvPr>
          <p:cNvPicPr>
            <a:picLocks noChangeAspect="1"/>
          </p:cNvPicPr>
          <p:nvPr/>
        </p:nvPicPr>
        <p:blipFill>
          <a:blip r:embed="rId3"/>
          <a:stretch>
            <a:fillRect/>
          </a:stretch>
        </p:blipFill>
        <p:spPr>
          <a:xfrm>
            <a:off x="309702" y="2217174"/>
            <a:ext cx="1874920" cy="2128495"/>
          </a:xfrm>
          <a:prstGeom prst="rect">
            <a:avLst/>
          </a:prstGeom>
          <a:ln w="28575">
            <a:solidFill>
              <a:schemeClr val="bg1">
                <a:lumMod val="50000"/>
              </a:schemeClr>
            </a:solidFill>
          </a:ln>
        </p:spPr>
      </p:pic>
      <p:sp>
        <p:nvSpPr>
          <p:cNvPr id="7" name="Google Shape;1040;p31">
            <a:extLst>
              <a:ext uri="{FF2B5EF4-FFF2-40B4-BE49-F238E27FC236}">
                <a16:creationId xmlns:a16="http://schemas.microsoft.com/office/drawing/2014/main" id="{0791BE73-4301-8BAF-695B-9DFA2BD3C542}"/>
              </a:ext>
            </a:extLst>
          </p:cNvPr>
          <p:cNvSpPr txBox="1">
            <a:spLocks noGrp="1"/>
          </p:cNvSpPr>
          <p:nvPr>
            <p:ph type="subTitle" idx="1"/>
          </p:nvPr>
        </p:nvSpPr>
        <p:spPr>
          <a:xfrm>
            <a:off x="2440692" y="2883948"/>
            <a:ext cx="3708217" cy="1187433"/>
          </a:xfrm>
          <a:prstGeom prst="rect">
            <a:avLst/>
          </a:prstGeom>
        </p:spPr>
        <p:txBody>
          <a:bodyPr spcFirstLastPara="1" wrap="square" lIns="91425" tIns="0" rIns="91425" bIns="0" anchor="ctr" anchorCtr="0">
            <a:noAutofit/>
          </a:bodyPr>
          <a:lstStyle/>
          <a:p>
            <a:pPr marL="0" lvl="0" indent="0" algn="ctr" rtl="0">
              <a:lnSpc>
                <a:spcPct val="150000"/>
              </a:lnSpc>
              <a:spcBef>
                <a:spcPts val="0"/>
              </a:spcBef>
              <a:spcAft>
                <a:spcPts val="0"/>
              </a:spcAft>
              <a:buClr>
                <a:schemeClr val="bg1"/>
              </a:buClr>
            </a:pPr>
            <a:r>
              <a:rPr lang="en-US" sz="1800" dirty="0">
                <a:solidFill>
                  <a:schemeClr val="bg1"/>
                </a:solidFill>
              </a:rPr>
              <a:t>Read files from </a:t>
            </a:r>
            <a:r>
              <a:rPr lang="en-US" sz="1800" b="1" dirty="0" err="1">
                <a:solidFill>
                  <a:schemeClr val="bg1"/>
                </a:solidFill>
              </a:rPr>
              <a:t>TinHieuHuanLuyen</a:t>
            </a:r>
            <a:r>
              <a:rPr lang="en-US" sz="1800" dirty="0">
                <a:solidFill>
                  <a:schemeClr val="bg1"/>
                </a:solidFill>
              </a:rPr>
              <a:t> directory.</a:t>
            </a:r>
            <a:endParaRPr sz="1800" dirty="0">
              <a:solidFill>
                <a:schemeClr val="bg1"/>
              </a:solidFill>
            </a:endParaRPr>
          </a:p>
        </p:txBody>
      </p:sp>
      <p:pic>
        <p:nvPicPr>
          <p:cNvPr id="12" name="Picture 11">
            <a:extLst>
              <a:ext uri="{FF2B5EF4-FFF2-40B4-BE49-F238E27FC236}">
                <a16:creationId xmlns:a16="http://schemas.microsoft.com/office/drawing/2014/main" id="{9A9CCFC9-2F07-ECF8-9E76-5596E56F6378}"/>
              </a:ext>
            </a:extLst>
          </p:cNvPr>
          <p:cNvPicPr>
            <a:picLocks noChangeAspect="1"/>
          </p:cNvPicPr>
          <p:nvPr/>
        </p:nvPicPr>
        <p:blipFill>
          <a:blip r:embed="rId4"/>
          <a:stretch>
            <a:fillRect/>
          </a:stretch>
        </p:blipFill>
        <p:spPr>
          <a:xfrm>
            <a:off x="6361512" y="1729381"/>
            <a:ext cx="2512134" cy="3112549"/>
          </a:xfrm>
          <a:prstGeom prst="rect">
            <a:avLst/>
          </a:prstGeom>
          <a:ln w="28575">
            <a:solidFill>
              <a:schemeClr val="bg1">
                <a:lumMod val="50000"/>
              </a:schemeClr>
            </a:solidFill>
          </a:ln>
        </p:spPr>
      </p:pic>
      <p:cxnSp>
        <p:nvCxnSpPr>
          <p:cNvPr id="16" name="Connector: Curved 15">
            <a:extLst>
              <a:ext uri="{FF2B5EF4-FFF2-40B4-BE49-F238E27FC236}">
                <a16:creationId xmlns:a16="http://schemas.microsoft.com/office/drawing/2014/main" id="{F5A8A28D-7CAA-0DD5-D4F4-F7A130309709}"/>
              </a:ext>
            </a:extLst>
          </p:cNvPr>
          <p:cNvCxnSpPr>
            <a:cxnSpLocks/>
          </p:cNvCxnSpPr>
          <p:nvPr/>
        </p:nvCxnSpPr>
        <p:spPr>
          <a:xfrm>
            <a:off x="2455523" y="2786542"/>
            <a:ext cx="654965" cy="498911"/>
          </a:xfrm>
          <a:prstGeom prst="curvedConnector3">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16">
            <a:extLst>
              <a:ext uri="{FF2B5EF4-FFF2-40B4-BE49-F238E27FC236}">
                <a16:creationId xmlns:a16="http://schemas.microsoft.com/office/drawing/2014/main" id="{A5CB7226-20EA-FE53-3822-302DB86CFD3A}"/>
              </a:ext>
            </a:extLst>
          </p:cNvPr>
          <p:cNvCxnSpPr>
            <a:cxnSpLocks/>
          </p:cNvCxnSpPr>
          <p:nvPr/>
        </p:nvCxnSpPr>
        <p:spPr>
          <a:xfrm flipV="1">
            <a:off x="5460150" y="2766012"/>
            <a:ext cx="703590" cy="517436"/>
          </a:xfrm>
          <a:prstGeom prst="curvedConnector3">
            <a:avLst>
              <a:gd name="adj1" fmla="val 50000"/>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91070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3BA94978-C6EA-D202-3EB9-D92CD03DFDEA}"/>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4213C951-AB40-8102-60DA-3B52F61E8E20}"/>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DCA1960C-9471-F1EF-358B-688971390D72}"/>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51FADE43-C112-EC0E-C8A8-37F89C52873B}"/>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2D96B5D3-A6D2-704A-21B7-89DBE8F99876}"/>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D2B5EEFA-BE74-A7CA-AFD0-BB7726AFDF31}"/>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420C2F8E-AC52-69BC-B33D-2548EB248013}"/>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CE33427A-82BF-36BF-8FAD-8CF1B4EB3168}"/>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E5372436-00A6-B57C-DB7B-D9DF12E9318D}"/>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E3F839D3-C61E-5B42-B790-EF3E10870C35}"/>
              </a:ext>
            </a:extLst>
          </p:cNvPr>
          <p:cNvGrpSpPr/>
          <p:nvPr/>
        </p:nvGrpSpPr>
        <p:grpSpPr>
          <a:xfrm>
            <a:off x="6534260" y="3849310"/>
            <a:ext cx="713803" cy="706547"/>
            <a:chOff x="-4017975" y="616650"/>
            <a:chExt cx="814100" cy="805825"/>
          </a:xfrm>
        </p:grpSpPr>
        <p:sp>
          <p:nvSpPr>
            <p:cNvPr id="1057" name="Google Shape;1057;p31">
              <a:extLst>
                <a:ext uri="{FF2B5EF4-FFF2-40B4-BE49-F238E27FC236}">
                  <a16:creationId xmlns:a16="http://schemas.microsoft.com/office/drawing/2014/main" id="{506690C4-E5FF-59C5-1808-A8138F78F4F5}"/>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309DFAF4-1783-904F-84D5-44953F376A13}"/>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CD69D19A-0940-169F-B225-08377F9CA257}"/>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7B2FD73D-9AE6-62A9-9720-ED060413884A}"/>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0074B9A3-0AF9-4DE1-FB12-5A8EFAB81C5C}"/>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252C92F6-45B9-48C8-AFC9-4AD191ABFE75}"/>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EC1E13B0-3D85-55C4-1448-906E86027C22}"/>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E384368C-E3B5-C7E0-758A-D67D67A34AB3}"/>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C04E41C6-8034-246C-2BC4-73BA6DB6DDED}"/>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D173270E-2FA3-40C6-17A3-9824B03EA315}"/>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A6DC78F6-84EE-64B6-A007-C72E93C89629}"/>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676D244D-B704-CBA4-AD51-34A81A0137EA}"/>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27321151-B95E-2C81-8942-B754160F43A7}"/>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1CD8234D-4F4A-BBD4-DD88-EAC4CB8800C9}"/>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18B7753E-EBE7-516E-06C1-345620BC13D0}"/>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43EBB679-3353-B34F-AD72-18EE3155D145}"/>
              </a:ext>
            </a:extLst>
          </p:cNvPr>
          <p:cNvSpPr/>
          <p:nvPr/>
        </p:nvSpPr>
        <p:spPr>
          <a:xfrm>
            <a:off x="3127261" y="861724"/>
            <a:ext cx="2889478" cy="97014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Break the signals into 25ms frames, 10ms shift.</a:t>
            </a:r>
          </a:p>
        </p:txBody>
      </p:sp>
      <p:cxnSp>
        <p:nvCxnSpPr>
          <p:cNvPr id="1102" name="Straight Arrow Connector 1101">
            <a:extLst>
              <a:ext uri="{FF2B5EF4-FFF2-40B4-BE49-F238E27FC236}">
                <a16:creationId xmlns:a16="http://schemas.microsoft.com/office/drawing/2014/main" id="{E197D24C-3EB3-037F-6489-5F4EB3151AC0}"/>
              </a:ext>
            </a:extLst>
          </p:cNvPr>
          <p:cNvCxnSpPr>
            <a:cxnSpLocks/>
          </p:cNvCxnSpPr>
          <p:nvPr/>
        </p:nvCxnSpPr>
        <p:spPr>
          <a:xfrm flipV="1">
            <a:off x="1744850" y="4691621"/>
            <a:ext cx="316210" cy="1248"/>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24004966-944B-DB1E-AEF0-48F96F7F4D0B}"/>
              </a:ext>
            </a:extLst>
          </p:cNvPr>
          <p:cNvPicPr>
            <a:picLocks noChangeAspect="1"/>
          </p:cNvPicPr>
          <p:nvPr/>
        </p:nvPicPr>
        <p:blipFill>
          <a:blip r:embed="rId3"/>
          <a:stretch>
            <a:fillRect/>
          </a:stretch>
        </p:blipFill>
        <p:spPr>
          <a:xfrm>
            <a:off x="216158" y="2741898"/>
            <a:ext cx="5302028" cy="2174600"/>
          </a:xfrm>
          <a:prstGeom prst="rect">
            <a:avLst/>
          </a:prstGeom>
          <a:ln w="28575">
            <a:solidFill>
              <a:schemeClr val="bg1">
                <a:lumMod val="50000"/>
              </a:schemeClr>
            </a:solidFill>
          </a:ln>
        </p:spPr>
      </p:pic>
      <p:sp>
        <p:nvSpPr>
          <p:cNvPr id="13" name="Arrow: Right 12">
            <a:extLst>
              <a:ext uri="{FF2B5EF4-FFF2-40B4-BE49-F238E27FC236}">
                <a16:creationId xmlns:a16="http://schemas.microsoft.com/office/drawing/2014/main" id="{A448F1F6-CD1B-2FD0-F9ED-B3B8F31B6673}"/>
              </a:ext>
            </a:extLst>
          </p:cNvPr>
          <p:cNvSpPr/>
          <p:nvPr/>
        </p:nvSpPr>
        <p:spPr>
          <a:xfrm>
            <a:off x="5669253" y="3498589"/>
            <a:ext cx="490310" cy="412784"/>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A31DBF2D-05B8-DC33-5F0D-42CE7CF08774}"/>
              </a:ext>
            </a:extLst>
          </p:cNvPr>
          <p:cNvPicPr>
            <a:picLocks noChangeAspect="1"/>
          </p:cNvPicPr>
          <p:nvPr/>
        </p:nvPicPr>
        <p:blipFill>
          <a:blip r:embed="rId4"/>
          <a:stretch>
            <a:fillRect/>
          </a:stretch>
        </p:blipFill>
        <p:spPr>
          <a:xfrm>
            <a:off x="6253651" y="3356279"/>
            <a:ext cx="2727855" cy="676201"/>
          </a:xfrm>
          <a:prstGeom prst="rect">
            <a:avLst/>
          </a:prstGeom>
        </p:spPr>
      </p:pic>
      <p:sp>
        <p:nvSpPr>
          <p:cNvPr id="16" name="Google Shape;1040;p31">
            <a:extLst>
              <a:ext uri="{FF2B5EF4-FFF2-40B4-BE49-F238E27FC236}">
                <a16:creationId xmlns:a16="http://schemas.microsoft.com/office/drawing/2014/main" id="{5B9427C6-9064-BBA6-4AD5-B00FDE2E0F5F}"/>
              </a:ext>
            </a:extLst>
          </p:cNvPr>
          <p:cNvSpPr txBox="1">
            <a:spLocks noGrp="1"/>
          </p:cNvSpPr>
          <p:nvPr>
            <p:ph type="subTitle" idx="1"/>
          </p:nvPr>
        </p:nvSpPr>
        <p:spPr>
          <a:xfrm>
            <a:off x="6110248" y="2184675"/>
            <a:ext cx="2830600" cy="951516"/>
          </a:xfrm>
          <a:prstGeom prst="rect">
            <a:avLst/>
          </a:prstGeom>
        </p:spPr>
        <p:txBody>
          <a:bodyPr spcFirstLastPara="1" wrap="square" lIns="91425" tIns="0" rIns="91425" bIns="0" anchor="ctr" anchorCtr="0">
            <a:noAutofit/>
          </a:bodyPr>
          <a:lstStyle/>
          <a:p>
            <a:pPr marL="0" lvl="0" indent="0" algn="ctr" rtl="0">
              <a:lnSpc>
                <a:spcPct val="150000"/>
              </a:lnSpc>
              <a:spcBef>
                <a:spcPts val="0"/>
              </a:spcBef>
              <a:spcAft>
                <a:spcPts val="0"/>
              </a:spcAft>
              <a:buClr>
                <a:schemeClr val="bg1"/>
              </a:buClr>
            </a:pPr>
            <a:r>
              <a:rPr lang="en-US" sz="1800" b="1" dirty="0">
                <a:solidFill>
                  <a:schemeClr val="bg1"/>
                </a:solidFill>
              </a:rPr>
              <a:t>FRAME_MS = 25 (</a:t>
            </a:r>
            <a:r>
              <a:rPr lang="en-US" sz="1800" b="1" dirty="0" err="1">
                <a:solidFill>
                  <a:schemeClr val="bg1"/>
                </a:solidFill>
              </a:rPr>
              <a:t>ms</a:t>
            </a:r>
            <a:r>
              <a:rPr lang="en-US" sz="1800" b="1" dirty="0">
                <a:solidFill>
                  <a:schemeClr val="bg1"/>
                </a:solidFill>
              </a:rPr>
              <a:t>)</a:t>
            </a:r>
          </a:p>
          <a:p>
            <a:pPr marL="0" lvl="0" indent="0" algn="ctr" rtl="0">
              <a:lnSpc>
                <a:spcPct val="150000"/>
              </a:lnSpc>
              <a:spcBef>
                <a:spcPts val="0"/>
              </a:spcBef>
              <a:spcAft>
                <a:spcPts val="0"/>
              </a:spcAft>
              <a:buClr>
                <a:schemeClr val="bg1"/>
              </a:buClr>
            </a:pPr>
            <a:r>
              <a:rPr lang="en-US" sz="1800" b="1" dirty="0">
                <a:solidFill>
                  <a:schemeClr val="bg1"/>
                </a:solidFill>
              </a:rPr>
              <a:t>SHIFT_MS = 10 (</a:t>
            </a:r>
            <a:r>
              <a:rPr lang="en-US" sz="1800" b="1" dirty="0" err="1">
                <a:solidFill>
                  <a:schemeClr val="bg1"/>
                </a:solidFill>
              </a:rPr>
              <a:t>ms</a:t>
            </a:r>
            <a:r>
              <a:rPr lang="en-US" sz="1800" b="1" dirty="0">
                <a:solidFill>
                  <a:schemeClr val="bg1"/>
                </a:solidFill>
              </a:rPr>
              <a:t>)</a:t>
            </a:r>
            <a:endParaRPr sz="1800" b="1" dirty="0">
              <a:solidFill>
                <a:schemeClr val="bg1"/>
              </a:solidFill>
            </a:endParaRPr>
          </a:p>
        </p:txBody>
      </p:sp>
      <p:sp>
        <p:nvSpPr>
          <p:cNvPr id="18" name="Rectangle: Rounded Corners 17">
            <a:extLst>
              <a:ext uri="{FF2B5EF4-FFF2-40B4-BE49-F238E27FC236}">
                <a16:creationId xmlns:a16="http://schemas.microsoft.com/office/drawing/2014/main" id="{5D88FE5C-DC1A-682B-5D96-9B334D0FB10A}"/>
              </a:ext>
            </a:extLst>
          </p:cNvPr>
          <p:cNvSpPr/>
          <p:nvPr/>
        </p:nvSpPr>
        <p:spPr>
          <a:xfrm>
            <a:off x="6110248" y="2188965"/>
            <a:ext cx="2845203" cy="951516"/>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26">
            <a:extLst>
              <a:ext uri="{FF2B5EF4-FFF2-40B4-BE49-F238E27FC236}">
                <a16:creationId xmlns:a16="http://schemas.microsoft.com/office/drawing/2014/main" id="{4BE9414B-0903-B00B-C192-9E777720F061}"/>
              </a:ext>
            </a:extLst>
          </p:cNvPr>
          <p:cNvCxnSpPr>
            <a:cxnSpLocks/>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7621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7" presetClass="entr" presetSubtype="0" fill="hold" nodeType="after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1000"/>
                                        <p:tgtEl>
                                          <p:spTgt spid="19"/>
                                        </p:tgtEl>
                                      </p:cBhvr>
                                    </p:animEffect>
                                    <p:anim calcmode="lin" valueType="num">
                                      <p:cBhvr>
                                        <p:cTn id="14" dur="1000" fill="hold"/>
                                        <p:tgtEl>
                                          <p:spTgt spid="19"/>
                                        </p:tgtEl>
                                        <p:attrNameLst>
                                          <p:attrName>ppt_x</p:attrName>
                                        </p:attrNameLst>
                                      </p:cBhvr>
                                      <p:tavLst>
                                        <p:tav tm="0">
                                          <p:val>
                                            <p:strVal val="#ppt_x"/>
                                          </p:val>
                                        </p:tav>
                                        <p:tav tm="100000">
                                          <p:val>
                                            <p:strVal val="#ppt_x"/>
                                          </p:val>
                                        </p:tav>
                                      </p:tavLst>
                                    </p:anim>
                                    <p:anim calcmode="lin" valueType="num">
                                      <p:cBhvr>
                                        <p:cTn id="15"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6C71D855-A718-3AE1-178E-C168049FCB10}"/>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8B86586F-E5F5-92C7-CAFC-99D1A67B3E9F}"/>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BE5BA653-B4F1-F2E1-BFCD-EFCDC2597FCE}"/>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5E87D67C-C842-C54C-8A65-F2E677C6FF71}"/>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6FA2DB70-CD4D-3821-4533-1953AA910F39}"/>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4EA9B33D-F69B-2EC2-4E5E-E0D4E16D127D}"/>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F4D4D747-88B1-60EA-48E3-CFF5528354FF}"/>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8CB5FD44-C856-DBC0-1609-E9621AA501B8}"/>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558A54DF-DC23-0FB6-3436-F3DBBED83EC7}"/>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625944F9-0A4A-0CF5-AEB4-18E0C953F7E0}"/>
              </a:ext>
            </a:extLst>
          </p:cNvPr>
          <p:cNvGrpSpPr/>
          <p:nvPr/>
        </p:nvGrpSpPr>
        <p:grpSpPr>
          <a:xfrm>
            <a:off x="6883862" y="3804702"/>
            <a:ext cx="713803" cy="706547"/>
            <a:chOff x="-4017975" y="616650"/>
            <a:chExt cx="814100" cy="805825"/>
          </a:xfrm>
        </p:grpSpPr>
        <p:sp>
          <p:nvSpPr>
            <p:cNvPr id="1057" name="Google Shape;1057;p31">
              <a:extLst>
                <a:ext uri="{FF2B5EF4-FFF2-40B4-BE49-F238E27FC236}">
                  <a16:creationId xmlns:a16="http://schemas.microsoft.com/office/drawing/2014/main" id="{06B4B4F2-4191-EDDF-200D-D57BA4B71891}"/>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BC8DC6A8-B7C3-8C77-6B5F-C241C0DC6C3A}"/>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6CA076F8-5AB2-B219-368D-0B4A5FF7F0A1}"/>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6CE653BB-3BA1-E572-32DE-9383D5280068}"/>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C548AABB-FD5F-7D1E-9289-24ECDC1D0DE0}"/>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F28F5F45-1E5E-94D2-9D8D-D7073FFFC6DE}"/>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9CC55CED-3AF1-25D4-C115-45C84EBD8143}"/>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69596FC6-0F17-13F0-F18A-3DDBCB5F81BA}"/>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401BAF81-AABC-2AAE-D7CF-7E30C259D5E6}"/>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0613A564-4AB4-A354-73C6-E2566BBF3FB6}"/>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ACF29A12-59B7-F578-7BD2-4A7FBC4935E1}"/>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500CB619-45F4-E457-494B-B3E68778E9EC}"/>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326E6173-9F8F-78E3-851C-11C1EDF6B804}"/>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D2B74860-3FDE-897B-38F4-3A451ECFF638}"/>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4A17A59C-9990-42EC-AEB2-D76AE617ED90}"/>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F4FF1992-D42A-F6DB-9111-4DE6B0C0AA23}"/>
              </a:ext>
            </a:extLst>
          </p:cNvPr>
          <p:cNvSpPr/>
          <p:nvPr/>
        </p:nvSpPr>
        <p:spPr>
          <a:xfrm>
            <a:off x="207707"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101FEF39-780E-05F8-045E-C4092045D3CD}"/>
              </a:ext>
            </a:extLst>
          </p:cNvPr>
          <p:cNvCxnSpPr>
            <a:cxnSpLocks/>
            <a:stCxn id="9" idx="4"/>
            <a:endCxn id="26" idx="0"/>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4" name="Rectangle 1023">
            <a:extLst>
              <a:ext uri="{FF2B5EF4-FFF2-40B4-BE49-F238E27FC236}">
                <a16:creationId xmlns:a16="http://schemas.microsoft.com/office/drawing/2014/main" id="{127E8D95-BA85-858C-B884-84924D66E802}"/>
              </a:ext>
            </a:extLst>
          </p:cNvPr>
          <p:cNvSpPr/>
          <p:nvPr/>
        </p:nvSpPr>
        <p:spPr>
          <a:xfrm>
            <a:off x="3035536" y="820396"/>
            <a:ext cx="2865974" cy="72800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Extract STE and Spectral Centroid (SC) features.</a:t>
            </a:r>
          </a:p>
        </p:txBody>
      </p:sp>
      <p:cxnSp>
        <p:nvCxnSpPr>
          <p:cNvPr id="7" name="Straight Arrow Connector 27">
            <a:extLst>
              <a:ext uri="{FF2B5EF4-FFF2-40B4-BE49-F238E27FC236}">
                <a16:creationId xmlns:a16="http://schemas.microsoft.com/office/drawing/2014/main" id="{C903402A-10BA-FB6D-054F-C2262D3C3160}"/>
              </a:ext>
            </a:extLst>
          </p:cNvPr>
          <p:cNvCxnSpPr>
            <a:cxnSpLocks/>
          </p:cNvCxnSpPr>
          <p:nvPr/>
        </p:nvCxnSpPr>
        <p:spPr>
          <a:xfrm flipH="1">
            <a:off x="973802"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EE7E3078-6D73-F6ED-3BA2-C6A67C97C60C}"/>
              </a:ext>
            </a:extLst>
          </p:cNvPr>
          <p:cNvSpPr/>
          <p:nvPr/>
        </p:nvSpPr>
        <p:spPr>
          <a:xfrm>
            <a:off x="2278617" y="1660410"/>
            <a:ext cx="2788435" cy="3201521"/>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8" name="Google Shape;1040;p31">
                <a:extLst>
                  <a:ext uri="{FF2B5EF4-FFF2-40B4-BE49-F238E27FC236}">
                    <a16:creationId xmlns:a16="http://schemas.microsoft.com/office/drawing/2014/main" id="{1A534D41-C79A-D9D4-E8DF-FFC9692C3DB7}"/>
                  </a:ext>
                </a:extLst>
              </p:cNvPr>
              <p:cNvSpPr txBox="1">
                <a:spLocks/>
              </p:cNvSpPr>
              <p:nvPr/>
            </p:nvSpPr>
            <p:spPr>
              <a:xfrm>
                <a:off x="2410662" y="3762672"/>
                <a:ext cx="2445978" cy="7485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spcAft>
                    <a:spcPts val="600"/>
                  </a:spcAft>
                  <a:buClr>
                    <a:schemeClr val="bg1"/>
                  </a:buClr>
                </a:pPr>
                <a:r>
                  <a:rPr lang="en-US" sz="1800" b="1" dirty="0">
                    <a:solidFill>
                      <a:schemeClr val="bg1"/>
                    </a:solidFill>
                    <a:latin typeface="Montserrat" panose="00000500000000000000" pitchFamily="2" charset="0"/>
                  </a:rPr>
                  <a:t>For </a:t>
                </a:r>
                <a:r>
                  <a:rPr lang="en-US" sz="1800" b="1" dirty="0" err="1">
                    <a:solidFill>
                      <a:schemeClr val="bg1"/>
                    </a:solidFill>
                    <a:latin typeface="Montserrat" panose="00000500000000000000" pitchFamily="2" charset="0"/>
                  </a:rPr>
                  <a:t>i-th</a:t>
                </a:r>
                <a:r>
                  <a:rPr lang="en-US" sz="1800" b="1" dirty="0">
                    <a:solidFill>
                      <a:schemeClr val="bg1"/>
                    </a:solidFill>
                    <a:latin typeface="Montserrat" panose="00000500000000000000" pitchFamily="2" charset="0"/>
                  </a:rPr>
                  <a:t> frame:</a:t>
                </a:r>
              </a:p>
              <a:p>
                <a:pPr algn="just">
                  <a:spcAft>
                    <a:spcPts val="600"/>
                  </a:spcAft>
                  <a:buClr>
                    <a:schemeClr val="bg1"/>
                  </a:buClr>
                </a:pPr>
                <a:r>
                  <a:rPr lang="en-US" sz="1800" dirty="0">
                    <a:solidFill>
                      <a:schemeClr val="bg1"/>
                    </a:solidFill>
                    <a:latin typeface="Montserrat" panose="00000500000000000000" pitchFamily="2" charset="0"/>
                  </a:rPr>
                  <a:t>STE = </a:t>
                </a:r>
                <a14:m>
                  <m:oMath xmlns:m="http://schemas.openxmlformats.org/officeDocument/2006/math">
                    <m:f>
                      <m:fPr>
                        <m:ctrlPr>
                          <a:rPr lang="en-US" sz="1800" b="0" i="1" smtClean="0">
                            <a:solidFill>
                              <a:schemeClr val="bg1"/>
                            </a:solidFill>
                            <a:latin typeface="Cambria Math" panose="02040503050406030204" pitchFamily="18" charset="0"/>
                          </a:rPr>
                        </m:ctrlPr>
                      </m:fPr>
                      <m:num>
                        <m:r>
                          <a:rPr lang="en-US" sz="1800" b="0" i="1" smtClean="0">
                            <a:solidFill>
                              <a:schemeClr val="bg1"/>
                            </a:solidFill>
                            <a:latin typeface="Cambria Math" panose="02040503050406030204" pitchFamily="18" charset="0"/>
                          </a:rPr>
                          <m:t>1</m:t>
                        </m:r>
                      </m:num>
                      <m:den>
                        <m:r>
                          <a:rPr lang="en-US" sz="1800" b="0" i="1" smtClean="0">
                            <a:solidFill>
                              <a:schemeClr val="bg1"/>
                            </a:solidFill>
                            <a:latin typeface="Cambria Math" panose="02040503050406030204" pitchFamily="18" charset="0"/>
                          </a:rPr>
                          <m:t>𝑁</m:t>
                        </m:r>
                      </m:den>
                    </m:f>
                    <m:nary>
                      <m:naryPr>
                        <m:chr m:val="∑"/>
                        <m:ctrlPr>
                          <a:rPr lang="en-US" sz="1800" b="0" i="1" smtClean="0">
                            <a:solidFill>
                              <a:schemeClr val="bg1"/>
                            </a:solidFill>
                            <a:latin typeface="Cambria Math" panose="02040503050406030204" pitchFamily="18" charset="0"/>
                          </a:rPr>
                        </m:ctrlPr>
                      </m:naryPr>
                      <m:sub>
                        <m:r>
                          <m:rPr>
                            <m:brk m:alnAt="23"/>
                          </m:rPr>
                          <a:rPr lang="en-US" sz="1800" b="0" i="1" smtClean="0">
                            <a:solidFill>
                              <a:schemeClr val="bg1"/>
                            </a:solidFill>
                            <a:latin typeface="Cambria Math" panose="02040503050406030204" pitchFamily="18" charset="0"/>
                          </a:rPr>
                          <m:t>𝑛</m:t>
                        </m:r>
                        <m:r>
                          <m:rPr>
                            <m:brk m:alnAt="23"/>
                          </m:rPr>
                          <a:rPr lang="en-US" sz="1800" b="0" i="1" smtClean="0">
                            <a:solidFill>
                              <a:schemeClr val="bg1"/>
                            </a:solidFill>
                            <a:latin typeface="Cambria Math" panose="02040503050406030204" pitchFamily="18" charset="0"/>
                          </a:rPr>
                          <m:t>=</m:t>
                        </m:r>
                        <m:r>
                          <m:rPr>
                            <m:brk m:alnAt="23"/>
                          </m:rPr>
                          <a:rPr lang="en-US" sz="1800" b="0" i="1" smtClean="0">
                            <a:solidFill>
                              <a:schemeClr val="bg1"/>
                            </a:solidFill>
                            <a:latin typeface="Cambria Math" panose="02040503050406030204" pitchFamily="18" charset="0"/>
                          </a:rPr>
                          <m:t>1</m:t>
                        </m:r>
                      </m:sub>
                      <m:sup>
                        <m:r>
                          <a:rPr lang="en-US" sz="1800" b="0" i="1" smtClean="0">
                            <a:solidFill>
                              <a:schemeClr val="bg1"/>
                            </a:solidFill>
                            <a:latin typeface="Cambria Math" panose="02040503050406030204" pitchFamily="18" charset="0"/>
                          </a:rPr>
                          <m:t>𝑁</m:t>
                        </m:r>
                      </m:sup>
                      <m:e>
                        <m:sSubSup>
                          <m:sSubSupPr>
                            <m:ctrlPr>
                              <a:rPr lang="en-US" sz="1800" b="0" i="1" smtClean="0">
                                <a:solidFill>
                                  <a:schemeClr val="bg1"/>
                                </a:solidFill>
                                <a:latin typeface="Cambria Math" panose="02040503050406030204" pitchFamily="18" charset="0"/>
                              </a:rPr>
                            </m:ctrlPr>
                          </m:sSubSupPr>
                          <m:e>
                            <m:r>
                              <a:rPr lang="en-US" sz="1800" b="0" i="1" smtClean="0">
                                <a:solidFill>
                                  <a:schemeClr val="bg1"/>
                                </a:solidFill>
                                <a:latin typeface="Cambria Math" panose="02040503050406030204" pitchFamily="18" charset="0"/>
                              </a:rPr>
                              <m:t>𝑥</m:t>
                            </m:r>
                          </m:e>
                          <m:sub>
                            <m:r>
                              <a:rPr lang="en-US" sz="1800" b="0" i="1" smtClean="0">
                                <a:solidFill>
                                  <a:schemeClr val="bg1"/>
                                </a:solidFill>
                                <a:latin typeface="Cambria Math" panose="02040503050406030204" pitchFamily="18" charset="0"/>
                              </a:rPr>
                              <m:t>𝑖</m:t>
                            </m:r>
                          </m:sub>
                          <m:sup>
                            <m:r>
                              <a:rPr lang="en-US" sz="1800" b="0" i="1" smtClean="0">
                                <a:solidFill>
                                  <a:schemeClr val="bg1"/>
                                </a:solidFill>
                                <a:latin typeface="Cambria Math" panose="02040503050406030204" pitchFamily="18" charset="0"/>
                              </a:rPr>
                              <m:t>2</m:t>
                            </m:r>
                          </m:sup>
                        </m:sSubSup>
                      </m:e>
                    </m:nary>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𝑛</m:t>
                    </m:r>
                    <m:r>
                      <a:rPr lang="en-US" sz="1800" b="0" i="1" smtClean="0">
                        <a:solidFill>
                          <a:schemeClr val="bg1"/>
                        </a:solidFill>
                        <a:latin typeface="Cambria Math" panose="02040503050406030204" pitchFamily="18" charset="0"/>
                      </a:rPr>
                      <m:t>)</m:t>
                    </m:r>
                  </m:oMath>
                </a14:m>
                <a:endParaRPr lang="vi-VN" sz="1800" dirty="0">
                  <a:solidFill>
                    <a:schemeClr val="bg1"/>
                  </a:solidFill>
                  <a:latin typeface="Montserrat" panose="00000500000000000000" pitchFamily="2" charset="0"/>
                </a:endParaRPr>
              </a:p>
            </p:txBody>
          </p:sp>
        </mc:Choice>
        <mc:Fallback>
          <p:sp>
            <p:nvSpPr>
              <p:cNvPr id="8" name="Google Shape;1040;p31">
                <a:extLst>
                  <a:ext uri="{FF2B5EF4-FFF2-40B4-BE49-F238E27FC236}">
                    <a16:creationId xmlns:a16="http://schemas.microsoft.com/office/drawing/2014/main" id="{1A534D41-C79A-D9D4-E8DF-FFC9692C3DB7}"/>
                  </a:ext>
                </a:extLst>
              </p:cNvPr>
              <p:cNvSpPr txBox="1">
                <a:spLocks noRot="1" noChangeAspect="1" noMove="1" noResize="1" noEditPoints="1" noAdjustHandles="1" noChangeArrowheads="1" noChangeShapeType="1" noTextEdit="1"/>
              </p:cNvSpPr>
              <p:nvPr/>
            </p:nvSpPr>
            <p:spPr>
              <a:xfrm>
                <a:off x="2410662" y="3762672"/>
                <a:ext cx="2445978" cy="748577"/>
              </a:xfrm>
              <a:prstGeom prst="rect">
                <a:avLst/>
              </a:prstGeom>
              <a:blipFill>
                <a:blip r:embed="rId3"/>
                <a:stretch>
                  <a:fillRect l="-1990" t="-15447" b="-84553"/>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1DA53A22-E522-222F-0242-B269022E0B02}"/>
              </a:ext>
            </a:extLst>
          </p:cNvPr>
          <p:cNvPicPr>
            <a:picLocks noChangeAspect="1"/>
          </p:cNvPicPr>
          <p:nvPr/>
        </p:nvPicPr>
        <p:blipFill>
          <a:blip r:embed="rId4"/>
          <a:srcRect/>
          <a:stretch/>
        </p:blipFill>
        <p:spPr>
          <a:xfrm>
            <a:off x="2415031" y="1813487"/>
            <a:ext cx="2526797" cy="1181843"/>
          </a:xfrm>
          <a:prstGeom prst="rect">
            <a:avLst/>
          </a:prstGeom>
          <a:ln w="28575">
            <a:solidFill>
              <a:schemeClr val="bg1"/>
            </a:solidFill>
          </a:ln>
        </p:spPr>
      </p:pic>
      <p:sp>
        <p:nvSpPr>
          <p:cNvPr id="14" name="Rectangle">
            <a:extLst>
              <a:ext uri="{FF2B5EF4-FFF2-40B4-BE49-F238E27FC236}">
                <a16:creationId xmlns:a16="http://schemas.microsoft.com/office/drawing/2014/main" id="{8FEB0EF2-E3F3-27DD-7A58-9DC24C657FBD}"/>
              </a:ext>
            </a:extLst>
          </p:cNvPr>
          <p:cNvSpPr/>
          <p:nvPr/>
        </p:nvSpPr>
        <p:spPr>
          <a:xfrm>
            <a:off x="5539556" y="1660411"/>
            <a:ext cx="2788435" cy="3200386"/>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6" name="Google Shape;1040;p31">
                <a:extLst>
                  <a:ext uri="{FF2B5EF4-FFF2-40B4-BE49-F238E27FC236}">
                    <a16:creationId xmlns:a16="http://schemas.microsoft.com/office/drawing/2014/main" id="{033E73B2-0401-5A06-CB52-232184A0FD5A}"/>
                  </a:ext>
                </a:extLst>
              </p:cNvPr>
              <p:cNvSpPr txBox="1">
                <a:spLocks/>
              </p:cNvSpPr>
              <p:nvPr/>
            </p:nvSpPr>
            <p:spPr>
              <a:xfrm>
                <a:off x="5680254" y="3753501"/>
                <a:ext cx="2507038" cy="908495"/>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spcAft>
                    <a:spcPts val="600"/>
                  </a:spcAft>
                  <a:buClr>
                    <a:schemeClr val="bg1"/>
                  </a:buClr>
                </a:pPr>
                <a:r>
                  <a:rPr lang="en-US" sz="1800" b="1" dirty="0">
                    <a:solidFill>
                      <a:schemeClr val="bg1"/>
                    </a:solidFill>
                    <a:latin typeface="Montserrat" panose="00000500000000000000" pitchFamily="2" charset="0"/>
                  </a:rPr>
                  <a:t>For </a:t>
                </a:r>
                <a:r>
                  <a:rPr lang="en-US" sz="1800" b="1" dirty="0" err="1">
                    <a:solidFill>
                      <a:schemeClr val="bg1"/>
                    </a:solidFill>
                    <a:latin typeface="Montserrat" panose="00000500000000000000" pitchFamily="2" charset="0"/>
                  </a:rPr>
                  <a:t>i-th</a:t>
                </a:r>
                <a:r>
                  <a:rPr lang="en-US" sz="1800" b="1" dirty="0">
                    <a:solidFill>
                      <a:schemeClr val="bg1"/>
                    </a:solidFill>
                    <a:latin typeface="Montserrat" panose="00000500000000000000" pitchFamily="2" charset="0"/>
                  </a:rPr>
                  <a:t> frame:</a:t>
                </a:r>
              </a:p>
              <a:p>
                <a:pPr algn="just">
                  <a:spcAft>
                    <a:spcPts val="600"/>
                  </a:spcAft>
                  <a:buClr>
                    <a:schemeClr val="bg1"/>
                  </a:buClr>
                </a:pPr>
                <a:r>
                  <a:rPr lang="en-US" sz="1800" dirty="0">
                    <a:solidFill>
                      <a:schemeClr val="bg1"/>
                    </a:solidFill>
                    <a:latin typeface="Montserrat" panose="00000500000000000000" pitchFamily="2" charset="0"/>
                  </a:rPr>
                  <a:t>SC = </a:t>
                </a:r>
                <a14:m>
                  <m:oMath xmlns:m="http://schemas.openxmlformats.org/officeDocument/2006/math">
                    <m:f>
                      <m:fPr>
                        <m:ctrlPr>
                          <a:rPr lang="en-US" sz="1800" b="0" i="1" smtClean="0">
                            <a:solidFill>
                              <a:schemeClr val="bg1"/>
                            </a:solidFill>
                            <a:latin typeface="Cambria Math" panose="02040503050406030204" pitchFamily="18" charset="0"/>
                          </a:rPr>
                        </m:ctrlPr>
                      </m:fPr>
                      <m:num>
                        <m:nary>
                          <m:naryPr>
                            <m:chr m:val="∑"/>
                            <m:ctrlPr>
                              <a:rPr lang="en-US" sz="1800" b="0" i="1" smtClean="0">
                                <a:solidFill>
                                  <a:schemeClr val="bg1"/>
                                </a:solidFill>
                                <a:latin typeface="Cambria Math" panose="02040503050406030204" pitchFamily="18" charset="0"/>
                              </a:rPr>
                            </m:ctrlPr>
                          </m:naryPr>
                          <m:sub>
                            <m:r>
                              <m:rPr>
                                <m:brk m:alnAt="23"/>
                              </m:rPr>
                              <a:rPr lang="en-US" sz="1800" b="0" i="1" smtClean="0">
                                <a:solidFill>
                                  <a:schemeClr val="bg1"/>
                                </a:solidFill>
                                <a:latin typeface="Cambria Math" panose="02040503050406030204" pitchFamily="18" charset="0"/>
                              </a:rPr>
                              <m:t>𝑘</m:t>
                            </m:r>
                            <m:r>
                              <m:rPr>
                                <m:brk m:alnAt="23"/>
                              </m:rPr>
                              <a:rPr lang="en-US" sz="1800" b="0" i="1" smtClean="0">
                                <a:solidFill>
                                  <a:schemeClr val="bg1"/>
                                </a:solidFill>
                                <a:latin typeface="Cambria Math" panose="02040503050406030204" pitchFamily="18" charset="0"/>
                              </a:rPr>
                              <m:t>=</m:t>
                            </m:r>
                            <m:r>
                              <m:rPr>
                                <m:brk m:alnAt="23"/>
                              </m:rPr>
                              <a:rPr lang="en-US" sz="1800" b="0" i="1" smtClean="0">
                                <a:solidFill>
                                  <a:schemeClr val="bg1"/>
                                </a:solidFill>
                                <a:latin typeface="Cambria Math" panose="02040503050406030204" pitchFamily="18" charset="0"/>
                              </a:rPr>
                              <m:t>1</m:t>
                            </m:r>
                          </m:sub>
                          <m:sup>
                            <m:r>
                              <a:rPr lang="en-US" sz="1800" b="0" i="1" smtClean="0">
                                <a:solidFill>
                                  <a:schemeClr val="bg1"/>
                                </a:solidFill>
                                <a:latin typeface="Cambria Math" panose="02040503050406030204" pitchFamily="18" charset="0"/>
                              </a:rPr>
                              <m:t>𝑁</m:t>
                            </m:r>
                          </m:sup>
                          <m:e>
                            <m:d>
                              <m:dPr>
                                <m:ctrlPr>
                                  <a:rPr lang="en-US" sz="1800" b="0" i="1" smtClean="0">
                                    <a:solidFill>
                                      <a:schemeClr val="bg1"/>
                                    </a:solidFill>
                                    <a:latin typeface="Cambria Math" panose="02040503050406030204" pitchFamily="18" charset="0"/>
                                  </a:rPr>
                                </m:ctrlPr>
                              </m:dPr>
                              <m:e>
                                <m:r>
                                  <a:rPr lang="en-US" sz="1800" b="0" i="1" smtClean="0">
                                    <a:solidFill>
                                      <a:schemeClr val="bg1"/>
                                    </a:solidFill>
                                    <a:latin typeface="Cambria Math" panose="02040503050406030204" pitchFamily="18" charset="0"/>
                                  </a:rPr>
                                  <m:t>𝑘</m:t>
                                </m:r>
                                <m:r>
                                  <a:rPr lang="en-US" sz="1800" b="0" i="1" smtClean="0">
                                    <a:solidFill>
                                      <a:schemeClr val="bg1"/>
                                    </a:solidFill>
                                    <a:latin typeface="Cambria Math" panose="02040503050406030204" pitchFamily="18" charset="0"/>
                                  </a:rPr>
                                  <m:t>+1</m:t>
                                </m:r>
                              </m:e>
                            </m:d>
                            <m:r>
                              <a:rPr lang="en-US" sz="1800" b="0" i="1" smtClean="0">
                                <a:solidFill>
                                  <a:schemeClr val="bg1"/>
                                </a:solidFill>
                                <a:latin typeface="Cambria Math" panose="02040503050406030204" pitchFamily="18" charset="0"/>
                              </a:rPr>
                              <m:t> </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𝑋</m:t>
                                </m:r>
                              </m:e>
                              <m:sub>
                                <m:r>
                                  <a:rPr lang="en-US" sz="1800" b="0" i="1" smtClean="0">
                                    <a:solidFill>
                                      <a:schemeClr val="bg1"/>
                                    </a:solidFill>
                                    <a:latin typeface="Cambria Math" panose="02040503050406030204" pitchFamily="18" charset="0"/>
                                  </a:rPr>
                                  <m:t>𝑖</m:t>
                                </m:r>
                              </m:sub>
                            </m:sSub>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𝑘</m:t>
                            </m:r>
                            <m:r>
                              <a:rPr lang="en-US" sz="1800" b="0" i="1" smtClean="0">
                                <a:solidFill>
                                  <a:schemeClr val="bg1"/>
                                </a:solidFill>
                                <a:latin typeface="Cambria Math" panose="02040503050406030204" pitchFamily="18" charset="0"/>
                              </a:rPr>
                              <m:t>)</m:t>
                            </m:r>
                          </m:e>
                        </m:nary>
                      </m:num>
                      <m:den>
                        <m:nary>
                          <m:naryPr>
                            <m:chr m:val="∑"/>
                            <m:ctrlPr>
                              <a:rPr lang="en-US" sz="1800" i="1">
                                <a:solidFill>
                                  <a:schemeClr val="bg1"/>
                                </a:solidFill>
                                <a:latin typeface="Cambria Math" panose="02040503050406030204" pitchFamily="18" charset="0"/>
                              </a:rPr>
                            </m:ctrlPr>
                          </m:naryPr>
                          <m:sub>
                            <m:r>
                              <m:rPr>
                                <m:brk m:alnAt="23"/>
                              </m:rPr>
                              <a:rPr lang="en-US" sz="1800" i="1">
                                <a:solidFill>
                                  <a:schemeClr val="bg1"/>
                                </a:solidFill>
                                <a:latin typeface="Cambria Math" panose="02040503050406030204" pitchFamily="18" charset="0"/>
                              </a:rPr>
                              <m:t>𝑘</m:t>
                            </m:r>
                            <m:r>
                              <m:rPr>
                                <m:brk m:alnAt="23"/>
                              </m:rPr>
                              <a:rPr lang="en-US" sz="1800" i="1">
                                <a:solidFill>
                                  <a:schemeClr val="bg1"/>
                                </a:solidFill>
                                <a:latin typeface="Cambria Math" panose="02040503050406030204" pitchFamily="18" charset="0"/>
                              </a:rPr>
                              <m:t>=</m:t>
                            </m:r>
                            <m:r>
                              <m:rPr>
                                <m:brk m:alnAt="23"/>
                              </m:rPr>
                              <a:rPr lang="en-US" sz="1800" i="1">
                                <a:solidFill>
                                  <a:schemeClr val="bg1"/>
                                </a:solidFill>
                                <a:latin typeface="Cambria Math" panose="02040503050406030204" pitchFamily="18" charset="0"/>
                              </a:rPr>
                              <m:t>1</m:t>
                            </m:r>
                          </m:sub>
                          <m:sup>
                            <m:r>
                              <a:rPr lang="en-US" sz="1800" i="1">
                                <a:solidFill>
                                  <a:schemeClr val="bg1"/>
                                </a:solidFill>
                                <a:latin typeface="Cambria Math" panose="02040503050406030204" pitchFamily="18" charset="0"/>
                              </a:rPr>
                              <m:t>𝑁</m:t>
                            </m:r>
                          </m:sup>
                          <m:e>
                            <m:r>
                              <a:rPr lang="en-US" sz="1800" i="1">
                                <a:solidFill>
                                  <a:schemeClr val="bg1"/>
                                </a:solidFill>
                                <a:latin typeface="Cambria Math" panose="02040503050406030204" pitchFamily="18" charset="0"/>
                              </a:rPr>
                              <m:t> </m:t>
                            </m:r>
                            <m:sSub>
                              <m:sSubPr>
                                <m:ctrlPr>
                                  <a:rPr lang="en-US" sz="1800" i="1">
                                    <a:solidFill>
                                      <a:schemeClr val="bg1"/>
                                    </a:solidFill>
                                    <a:latin typeface="Cambria Math" panose="02040503050406030204" pitchFamily="18" charset="0"/>
                                  </a:rPr>
                                </m:ctrlPr>
                              </m:sSubPr>
                              <m:e>
                                <m:r>
                                  <a:rPr lang="en-US" sz="1800" i="1">
                                    <a:solidFill>
                                      <a:schemeClr val="bg1"/>
                                    </a:solidFill>
                                    <a:latin typeface="Cambria Math" panose="02040503050406030204" pitchFamily="18" charset="0"/>
                                  </a:rPr>
                                  <m:t>𝑋</m:t>
                                </m:r>
                              </m:e>
                              <m:sub>
                                <m:r>
                                  <a:rPr lang="en-US" sz="1800" i="1">
                                    <a:solidFill>
                                      <a:schemeClr val="bg1"/>
                                    </a:solidFill>
                                    <a:latin typeface="Cambria Math" panose="02040503050406030204" pitchFamily="18" charset="0"/>
                                  </a:rPr>
                                  <m:t>𝑖</m:t>
                                </m:r>
                              </m:sub>
                            </m:sSub>
                            <m:r>
                              <a:rPr lang="en-US" sz="1800" i="1">
                                <a:solidFill>
                                  <a:schemeClr val="bg1"/>
                                </a:solidFill>
                                <a:latin typeface="Cambria Math" panose="02040503050406030204" pitchFamily="18" charset="0"/>
                              </a:rPr>
                              <m:t>(</m:t>
                            </m:r>
                            <m:r>
                              <a:rPr lang="en-US" sz="1800" i="1">
                                <a:solidFill>
                                  <a:schemeClr val="bg1"/>
                                </a:solidFill>
                                <a:latin typeface="Cambria Math" panose="02040503050406030204" pitchFamily="18" charset="0"/>
                              </a:rPr>
                              <m:t>𝑘</m:t>
                            </m:r>
                            <m:r>
                              <a:rPr lang="en-US" sz="1800" i="1">
                                <a:solidFill>
                                  <a:schemeClr val="bg1"/>
                                </a:solidFill>
                                <a:latin typeface="Cambria Math" panose="02040503050406030204" pitchFamily="18" charset="0"/>
                              </a:rPr>
                              <m:t>)</m:t>
                            </m:r>
                          </m:e>
                        </m:nary>
                      </m:den>
                    </m:f>
                  </m:oMath>
                </a14:m>
                <a:endParaRPr lang="vi-VN" sz="1800" dirty="0">
                  <a:solidFill>
                    <a:schemeClr val="bg1"/>
                  </a:solidFill>
                  <a:latin typeface="Montserrat" panose="00000500000000000000" pitchFamily="2" charset="0"/>
                </a:endParaRPr>
              </a:p>
            </p:txBody>
          </p:sp>
        </mc:Choice>
        <mc:Fallback>
          <p:sp>
            <p:nvSpPr>
              <p:cNvPr id="16" name="Google Shape;1040;p31">
                <a:extLst>
                  <a:ext uri="{FF2B5EF4-FFF2-40B4-BE49-F238E27FC236}">
                    <a16:creationId xmlns:a16="http://schemas.microsoft.com/office/drawing/2014/main" id="{033E73B2-0401-5A06-CB52-232184A0FD5A}"/>
                  </a:ext>
                </a:extLst>
              </p:cNvPr>
              <p:cNvSpPr txBox="1">
                <a:spLocks noRot="1" noChangeAspect="1" noMove="1" noResize="1" noEditPoints="1" noAdjustHandles="1" noChangeArrowheads="1" noChangeShapeType="1" noTextEdit="1"/>
              </p:cNvSpPr>
              <p:nvPr/>
            </p:nvSpPr>
            <p:spPr>
              <a:xfrm>
                <a:off x="5680254" y="3753501"/>
                <a:ext cx="2507038" cy="908495"/>
              </a:xfrm>
              <a:prstGeom prst="rect">
                <a:avLst/>
              </a:prstGeom>
              <a:blipFill>
                <a:blip r:embed="rId5"/>
                <a:stretch>
                  <a:fillRect l="-2190" t="-9396"/>
                </a:stretch>
              </a:blipFill>
            </p:spPr>
            <p:txBody>
              <a:bodyPr/>
              <a:lstStyle/>
              <a:p>
                <a:r>
                  <a:rPr lang="en-US">
                    <a:noFill/>
                  </a:rPr>
                  <a:t> </a:t>
                </a:r>
              </a:p>
            </p:txBody>
          </p:sp>
        </mc:Fallback>
      </mc:AlternateContent>
      <p:pic>
        <p:nvPicPr>
          <p:cNvPr id="18" name="Picture 17">
            <a:extLst>
              <a:ext uri="{FF2B5EF4-FFF2-40B4-BE49-F238E27FC236}">
                <a16:creationId xmlns:a16="http://schemas.microsoft.com/office/drawing/2014/main" id="{14FADED8-D5BB-2987-BC5B-53054F813AD8}"/>
              </a:ext>
            </a:extLst>
          </p:cNvPr>
          <p:cNvPicPr>
            <a:picLocks noChangeAspect="1"/>
          </p:cNvPicPr>
          <p:nvPr/>
        </p:nvPicPr>
        <p:blipFill>
          <a:blip r:embed="rId6"/>
          <a:srcRect/>
          <a:stretch/>
        </p:blipFill>
        <p:spPr>
          <a:xfrm>
            <a:off x="5680254" y="1806837"/>
            <a:ext cx="2507038" cy="1687524"/>
          </a:xfrm>
          <a:prstGeom prst="rect">
            <a:avLst/>
          </a:prstGeom>
          <a:ln w="28575">
            <a:solidFill>
              <a:schemeClr val="bg1"/>
            </a:solidFill>
          </a:ln>
        </p:spPr>
      </p:pic>
    </p:spTree>
    <p:extLst>
      <p:ext uri="{BB962C8B-B14F-4D97-AF65-F5344CB8AC3E}">
        <p14:creationId xmlns:p14="http://schemas.microsoft.com/office/powerpoint/2010/main" val="33715379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7" presetClass="entr" presetSubtype="0"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1000"/>
                                        <p:tgtEl>
                                          <p:spTgt spid="27"/>
                                        </p:tgtEl>
                                      </p:cBhvr>
                                    </p:animEffect>
                                    <p:anim calcmode="lin" valueType="num">
                                      <p:cBhvr>
                                        <p:cTn id="14" dur="1000" fill="hold"/>
                                        <p:tgtEl>
                                          <p:spTgt spid="27"/>
                                        </p:tgtEl>
                                        <p:attrNameLst>
                                          <p:attrName>ppt_x</p:attrName>
                                        </p:attrNameLst>
                                      </p:cBhvr>
                                      <p:tavLst>
                                        <p:tav tm="0">
                                          <p:val>
                                            <p:strVal val="#ppt_x"/>
                                          </p:val>
                                        </p:tav>
                                        <p:tav tm="100000">
                                          <p:val>
                                            <p:strVal val="#ppt_x"/>
                                          </p:val>
                                        </p:tav>
                                      </p:tavLst>
                                    </p:anim>
                                    <p:anim calcmode="lin" valueType="num">
                                      <p:cBhvr>
                                        <p:cTn id="15" dur="1000" fill="hold"/>
                                        <p:tgtEl>
                                          <p:spTgt spid="27"/>
                                        </p:tgtEl>
                                        <p:attrNameLst>
                                          <p:attrName>ppt_y</p:attrName>
                                        </p:attrNameLst>
                                      </p:cBhvr>
                                      <p:tavLst>
                                        <p:tav tm="0">
                                          <p:val>
                                            <p:strVal val="#ppt_y-.1"/>
                                          </p:val>
                                        </p:tav>
                                        <p:tav tm="100000">
                                          <p:val>
                                            <p:strVal val="#ppt_y"/>
                                          </p:val>
                                        </p:tav>
                                      </p:tavLst>
                                    </p:anim>
                                  </p:childTnLst>
                                </p:cTn>
                              </p:par>
                            </p:childTnLst>
                          </p:cTn>
                        </p:par>
                        <p:par>
                          <p:cTn id="16" fill="hold">
                            <p:stCondLst>
                              <p:cond delay="2000"/>
                            </p:stCondLst>
                            <p:childTnLst>
                              <p:par>
                                <p:cTn id="17" presetID="47" presetClass="entr" presetSubtype="0" fill="hold"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1000"/>
                                        <p:tgtEl>
                                          <p:spTgt spid="7"/>
                                        </p:tgtEl>
                                      </p:cBhvr>
                                    </p:animEffect>
                                    <p:anim calcmode="lin" valueType="num">
                                      <p:cBhvr>
                                        <p:cTn id="20" dur="1000" fill="hold"/>
                                        <p:tgtEl>
                                          <p:spTgt spid="7"/>
                                        </p:tgtEl>
                                        <p:attrNameLst>
                                          <p:attrName>ppt_x</p:attrName>
                                        </p:attrNameLst>
                                      </p:cBhvr>
                                      <p:tavLst>
                                        <p:tav tm="0">
                                          <p:val>
                                            <p:strVal val="#ppt_x"/>
                                          </p:val>
                                        </p:tav>
                                        <p:tav tm="100000">
                                          <p:val>
                                            <p:strVal val="#ppt_x"/>
                                          </p:val>
                                        </p:tav>
                                      </p:tavLst>
                                    </p:anim>
                                    <p:anim calcmode="lin" valueType="num">
                                      <p:cBhvr>
                                        <p:cTn id="21"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D9CACD86-84C0-B75C-0D0F-4355233A931F}"/>
            </a:ext>
          </a:extLst>
        </p:cNvPr>
        <p:cNvGrpSpPr/>
        <p:nvPr/>
      </p:nvGrpSpPr>
      <p:grpSpPr>
        <a:xfrm>
          <a:off x="0" y="0"/>
          <a:ext cx="0" cy="0"/>
          <a:chOff x="0" y="0"/>
          <a:chExt cx="0" cy="0"/>
        </a:xfrm>
      </p:grpSpPr>
      <p:sp>
        <p:nvSpPr>
          <p:cNvPr id="1034" name="Rectangle: Rounded Corners 1033">
            <a:extLst>
              <a:ext uri="{FF2B5EF4-FFF2-40B4-BE49-F238E27FC236}">
                <a16:creationId xmlns:a16="http://schemas.microsoft.com/office/drawing/2014/main" id="{D4BDCF0C-750D-B434-D5CF-77526E04AB80}"/>
              </a:ext>
            </a:extLst>
          </p:cNvPr>
          <p:cNvSpPr/>
          <p:nvPr/>
        </p:nvSpPr>
        <p:spPr>
          <a:xfrm>
            <a:off x="1836013" y="2972252"/>
            <a:ext cx="6829466" cy="1864513"/>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70EF1595-044C-EB48-58E7-9B3723590E35}"/>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FBAD4EEC-FD83-2AC3-056A-96ABCF3AA357}"/>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9C7EC4B7-6165-F195-D04D-4050FDAB86A7}"/>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483B8DE3-0E53-C4F0-2F8F-A421E8FB0C8B}"/>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92957779-4135-4379-F695-B8A0B5A00D6C}"/>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2A1B4954-A701-9E2B-811E-5CC0C1F2548B}"/>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373209CE-658C-2F06-6932-7FB89F85A7B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AB8EDAD1-949F-ADAB-12C1-7CC0E0597062}"/>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8437A863-0154-3979-1463-872FD8FB1A2E}"/>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B9599720-CDAD-1107-CAE3-5E15B3B3D974}"/>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672A0D1D-9452-A835-B64A-40ED6FBCA767}"/>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156D6326-D4B1-8BEE-A350-65BA07EABD79}"/>
              </a:ext>
            </a:extLst>
          </p:cNvPr>
          <p:cNvSpPr/>
          <p:nvPr/>
        </p:nvSpPr>
        <p:spPr>
          <a:xfrm>
            <a:off x="207707"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EE2E2854-BFDA-D670-A8B7-A82A732CD38E}"/>
              </a:ext>
            </a:extLst>
          </p:cNvPr>
          <p:cNvCxnSpPr>
            <a:cxnSpLocks/>
            <a:stCxn id="9" idx="4"/>
            <a:endCxn id="26" idx="0"/>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27">
            <a:extLst>
              <a:ext uri="{FF2B5EF4-FFF2-40B4-BE49-F238E27FC236}">
                <a16:creationId xmlns:a16="http://schemas.microsoft.com/office/drawing/2014/main" id="{2AB62795-2936-6D01-A91D-90F47453708B}"/>
              </a:ext>
            </a:extLst>
          </p:cNvPr>
          <p:cNvCxnSpPr>
            <a:cxnSpLocks/>
          </p:cNvCxnSpPr>
          <p:nvPr/>
        </p:nvCxnSpPr>
        <p:spPr>
          <a:xfrm flipH="1">
            <a:off x="973802"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D928B00-EC7A-DC85-A1CA-91F1AB8C56A4}"/>
              </a:ext>
            </a:extLst>
          </p:cNvPr>
          <p:cNvSpPr/>
          <p:nvPr/>
        </p:nvSpPr>
        <p:spPr>
          <a:xfrm>
            <a:off x="202314"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Straight Arrow Connector 9">
            <a:extLst>
              <a:ext uri="{FF2B5EF4-FFF2-40B4-BE49-F238E27FC236}">
                <a16:creationId xmlns:a16="http://schemas.microsoft.com/office/drawing/2014/main" id="{8BBF1135-C201-0BB9-5639-8FF721AC599A}"/>
              </a:ext>
            </a:extLst>
          </p:cNvPr>
          <p:cNvCxnSpPr>
            <a:cxnSpLocks/>
          </p:cNvCxnSpPr>
          <p:nvPr/>
        </p:nvCxnSpPr>
        <p:spPr>
          <a:xfrm flipH="1">
            <a:off x="970284"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ACB155BD-E8ED-612F-236B-4A980AF802A5}"/>
              </a:ext>
            </a:extLst>
          </p:cNvPr>
          <p:cNvSpPr/>
          <p:nvPr/>
        </p:nvSpPr>
        <p:spPr>
          <a:xfrm>
            <a:off x="2347815" y="871910"/>
            <a:ext cx="2749228" cy="853184"/>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Merge data to compute a combined histogram.</a:t>
            </a:r>
          </a:p>
        </p:txBody>
      </p:sp>
      <p:pic>
        <p:nvPicPr>
          <p:cNvPr id="20" name="Picture 19">
            <a:extLst>
              <a:ext uri="{FF2B5EF4-FFF2-40B4-BE49-F238E27FC236}">
                <a16:creationId xmlns:a16="http://schemas.microsoft.com/office/drawing/2014/main" id="{5E678B7F-E625-DE2F-D89C-E40E244AEC61}"/>
              </a:ext>
            </a:extLst>
          </p:cNvPr>
          <p:cNvPicPr>
            <a:picLocks noChangeAspect="1"/>
          </p:cNvPicPr>
          <p:nvPr/>
        </p:nvPicPr>
        <p:blipFill>
          <a:blip r:embed="rId3"/>
          <a:srcRect/>
          <a:stretch/>
        </p:blipFill>
        <p:spPr>
          <a:xfrm>
            <a:off x="2102074" y="2030651"/>
            <a:ext cx="6251392" cy="2500557"/>
          </a:xfrm>
          <a:prstGeom prst="rect">
            <a:avLst/>
          </a:prstGeom>
          <a:ln w="28575">
            <a:solidFill>
              <a:schemeClr val="bg1">
                <a:lumMod val="50000"/>
              </a:schemeClr>
            </a:solidFill>
          </a:ln>
        </p:spPr>
      </p:pic>
      <p:sp>
        <p:nvSpPr>
          <p:cNvPr id="22" name="Rectangle 21">
            <a:extLst>
              <a:ext uri="{FF2B5EF4-FFF2-40B4-BE49-F238E27FC236}">
                <a16:creationId xmlns:a16="http://schemas.microsoft.com/office/drawing/2014/main" id="{DFDDE10F-B2A7-1E87-B5D5-0A4A07C0C3D6}"/>
              </a:ext>
            </a:extLst>
          </p:cNvPr>
          <p:cNvSpPr/>
          <p:nvPr/>
        </p:nvSpPr>
        <p:spPr>
          <a:xfrm>
            <a:off x="5421572" y="871910"/>
            <a:ext cx="2749227" cy="85318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Apply a smoothing filter to the histogram.</a:t>
            </a:r>
          </a:p>
        </p:txBody>
      </p:sp>
      <p:cxnSp>
        <p:nvCxnSpPr>
          <p:cNvPr id="24" name="Straight Arrow Connector 7">
            <a:extLst>
              <a:ext uri="{FF2B5EF4-FFF2-40B4-BE49-F238E27FC236}">
                <a16:creationId xmlns:a16="http://schemas.microsoft.com/office/drawing/2014/main" id="{03CEB09B-C7D4-C731-6D1A-0E069E568DCD}"/>
              </a:ext>
            </a:extLst>
          </p:cNvPr>
          <p:cNvCxnSpPr>
            <a:cxnSpLocks/>
            <a:stCxn id="17" idx="3"/>
            <a:endCxn id="22" idx="1"/>
          </p:cNvCxnSpPr>
          <p:nvPr/>
        </p:nvCxnSpPr>
        <p:spPr>
          <a:xfrm>
            <a:off x="5097043" y="1298502"/>
            <a:ext cx="324529" cy="0"/>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ctor: Curved 28">
            <a:extLst>
              <a:ext uri="{FF2B5EF4-FFF2-40B4-BE49-F238E27FC236}">
                <a16:creationId xmlns:a16="http://schemas.microsoft.com/office/drawing/2014/main" id="{C966B800-3B70-1C6D-072D-A2821A7C8BB6}"/>
              </a:ext>
            </a:extLst>
          </p:cNvPr>
          <p:cNvCxnSpPr>
            <a:cxnSpLocks/>
          </p:cNvCxnSpPr>
          <p:nvPr/>
        </p:nvCxnSpPr>
        <p:spPr>
          <a:xfrm rot="10800000" flipV="1">
            <a:off x="2672768" y="2664657"/>
            <a:ext cx="691376" cy="439866"/>
          </a:xfrm>
          <a:prstGeom prst="curvedConnector3">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25" name="Connector: Curved 1024">
            <a:extLst>
              <a:ext uri="{FF2B5EF4-FFF2-40B4-BE49-F238E27FC236}">
                <a16:creationId xmlns:a16="http://schemas.microsoft.com/office/drawing/2014/main" id="{07C7F881-B4AE-1F19-BFB5-CEFCEA9E1DC7}"/>
              </a:ext>
            </a:extLst>
          </p:cNvPr>
          <p:cNvCxnSpPr>
            <a:cxnSpLocks/>
          </p:cNvCxnSpPr>
          <p:nvPr/>
        </p:nvCxnSpPr>
        <p:spPr>
          <a:xfrm rot="16200000" flipH="1">
            <a:off x="5452246" y="3147660"/>
            <a:ext cx="425155" cy="74340"/>
          </a:xfrm>
          <a:prstGeom prst="curvedConnector3">
            <a:avLst>
              <a:gd name="adj1" fmla="val 50000"/>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56864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7" presetClass="entr" presetSubtype="0"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1000"/>
                                        <p:tgtEl>
                                          <p:spTgt spid="27"/>
                                        </p:tgtEl>
                                      </p:cBhvr>
                                    </p:animEffect>
                                    <p:anim calcmode="lin" valueType="num">
                                      <p:cBhvr>
                                        <p:cTn id="14" dur="1000" fill="hold"/>
                                        <p:tgtEl>
                                          <p:spTgt spid="27"/>
                                        </p:tgtEl>
                                        <p:attrNameLst>
                                          <p:attrName>ppt_x</p:attrName>
                                        </p:attrNameLst>
                                      </p:cBhvr>
                                      <p:tavLst>
                                        <p:tav tm="0">
                                          <p:val>
                                            <p:strVal val="#ppt_x"/>
                                          </p:val>
                                        </p:tav>
                                        <p:tav tm="100000">
                                          <p:val>
                                            <p:strVal val="#ppt_x"/>
                                          </p:val>
                                        </p:tav>
                                      </p:tavLst>
                                    </p:anim>
                                    <p:anim calcmode="lin" valueType="num">
                                      <p:cBhvr>
                                        <p:cTn id="15" dur="1000" fill="hold"/>
                                        <p:tgtEl>
                                          <p:spTgt spid="27"/>
                                        </p:tgtEl>
                                        <p:attrNameLst>
                                          <p:attrName>ppt_y</p:attrName>
                                        </p:attrNameLst>
                                      </p:cBhvr>
                                      <p:tavLst>
                                        <p:tav tm="0">
                                          <p:val>
                                            <p:strVal val="#ppt_y-.1"/>
                                          </p:val>
                                        </p:tav>
                                        <p:tav tm="100000">
                                          <p:val>
                                            <p:strVal val="#ppt_y"/>
                                          </p:val>
                                        </p:tav>
                                      </p:tavLst>
                                    </p:anim>
                                  </p:childTnLst>
                                </p:cTn>
                              </p:par>
                            </p:childTnLst>
                          </p:cTn>
                        </p:par>
                        <p:par>
                          <p:cTn id="16" fill="hold">
                            <p:stCondLst>
                              <p:cond delay="2000"/>
                            </p:stCondLst>
                            <p:childTnLst>
                              <p:par>
                                <p:cTn id="17" presetID="47" presetClass="entr" presetSubtype="0" fill="hold"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1000"/>
                                        <p:tgtEl>
                                          <p:spTgt spid="7"/>
                                        </p:tgtEl>
                                      </p:cBhvr>
                                    </p:animEffect>
                                    <p:anim calcmode="lin" valueType="num">
                                      <p:cBhvr>
                                        <p:cTn id="20" dur="1000" fill="hold"/>
                                        <p:tgtEl>
                                          <p:spTgt spid="7"/>
                                        </p:tgtEl>
                                        <p:attrNameLst>
                                          <p:attrName>ppt_x</p:attrName>
                                        </p:attrNameLst>
                                      </p:cBhvr>
                                      <p:tavLst>
                                        <p:tav tm="0">
                                          <p:val>
                                            <p:strVal val="#ppt_x"/>
                                          </p:val>
                                        </p:tav>
                                        <p:tav tm="100000">
                                          <p:val>
                                            <p:strVal val="#ppt_x"/>
                                          </p:val>
                                        </p:tav>
                                      </p:tavLst>
                                    </p:anim>
                                    <p:anim calcmode="lin" valueType="num">
                                      <p:cBhvr>
                                        <p:cTn id="21" dur="1000" fill="hold"/>
                                        <p:tgtEl>
                                          <p:spTgt spid="7"/>
                                        </p:tgtEl>
                                        <p:attrNameLst>
                                          <p:attrName>ppt_y</p:attrName>
                                        </p:attrNameLst>
                                      </p:cBhvr>
                                      <p:tavLst>
                                        <p:tav tm="0">
                                          <p:val>
                                            <p:strVal val="#ppt_y-.1"/>
                                          </p:val>
                                        </p:tav>
                                        <p:tav tm="100000">
                                          <p:val>
                                            <p:strVal val="#ppt_y"/>
                                          </p:val>
                                        </p:tav>
                                      </p:tavLst>
                                    </p:anim>
                                  </p:childTnLst>
                                </p:cTn>
                              </p:par>
                            </p:childTnLst>
                          </p:cTn>
                        </p:par>
                        <p:par>
                          <p:cTn id="22" fill="hold">
                            <p:stCondLst>
                              <p:cond delay="3000"/>
                            </p:stCondLst>
                            <p:childTnLst>
                              <p:par>
                                <p:cTn id="23" presetID="47" presetClass="entr" presetSubtype="0" fill="hold"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1000"/>
                                        <p:tgtEl>
                                          <p:spTgt spid="10"/>
                                        </p:tgtEl>
                                      </p:cBhvr>
                                    </p:animEffect>
                                    <p:anim calcmode="lin" valueType="num">
                                      <p:cBhvr>
                                        <p:cTn id="26" dur="1000" fill="hold"/>
                                        <p:tgtEl>
                                          <p:spTgt spid="10"/>
                                        </p:tgtEl>
                                        <p:attrNameLst>
                                          <p:attrName>ppt_x</p:attrName>
                                        </p:attrNameLst>
                                      </p:cBhvr>
                                      <p:tavLst>
                                        <p:tav tm="0">
                                          <p:val>
                                            <p:strVal val="#ppt_x"/>
                                          </p:val>
                                        </p:tav>
                                        <p:tav tm="100000">
                                          <p:val>
                                            <p:strVal val="#ppt_x"/>
                                          </p:val>
                                        </p:tav>
                                      </p:tavLst>
                                    </p:anim>
                                    <p:anim calcmode="lin" valueType="num">
                                      <p:cBhvr>
                                        <p:cTn id="27"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995E6A3F-447F-8DA9-73C6-7461E8BE5F0D}"/>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7AA1B9BD-BFA4-ECDA-8E72-6085C05AD64F}"/>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276AA00E-73B5-11D3-85A8-C3C8F4EE7B6F}"/>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31B18954-3E19-5082-BECC-CEBEFDF30871}"/>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60B7A544-47BB-FDB2-23A1-A01E52DB23BF}"/>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AA1E64CF-F209-3B6B-A295-366C60CCADF7}"/>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7AFC4A20-51E8-726C-FDFE-36703FE7BC28}"/>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B6349101-BAC0-B5F9-C965-A3079E44BAB2}"/>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CB007001-AE53-1C43-2699-CB8E596B6D94}"/>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734BAF78-594E-E424-5359-8120079B19B6}"/>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1AAAC33A-1A3A-97EB-E08E-35DD77F5B66A}"/>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3FE1A831-90B2-D660-2C3A-69C395E96BED}"/>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22FD9885-D590-873F-6059-7D14EFC5CABB}"/>
              </a:ext>
            </a:extLst>
          </p:cNvPr>
          <p:cNvSpPr/>
          <p:nvPr/>
        </p:nvSpPr>
        <p:spPr>
          <a:xfrm>
            <a:off x="207707"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67260778-862F-8F54-4949-B8CB72CF344E}"/>
              </a:ext>
            </a:extLst>
          </p:cNvPr>
          <p:cNvCxnSpPr>
            <a:cxnSpLocks/>
            <a:stCxn id="9" idx="4"/>
            <a:endCxn id="26" idx="0"/>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27">
            <a:extLst>
              <a:ext uri="{FF2B5EF4-FFF2-40B4-BE49-F238E27FC236}">
                <a16:creationId xmlns:a16="http://schemas.microsoft.com/office/drawing/2014/main" id="{9387DBA0-A3A0-91D6-4CE7-8ECC0809AD81}"/>
              </a:ext>
            </a:extLst>
          </p:cNvPr>
          <p:cNvCxnSpPr>
            <a:cxnSpLocks/>
          </p:cNvCxnSpPr>
          <p:nvPr/>
        </p:nvCxnSpPr>
        <p:spPr>
          <a:xfrm flipH="1">
            <a:off x="973802"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8A62DDE9-AE3D-FD49-6299-57ED714C609E}"/>
              </a:ext>
            </a:extLst>
          </p:cNvPr>
          <p:cNvSpPr/>
          <p:nvPr/>
        </p:nvSpPr>
        <p:spPr>
          <a:xfrm>
            <a:off x="202314"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Straight Arrow Connector 9">
            <a:extLst>
              <a:ext uri="{FF2B5EF4-FFF2-40B4-BE49-F238E27FC236}">
                <a16:creationId xmlns:a16="http://schemas.microsoft.com/office/drawing/2014/main" id="{1A3CC69B-8130-3928-713D-47BC6434DB49}"/>
              </a:ext>
            </a:extLst>
          </p:cNvPr>
          <p:cNvCxnSpPr>
            <a:cxnSpLocks/>
          </p:cNvCxnSpPr>
          <p:nvPr/>
        </p:nvCxnSpPr>
        <p:spPr>
          <a:xfrm flipH="1">
            <a:off x="970284"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9F6DEF1A-5F50-578D-AFD0-6826753391AC}"/>
              </a:ext>
            </a:extLst>
          </p:cNvPr>
          <p:cNvSpPr/>
          <p:nvPr/>
        </p:nvSpPr>
        <p:spPr>
          <a:xfrm>
            <a:off x="18988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5" name="Rectangle 4">
            <a:extLst>
              <a:ext uri="{FF2B5EF4-FFF2-40B4-BE49-F238E27FC236}">
                <a16:creationId xmlns:a16="http://schemas.microsoft.com/office/drawing/2014/main" id="{C975EDB1-1BA5-495D-8EAE-A6E7606F799D}"/>
              </a:ext>
            </a:extLst>
          </p:cNvPr>
          <p:cNvSpPr/>
          <p:nvPr/>
        </p:nvSpPr>
        <p:spPr>
          <a:xfrm>
            <a:off x="2061060" y="4385073"/>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8" name="Straight Arrow Connector 7">
            <a:extLst>
              <a:ext uri="{FF2B5EF4-FFF2-40B4-BE49-F238E27FC236}">
                <a16:creationId xmlns:a16="http://schemas.microsoft.com/office/drawing/2014/main" id="{87DA8B5F-573F-5E6E-6BF8-ECAECDA9593B}"/>
              </a:ext>
            </a:extLst>
          </p:cNvPr>
          <p:cNvCxnSpPr>
            <a:cxnSpLocks/>
            <a:endCxn id="5" idx="1"/>
          </p:cNvCxnSpPr>
          <p:nvPr/>
        </p:nvCxnSpPr>
        <p:spPr>
          <a:xfrm>
            <a:off x="1750683" y="4640332"/>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16868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0">
        <p159:morph option="byObject"/>
      </p:transition>
    </mc:Choice>
    <mc:Fallback>
      <p:transition spd="slow" advClick="0" advTm="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3F59A2AD-6B4B-226C-FC54-D056B5625E99}"/>
            </a:ext>
          </a:extLst>
        </p:cNvPr>
        <p:cNvGrpSpPr/>
        <p:nvPr/>
      </p:nvGrpSpPr>
      <p:grpSpPr>
        <a:xfrm>
          <a:off x="0" y="0"/>
          <a:ext cx="0" cy="0"/>
          <a:chOff x="0" y="0"/>
          <a:chExt cx="0" cy="0"/>
        </a:xfrm>
      </p:grpSpPr>
      <p:sp>
        <p:nvSpPr>
          <p:cNvPr id="1035" name="Rectangle: Rounded Corners 1034">
            <a:extLst>
              <a:ext uri="{FF2B5EF4-FFF2-40B4-BE49-F238E27FC236}">
                <a16:creationId xmlns:a16="http://schemas.microsoft.com/office/drawing/2014/main" id="{2C3C9BFC-E239-0BFE-F44C-DE900A9FFDF2}"/>
              </a:ext>
            </a:extLst>
          </p:cNvPr>
          <p:cNvSpPr/>
          <p:nvPr/>
        </p:nvSpPr>
        <p:spPr>
          <a:xfrm>
            <a:off x="1524000" y="2967835"/>
            <a:ext cx="6829466"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C8F145AF-4031-4AEE-60D9-735C60D9A547}"/>
              </a:ext>
            </a:extLst>
          </p:cNvPr>
          <p:cNvSpPr/>
          <p:nvPr/>
        </p:nvSpPr>
        <p:spPr>
          <a:xfrm>
            <a:off x="-1235771"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A125CEEC-D17E-479E-C933-1BE3F727CF08}"/>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0B7245F3-4653-6315-62F2-48C14ADAA993}"/>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06DE7B0B-32B9-8B64-BE82-6B04FCF8B666}"/>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28A64BA3-81DE-7820-A2A5-52F2F1DAF9D5}"/>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F67DED6A-442E-C883-F543-7A4F072BFD8D}"/>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4194D378-CBAE-88F4-CAA9-E4F6F5A5DB8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687662AE-949F-DC21-2F3B-A85AC5F74349}"/>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C0185773-C0F6-EC76-DAFA-409BB16D455B}"/>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5FA0759E-EDB3-2D08-7D3C-446157F12A59}"/>
              </a:ext>
            </a:extLst>
          </p:cNvPr>
          <p:cNvSpPr/>
          <p:nvPr/>
        </p:nvSpPr>
        <p:spPr>
          <a:xfrm>
            <a:off x="-1652802"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666838D1-9592-9E8B-3A4B-119ADA16D25A}"/>
              </a:ext>
            </a:extLst>
          </p:cNvPr>
          <p:cNvCxnSpPr>
            <a:cxnSpLocks/>
            <a:stCxn id="4" idx="4"/>
            <a:endCxn id="9" idx="0"/>
          </p:cNvCxnSpPr>
          <p:nvPr/>
        </p:nvCxnSpPr>
        <p:spPr>
          <a:xfrm flipH="1">
            <a:off x="-875319"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4D157BEA-18BF-3CFC-69DE-07F4EDBBC54D}"/>
              </a:ext>
            </a:extLst>
          </p:cNvPr>
          <p:cNvSpPr/>
          <p:nvPr/>
        </p:nvSpPr>
        <p:spPr>
          <a:xfrm>
            <a:off x="-1640813"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B9B8162B-3576-75A5-95A5-1AA860741F2E}"/>
              </a:ext>
            </a:extLst>
          </p:cNvPr>
          <p:cNvCxnSpPr>
            <a:cxnSpLocks/>
            <a:stCxn id="9" idx="4"/>
            <a:endCxn id="26" idx="0"/>
          </p:cNvCxnSpPr>
          <p:nvPr/>
        </p:nvCxnSpPr>
        <p:spPr>
          <a:xfrm>
            <a:off x="-875319"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27">
            <a:extLst>
              <a:ext uri="{FF2B5EF4-FFF2-40B4-BE49-F238E27FC236}">
                <a16:creationId xmlns:a16="http://schemas.microsoft.com/office/drawing/2014/main" id="{60897FDA-3572-564B-D677-3D0DDE5C9D16}"/>
              </a:ext>
            </a:extLst>
          </p:cNvPr>
          <p:cNvCxnSpPr>
            <a:cxnSpLocks/>
          </p:cNvCxnSpPr>
          <p:nvPr/>
        </p:nvCxnSpPr>
        <p:spPr>
          <a:xfrm flipH="1">
            <a:off x="-874718"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FE8AB7D2-B6AC-583F-D695-6E297C5C2405}"/>
              </a:ext>
            </a:extLst>
          </p:cNvPr>
          <p:cNvSpPr/>
          <p:nvPr/>
        </p:nvSpPr>
        <p:spPr>
          <a:xfrm>
            <a:off x="-1646206"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Straight Arrow Connector 9">
            <a:extLst>
              <a:ext uri="{FF2B5EF4-FFF2-40B4-BE49-F238E27FC236}">
                <a16:creationId xmlns:a16="http://schemas.microsoft.com/office/drawing/2014/main" id="{5E4AACAB-2E21-C4F4-0F15-15068D91B68B}"/>
              </a:ext>
            </a:extLst>
          </p:cNvPr>
          <p:cNvCxnSpPr>
            <a:cxnSpLocks/>
          </p:cNvCxnSpPr>
          <p:nvPr/>
        </p:nvCxnSpPr>
        <p:spPr>
          <a:xfrm flipH="1">
            <a:off x="-878236"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78FA93D2-854F-8475-5720-9891B27702E9}"/>
              </a:ext>
            </a:extLst>
          </p:cNvPr>
          <p:cNvPicPr>
            <a:picLocks noChangeAspect="1"/>
          </p:cNvPicPr>
          <p:nvPr/>
        </p:nvPicPr>
        <p:blipFill>
          <a:blip r:embed="rId3"/>
          <a:srcRect/>
          <a:stretch/>
        </p:blipFill>
        <p:spPr>
          <a:xfrm>
            <a:off x="1770761" y="2062493"/>
            <a:ext cx="7160699" cy="2864280"/>
          </a:xfrm>
          <a:prstGeom prst="rect">
            <a:avLst/>
          </a:prstGeom>
          <a:ln w="28575">
            <a:solidFill>
              <a:schemeClr val="bg1">
                <a:lumMod val="50000"/>
              </a:schemeClr>
            </a:solidFill>
          </a:ln>
        </p:spPr>
      </p:pic>
      <p:cxnSp>
        <p:nvCxnSpPr>
          <p:cNvPr id="1025" name="Connector: Curved 1024">
            <a:extLst>
              <a:ext uri="{FF2B5EF4-FFF2-40B4-BE49-F238E27FC236}">
                <a16:creationId xmlns:a16="http://schemas.microsoft.com/office/drawing/2014/main" id="{020CC4BF-5B77-3B42-A61A-3BC1437CCCA2}"/>
              </a:ext>
            </a:extLst>
          </p:cNvPr>
          <p:cNvCxnSpPr>
            <a:cxnSpLocks/>
          </p:cNvCxnSpPr>
          <p:nvPr/>
        </p:nvCxnSpPr>
        <p:spPr>
          <a:xfrm rot="16200000" flipH="1">
            <a:off x="2020873" y="2406351"/>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0CB3E866-207D-4DD1-F951-495AB342C045}"/>
              </a:ext>
            </a:extLst>
          </p:cNvPr>
          <p:cNvSpPr/>
          <p:nvPr/>
        </p:nvSpPr>
        <p:spPr>
          <a:xfrm>
            <a:off x="-165863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2" name="Rectangle 11">
            <a:extLst>
              <a:ext uri="{FF2B5EF4-FFF2-40B4-BE49-F238E27FC236}">
                <a16:creationId xmlns:a16="http://schemas.microsoft.com/office/drawing/2014/main" id="{0E8092EB-43CE-5265-74F5-CF9ABEC56E20}"/>
              </a:ext>
            </a:extLst>
          </p:cNvPr>
          <p:cNvSpPr/>
          <p:nvPr/>
        </p:nvSpPr>
        <p:spPr>
          <a:xfrm>
            <a:off x="212540" y="4385073"/>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 name="Straight Arrow Connector 7">
            <a:extLst>
              <a:ext uri="{FF2B5EF4-FFF2-40B4-BE49-F238E27FC236}">
                <a16:creationId xmlns:a16="http://schemas.microsoft.com/office/drawing/2014/main" id="{F7C817CB-BD85-418D-5332-988B4C35E4F9}"/>
              </a:ext>
            </a:extLst>
          </p:cNvPr>
          <p:cNvCxnSpPr>
            <a:cxnSpLocks/>
            <a:endCxn id="12" idx="1"/>
          </p:cNvCxnSpPr>
          <p:nvPr/>
        </p:nvCxnSpPr>
        <p:spPr>
          <a:xfrm>
            <a:off x="-97837" y="4640332"/>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5B3CBC7-451D-237E-528B-47F808998BEE}"/>
              </a:ext>
            </a:extLst>
          </p:cNvPr>
          <p:cNvCxnSpPr>
            <a:cxnSpLocks/>
            <a:stCxn id="12" idx="0"/>
          </p:cNvCxnSpPr>
          <p:nvPr/>
        </p:nvCxnSpPr>
        <p:spPr>
          <a:xfrm flipH="1" flipV="1">
            <a:off x="903401" y="4000229"/>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3AA3A210-D3D0-A45C-1E98-0A9EB22E418E}"/>
              </a:ext>
            </a:extLst>
          </p:cNvPr>
          <p:cNvSpPr/>
          <p:nvPr/>
        </p:nvSpPr>
        <p:spPr>
          <a:xfrm>
            <a:off x="3734823" y="825909"/>
            <a:ext cx="2643630" cy="93146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Find two local maxima peaks (M1 and M2).</a:t>
            </a:r>
          </a:p>
        </p:txBody>
      </p:sp>
      <p:cxnSp>
        <p:nvCxnSpPr>
          <p:cNvPr id="30" name="Connector: Curved 29">
            <a:extLst>
              <a:ext uri="{FF2B5EF4-FFF2-40B4-BE49-F238E27FC236}">
                <a16:creationId xmlns:a16="http://schemas.microsoft.com/office/drawing/2014/main" id="{7EA4A336-B849-8556-8C33-2B3E961926CA}"/>
              </a:ext>
            </a:extLst>
          </p:cNvPr>
          <p:cNvCxnSpPr>
            <a:cxnSpLocks/>
          </p:cNvCxnSpPr>
          <p:nvPr/>
        </p:nvCxnSpPr>
        <p:spPr>
          <a:xfrm rot="10800000" flipV="1">
            <a:off x="2549018" y="2689859"/>
            <a:ext cx="247522" cy="194731"/>
          </a:xfrm>
          <a:prstGeom prst="curvedConnector3">
            <a:avLst>
              <a:gd name="adj1" fmla="val 6901"/>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31" name="Connector: Curved 1030">
            <a:extLst>
              <a:ext uri="{FF2B5EF4-FFF2-40B4-BE49-F238E27FC236}">
                <a16:creationId xmlns:a16="http://schemas.microsoft.com/office/drawing/2014/main" id="{2BFEAD1F-F2D0-1017-FD2E-1AC060339A4B}"/>
              </a:ext>
            </a:extLst>
          </p:cNvPr>
          <p:cNvCxnSpPr>
            <a:cxnSpLocks/>
          </p:cNvCxnSpPr>
          <p:nvPr/>
        </p:nvCxnSpPr>
        <p:spPr>
          <a:xfrm rot="16200000" flipH="1">
            <a:off x="5830873" y="2477052"/>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32" name="Connector: Curved 1031">
            <a:extLst>
              <a:ext uri="{FF2B5EF4-FFF2-40B4-BE49-F238E27FC236}">
                <a16:creationId xmlns:a16="http://schemas.microsoft.com/office/drawing/2014/main" id="{1EA8E95F-58F7-9306-9ABF-E5DA1B078B75}"/>
              </a:ext>
            </a:extLst>
          </p:cNvPr>
          <p:cNvCxnSpPr>
            <a:cxnSpLocks/>
          </p:cNvCxnSpPr>
          <p:nvPr/>
        </p:nvCxnSpPr>
        <p:spPr>
          <a:xfrm rot="10800000" flipV="1">
            <a:off x="6225198" y="2448142"/>
            <a:ext cx="247522" cy="194731"/>
          </a:xfrm>
          <a:prstGeom prst="curvedConnector3">
            <a:avLst>
              <a:gd name="adj1" fmla="val 6901"/>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13434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3CE6910F-909D-B159-5EE7-35418D0E2CEC}"/>
            </a:ext>
          </a:extLst>
        </p:cNvPr>
        <p:cNvGrpSpPr/>
        <p:nvPr/>
      </p:nvGrpSpPr>
      <p:grpSpPr>
        <a:xfrm>
          <a:off x="0" y="0"/>
          <a:ext cx="0" cy="0"/>
          <a:chOff x="0" y="0"/>
          <a:chExt cx="0" cy="0"/>
        </a:xfrm>
      </p:grpSpPr>
      <p:sp>
        <p:nvSpPr>
          <p:cNvPr id="1035" name="Rectangle: Rounded Corners 1034">
            <a:extLst>
              <a:ext uri="{FF2B5EF4-FFF2-40B4-BE49-F238E27FC236}">
                <a16:creationId xmlns:a16="http://schemas.microsoft.com/office/drawing/2014/main" id="{E2A07D6D-62F8-2E01-9F2D-C312263126E0}"/>
              </a:ext>
            </a:extLst>
          </p:cNvPr>
          <p:cNvSpPr/>
          <p:nvPr/>
        </p:nvSpPr>
        <p:spPr>
          <a:xfrm>
            <a:off x="6030955" y="981857"/>
            <a:ext cx="2514696" cy="933417"/>
          </a:xfrm>
          <a:prstGeom prst="roundRect">
            <a:avLst>
              <a:gd name="adj" fmla="val 20933"/>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0333A77A-A362-B186-3CBC-A482023D2AD3}"/>
              </a:ext>
            </a:extLst>
          </p:cNvPr>
          <p:cNvSpPr/>
          <p:nvPr/>
        </p:nvSpPr>
        <p:spPr>
          <a:xfrm>
            <a:off x="-1235771"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87FFD263-0DF4-FB6A-E39B-855748BF1F05}"/>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E799AC68-626B-0256-4407-C60ED3A60805}"/>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DB67C83C-319B-5291-6193-1808E889A43F}"/>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C13011E0-DE36-A128-1285-E3724D96A261}"/>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14EB9AFF-03F8-CA42-1CFD-C0607C418711}"/>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941C43A2-F101-E3FE-62EB-93400AF8246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64FD0F32-AFB3-6942-47DE-E34B92B22776}"/>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BC0C76BC-279E-2D83-1254-F21F31BE8DE5}"/>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EAD47421-4BE8-248A-6832-EC61196907EC}"/>
              </a:ext>
            </a:extLst>
          </p:cNvPr>
          <p:cNvSpPr/>
          <p:nvPr/>
        </p:nvSpPr>
        <p:spPr>
          <a:xfrm>
            <a:off x="-1652802"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A856D3E6-BFA3-291B-EC10-9353D6080AC2}"/>
              </a:ext>
            </a:extLst>
          </p:cNvPr>
          <p:cNvCxnSpPr>
            <a:cxnSpLocks/>
            <a:stCxn id="4" idx="4"/>
            <a:endCxn id="9" idx="0"/>
          </p:cNvCxnSpPr>
          <p:nvPr/>
        </p:nvCxnSpPr>
        <p:spPr>
          <a:xfrm flipH="1">
            <a:off x="-875319"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FD4ED33E-DDD4-2492-03E6-2F3577113A1F}"/>
              </a:ext>
            </a:extLst>
          </p:cNvPr>
          <p:cNvSpPr/>
          <p:nvPr/>
        </p:nvSpPr>
        <p:spPr>
          <a:xfrm>
            <a:off x="-1640813"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B33D7295-AED0-FE98-A08C-3D872EB895CA}"/>
              </a:ext>
            </a:extLst>
          </p:cNvPr>
          <p:cNvCxnSpPr>
            <a:cxnSpLocks/>
            <a:stCxn id="9" idx="4"/>
            <a:endCxn id="26" idx="0"/>
          </p:cNvCxnSpPr>
          <p:nvPr/>
        </p:nvCxnSpPr>
        <p:spPr>
          <a:xfrm>
            <a:off x="-875319"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11">
            <a:extLst>
              <a:ext uri="{FF2B5EF4-FFF2-40B4-BE49-F238E27FC236}">
                <a16:creationId xmlns:a16="http://schemas.microsoft.com/office/drawing/2014/main" id="{DF64C152-3D2A-F452-6AD0-CF83DA13C5D3}"/>
              </a:ext>
            </a:extLst>
          </p:cNvPr>
          <p:cNvCxnSpPr>
            <a:cxnSpLocks/>
          </p:cNvCxnSpPr>
          <p:nvPr/>
        </p:nvCxnSpPr>
        <p:spPr>
          <a:xfrm flipH="1">
            <a:off x="-874718"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429449D1-973B-A4D5-70FE-55DAD128604E}"/>
              </a:ext>
            </a:extLst>
          </p:cNvPr>
          <p:cNvSpPr/>
          <p:nvPr/>
        </p:nvSpPr>
        <p:spPr>
          <a:xfrm>
            <a:off x="-1646206"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6">
            <a:extLst>
              <a:ext uri="{FF2B5EF4-FFF2-40B4-BE49-F238E27FC236}">
                <a16:creationId xmlns:a16="http://schemas.microsoft.com/office/drawing/2014/main" id="{E68F4B88-88A1-CE16-9A75-4116239CA1F5}"/>
              </a:ext>
            </a:extLst>
          </p:cNvPr>
          <p:cNvCxnSpPr>
            <a:cxnSpLocks/>
          </p:cNvCxnSpPr>
          <p:nvPr/>
        </p:nvCxnSpPr>
        <p:spPr>
          <a:xfrm flipH="1">
            <a:off x="-878236"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0DB7D1C9-D06B-8861-81E8-C3489E8DEDFB}"/>
              </a:ext>
            </a:extLst>
          </p:cNvPr>
          <p:cNvPicPr>
            <a:picLocks noChangeAspect="1"/>
          </p:cNvPicPr>
          <p:nvPr/>
        </p:nvPicPr>
        <p:blipFill>
          <a:blip r:embed="rId3"/>
          <a:srcRect/>
          <a:stretch/>
        </p:blipFill>
        <p:spPr>
          <a:xfrm>
            <a:off x="1770761" y="2062493"/>
            <a:ext cx="7160699" cy="2864280"/>
          </a:xfrm>
          <a:prstGeom prst="rect">
            <a:avLst/>
          </a:prstGeom>
          <a:ln w="28575">
            <a:solidFill>
              <a:schemeClr val="bg1">
                <a:lumMod val="50000"/>
              </a:schemeClr>
            </a:solidFill>
          </a:ln>
        </p:spPr>
      </p:pic>
      <p:cxnSp>
        <p:nvCxnSpPr>
          <p:cNvPr id="1025" name="Connector: Curved 1024">
            <a:extLst>
              <a:ext uri="{FF2B5EF4-FFF2-40B4-BE49-F238E27FC236}">
                <a16:creationId xmlns:a16="http://schemas.microsoft.com/office/drawing/2014/main" id="{8B426C2B-A673-E0CA-CAEC-99304FC42965}"/>
              </a:ext>
            </a:extLst>
          </p:cNvPr>
          <p:cNvCxnSpPr>
            <a:cxnSpLocks/>
          </p:cNvCxnSpPr>
          <p:nvPr/>
        </p:nvCxnSpPr>
        <p:spPr>
          <a:xfrm rot="16200000" flipH="1">
            <a:off x="2089453" y="2131807"/>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70A03C60-3380-9ADC-6C9C-BFC5132552FE}"/>
              </a:ext>
            </a:extLst>
          </p:cNvPr>
          <p:cNvSpPr/>
          <p:nvPr/>
        </p:nvSpPr>
        <p:spPr>
          <a:xfrm>
            <a:off x="-165863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2" name="Rectangle 11">
            <a:extLst>
              <a:ext uri="{FF2B5EF4-FFF2-40B4-BE49-F238E27FC236}">
                <a16:creationId xmlns:a16="http://schemas.microsoft.com/office/drawing/2014/main" id="{85D227AD-0276-03B1-A4BA-024840CF2676}"/>
              </a:ext>
            </a:extLst>
          </p:cNvPr>
          <p:cNvSpPr/>
          <p:nvPr/>
        </p:nvSpPr>
        <p:spPr>
          <a:xfrm>
            <a:off x="203629" y="4377226"/>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 name="!!7">
            <a:extLst>
              <a:ext uri="{FF2B5EF4-FFF2-40B4-BE49-F238E27FC236}">
                <a16:creationId xmlns:a16="http://schemas.microsoft.com/office/drawing/2014/main" id="{84B6D5D4-0048-415D-AC76-76402F1D571C}"/>
              </a:ext>
            </a:extLst>
          </p:cNvPr>
          <p:cNvCxnSpPr>
            <a:cxnSpLocks/>
            <a:endCxn id="12" idx="1"/>
          </p:cNvCxnSpPr>
          <p:nvPr/>
        </p:nvCxnSpPr>
        <p:spPr>
          <a:xfrm>
            <a:off x="-106748" y="4632485"/>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9">
            <a:extLst>
              <a:ext uri="{FF2B5EF4-FFF2-40B4-BE49-F238E27FC236}">
                <a16:creationId xmlns:a16="http://schemas.microsoft.com/office/drawing/2014/main" id="{8DD7EF70-58FA-AFB8-C06E-B2F5C839350C}"/>
              </a:ext>
            </a:extLst>
          </p:cNvPr>
          <p:cNvCxnSpPr>
            <a:cxnSpLocks/>
            <a:stCxn id="12" idx="0"/>
          </p:cNvCxnSpPr>
          <p:nvPr/>
        </p:nvCxnSpPr>
        <p:spPr>
          <a:xfrm flipH="1" flipV="1">
            <a:off x="894490" y="3992382"/>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32" name="Connector: Curved 1031">
            <a:extLst>
              <a:ext uri="{FF2B5EF4-FFF2-40B4-BE49-F238E27FC236}">
                <a16:creationId xmlns:a16="http://schemas.microsoft.com/office/drawing/2014/main" id="{9E5DB5EB-C5DC-BB63-1FD8-C07006D4626C}"/>
              </a:ext>
            </a:extLst>
          </p:cNvPr>
          <p:cNvCxnSpPr>
            <a:cxnSpLocks/>
          </p:cNvCxnSpPr>
          <p:nvPr/>
        </p:nvCxnSpPr>
        <p:spPr>
          <a:xfrm rot="10800000">
            <a:off x="6141378" y="2566398"/>
            <a:ext cx="267042" cy="192043"/>
          </a:xfrm>
          <a:prstGeom prst="curvedConnector3">
            <a:avLst>
              <a:gd name="adj1" fmla="val -7070"/>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102B88ED-5095-5475-AD75-CC9BE08836E8}"/>
              </a:ext>
            </a:extLst>
          </p:cNvPr>
          <p:cNvSpPr/>
          <p:nvPr/>
        </p:nvSpPr>
        <p:spPr>
          <a:xfrm>
            <a:off x="212539" y="3504332"/>
            <a:ext cx="1387409" cy="51443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Find two local maxima peaks (M1 and M2).</a:t>
            </a:r>
          </a:p>
        </p:txBody>
      </p:sp>
      <p:cxnSp>
        <p:nvCxnSpPr>
          <p:cNvPr id="17" name="!!8">
            <a:extLst>
              <a:ext uri="{FF2B5EF4-FFF2-40B4-BE49-F238E27FC236}">
                <a16:creationId xmlns:a16="http://schemas.microsoft.com/office/drawing/2014/main" id="{0EB65A74-27FE-6A28-8A10-DFC7572A4B79}"/>
              </a:ext>
            </a:extLst>
          </p:cNvPr>
          <p:cNvCxnSpPr>
            <a:cxnSpLocks/>
            <a:stCxn id="16" idx="0"/>
          </p:cNvCxnSpPr>
          <p:nvPr/>
        </p:nvCxnSpPr>
        <p:spPr>
          <a:xfrm flipH="1" flipV="1">
            <a:off x="903401" y="3154333"/>
            <a:ext cx="2843" cy="34999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A4AD9DB4-273C-265E-6D3F-E564647AA013}"/>
              </a:ext>
            </a:extLst>
          </p:cNvPr>
          <p:cNvSpPr/>
          <p:nvPr/>
        </p:nvSpPr>
        <p:spPr>
          <a:xfrm>
            <a:off x="3297378" y="856163"/>
            <a:ext cx="2533876" cy="87095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Calculate common thresholds T1 (STE) and T2 (SC).</a:t>
            </a:r>
          </a:p>
        </p:txBody>
      </p:sp>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A753BF58-633F-677C-0762-D4D89E4D85D6}"/>
                  </a:ext>
                </a:extLst>
              </p:cNvPr>
              <p:cNvSpPr txBox="1"/>
              <p:nvPr/>
            </p:nvSpPr>
            <p:spPr>
              <a:xfrm>
                <a:off x="6030954" y="1032019"/>
                <a:ext cx="2514697" cy="883255"/>
              </a:xfrm>
              <a:prstGeom prst="rect">
                <a:avLst/>
              </a:prstGeom>
              <a:noFill/>
            </p:spPr>
            <p:txBody>
              <a:bodyPr wrap="square">
                <a:spAutoFit/>
              </a:bodyPr>
              <a:lstStyle/>
              <a:p>
                <a:pPr algn="ctr">
                  <a:spcAft>
                    <a:spcPts val="600"/>
                  </a:spcAft>
                </a:pPr>
                <a:r>
                  <a:rPr lang="en-US" sz="2000" dirty="0">
                    <a:solidFill>
                      <a:schemeClr val="bg1"/>
                    </a:solidFill>
                    <a:latin typeface="Montserrat" panose="00000500000000000000" pitchFamily="2" charset="0"/>
                  </a:rPr>
                  <a:t>T = </a:t>
                </a:r>
                <a14:m>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𝑊</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𝑀</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𝑀</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𝑊</m:t>
                        </m:r>
                        <m:r>
                          <a:rPr lang="en-US" sz="2000" b="0" i="1" smtClean="0">
                            <a:solidFill>
                              <a:schemeClr val="bg1"/>
                            </a:solidFill>
                            <a:latin typeface="Cambria Math" panose="02040503050406030204" pitchFamily="18" charset="0"/>
                          </a:rPr>
                          <m:t>+1</m:t>
                        </m:r>
                      </m:den>
                    </m:f>
                  </m:oMath>
                </a14:m>
                <a:r>
                  <a:rPr lang="en-US" sz="2000" dirty="0">
                    <a:solidFill>
                      <a:schemeClr val="bg1"/>
                    </a:solidFill>
                    <a:latin typeface="Montserrat" panose="00000500000000000000" pitchFamily="2" charset="0"/>
                  </a:rPr>
                  <a:t> </a:t>
                </a:r>
              </a:p>
              <a:p>
                <a:pPr algn="ctr">
                  <a:spcAft>
                    <a:spcPts val="600"/>
                  </a:spcAft>
                </a:pPr>
                <a:r>
                  <a:rPr lang="en-US" sz="1800" i="1" dirty="0">
                    <a:solidFill>
                      <a:schemeClr val="bg1"/>
                    </a:solidFill>
                    <a:latin typeface="Montserrat" panose="00000500000000000000" pitchFamily="2" charset="0"/>
                  </a:rPr>
                  <a:t>(W is user-defined)</a:t>
                </a:r>
                <a:endParaRPr lang="vi-VN" sz="1800" i="1" dirty="0">
                  <a:solidFill>
                    <a:schemeClr val="bg1"/>
                  </a:solidFill>
                  <a:latin typeface="Montserrat" panose="00000500000000000000" pitchFamily="2" charset="0"/>
                </a:endParaRPr>
              </a:p>
            </p:txBody>
          </p:sp>
        </mc:Choice>
        <mc:Fallback>
          <p:sp>
            <p:nvSpPr>
              <p:cNvPr id="29" name="TextBox 28">
                <a:extLst>
                  <a:ext uri="{FF2B5EF4-FFF2-40B4-BE49-F238E27FC236}">
                    <a16:creationId xmlns:a16="http://schemas.microsoft.com/office/drawing/2014/main" id="{A753BF58-633F-677C-0762-D4D89E4D85D6}"/>
                  </a:ext>
                </a:extLst>
              </p:cNvPr>
              <p:cNvSpPr txBox="1">
                <a:spLocks noRot="1" noChangeAspect="1" noMove="1" noResize="1" noEditPoints="1" noAdjustHandles="1" noChangeArrowheads="1" noChangeShapeType="1" noTextEdit="1"/>
              </p:cNvSpPr>
              <p:nvPr/>
            </p:nvSpPr>
            <p:spPr>
              <a:xfrm>
                <a:off x="6030954" y="1032019"/>
                <a:ext cx="2514697" cy="883255"/>
              </a:xfrm>
              <a:prstGeom prst="rect">
                <a:avLst/>
              </a:prstGeom>
              <a:blipFill>
                <a:blip r:embed="rId4"/>
                <a:stretch>
                  <a:fillRect b="-10345"/>
                </a:stretch>
              </a:blipFill>
            </p:spPr>
            <p:txBody>
              <a:bodyPr/>
              <a:lstStyle/>
              <a:p>
                <a:r>
                  <a:rPr lang="en-US">
                    <a:noFill/>
                  </a:rPr>
                  <a:t> </a:t>
                </a:r>
              </a:p>
            </p:txBody>
          </p:sp>
        </mc:Fallback>
      </mc:AlternateContent>
    </p:spTree>
    <p:extLst>
      <p:ext uri="{BB962C8B-B14F-4D97-AF65-F5344CB8AC3E}">
        <p14:creationId xmlns:p14="http://schemas.microsoft.com/office/powerpoint/2010/main" val="16468537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2" presetClass="entr" presetSubtype="0" fill="hold" nodeType="after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1000"/>
                                        <p:tgtEl>
                                          <p:spTgt spid="17"/>
                                        </p:tgtEl>
                                      </p:cBhvr>
                                    </p:animEffect>
                                    <p:anim calcmode="lin" valueType="num">
                                      <p:cBhvr>
                                        <p:cTn id="14" dur="1000" fill="hold"/>
                                        <p:tgtEl>
                                          <p:spTgt spid="17"/>
                                        </p:tgtEl>
                                        <p:attrNameLst>
                                          <p:attrName>ppt_x</p:attrName>
                                        </p:attrNameLst>
                                      </p:cBhvr>
                                      <p:tavLst>
                                        <p:tav tm="0">
                                          <p:val>
                                            <p:strVal val="#ppt_x"/>
                                          </p:val>
                                        </p:tav>
                                        <p:tav tm="100000">
                                          <p:val>
                                            <p:strVal val="#ppt_x"/>
                                          </p:val>
                                        </p:tav>
                                      </p:tavLst>
                                    </p:anim>
                                    <p:anim calcmode="lin" valueType="num">
                                      <p:cBhvr>
                                        <p:cTn id="15"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D4218210-DECC-07F8-5BB9-3F20E51FAB90}"/>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FF38084D-D78C-8B32-E788-91E26620C724}"/>
              </a:ext>
            </a:extLst>
          </p:cNvPr>
          <p:cNvSpPr/>
          <p:nvPr/>
        </p:nvSpPr>
        <p:spPr>
          <a:xfrm>
            <a:off x="-1235771"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D439ADF4-715E-4635-D415-2CD58AA13E92}"/>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D9DBA809-260B-0BA7-3350-E8342806A4D4}"/>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0CCC397E-99AE-F100-91EA-A740DF838F10}"/>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D9E624D7-B6E0-A2C6-C29D-B5448ACF0F6C}"/>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9F995688-B801-A9E4-C943-B85782CC112E}"/>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CD3274E7-2F44-1ED2-78F2-71E8447F82A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7CF1723E-88D0-F81C-2D5E-CE50BC0E40E0}"/>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65ABA5F9-979C-5F56-9A78-198628EBF0BD}"/>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DCB99FDA-0C17-F7D6-925F-E8E0818DE487}"/>
              </a:ext>
            </a:extLst>
          </p:cNvPr>
          <p:cNvSpPr/>
          <p:nvPr/>
        </p:nvSpPr>
        <p:spPr>
          <a:xfrm>
            <a:off x="-1652802"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52267336-5D9F-3A22-247C-6129153D91E8}"/>
              </a:ext>
            </a:extLst>
          </p:cNvPr>
          <p:cNvCxnSpPr>
            <a:cxnSpLocks/>
            <a:stCxn id="4" idx="4"/>
            <a:endCxn id="9" idx="0"/>
          </p:cNvCxnSpPr>
          <p:nvPr/>
        </p:nvCxnSpPr>
        <p:spPr>
          <a:xfrm flipH="1">
            <a:off x="-875319"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61CF7F1B-615D-83CD-2AC8-04A23B8B3F49}"/>
              </a:ext>
            </a:extLst>
          </p:cNvPr>
          <p:cNvSpPr/>
          <p:nvPr/>
        </p:nvSpPr>
        <p:spPr>
          <a:xfrm>
            <a:off x="-1640813"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ABCEB0FA-7A5C-2778-2340-FB58377C3814}"/>
              </a:ext>
            </a:extLst>
          </p:cNvPr>
          <p:cNvCxnSpPr>
            <a:cxnSpLocks/>
            <a:stCxn id="9" idx="4"/>
            <a:endCxn id="26" idx="0"/>
          </p:cNvCxnSpPr>
          <p:nvPr/>
        </p:nvCxnSpPr>
        <p:spPr>
          <a:xfrm>
            <a:off x="-875319"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11">
            <a:extLst>
              <a:ext uri="{FF2B5EF4-FFF2-40B4-BE49-F238E27FC236}">
                <a16:creationId xmlns:a16="http://schemas.microsoft.com/office/drawing/2014/main" id="{2BF966AF-DD17-BF8D-191D-DC315CBA3FC1}"/>
              </a:ext>
            </a:extLst>
          </p:cNvPr>
          <p:cNvCxnSpPr>
            <a:cxnSpLocks/>
          </p:cNvCxnSpPr>
          <p:nvPr/>
        </p:nvCxnSpPr>
        <p:spPr>
          <a:xfrm flipH="1">
            <a:off x="-874718"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4BAAC674-7985-07BB-8120-D40D92AE03A8}"/>
              </a:ext>
            </a:extLst>
          </p:cNvPr>
          <p:cNvSpPr/>
          <p:nvPr/>
        </p:nvSpPr>
        <p:spPr>
          <a:xfrm>
            <a:off x="-1646206"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6">
            <a:extLst>
              <a:ext uri="{FF2B5EF4-FFF2-40B4-BE49-F238E27FC236}">
                <a16:creationId xmlns:a16="http://schemas.microsoft.com/office/drawing/2014/main" id="{CF5A9E42-9AA5-63A6-BA7D-AA85B2AAADB7}"/>
              </a:ext>
            </a:extLst>
          </p:cNvPr>
          <p:cNvCxnSpPr>
            <a:cxnSpLocks/>
          </p:cNvCxnSpPr>
          <p:nvPr/>
        </p:nvCxnSpPr>
        <p:spPr>
          <a:xfrm flipH="1">
            <a:off x="-878236"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25" name="Connector: Curved 1024">
            <a:extLst>
              <a:ext uri="{FF2B5EF4-FFF2-40B4-BE49-F238E27FC236}">
                <a16:creationId xmlns:a16="http://schemas.microsoft.com/office/drawing/2014/main" id="{2607232D-7D54-F46F-CBE6-EAB2E8472EC3}"/>
              </a:ext>
            </a:extLst>
          </p:cNvPr>
          <p:cNvCxnSpPr>
            <a:cxnSpLocks/>
          </p:cNvCxnSpPr>
          <p:nvPr/>
        </p:nvCxnSpPr>
        <p:spPr>
          <a:xfrm rot="16200000" flipH="1">
            <a:off x="2089453" y="2131807"/>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AFE167E-412B-438D-0ED5-476B3994AED0}"/>
              </a:ext>
            </a:extLst>
          </p:cNvPr>
          <p:cNvSpPr/>
          <p:nvPr/>
        </p:nvSpPr>
        <p:spPr>
          <a:xfrm>
            <a:off x="-165863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2" name="Rectangle 11">
            <a:extLst>
              <a:ext uri="{FF2B5EF4-FFF2-40B4-BE49-F238E27FC236}">
                <a16:creationId xmlns:a16="http://schemas.microsoft.com/office/drawing/2014/main" id="{1DAAA2A8-6EF9-3DBE-5CBC-2065688173B9}"/>
              </a:ext>
            </a:extLst>
          </p:cNvPr>
          <p:cNvSpPr/>
          <p:nvPr/>
        </p:nvSpPr>
        <p:spPr>
          <a:xfrm>
            <a:off x="203629" y="4377226"/>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 name="!!7">
            <a:extLst>
              <a:ext uri="{FF2B5EF4-FFF2-40B4-BE49-F238E27FC236}">
                <a16:creationId xmlns:a16="http://schemas.microsoft.com/office/drawing/2014/main" id="{769A83A7-5E30-62DD-D9B0-5C6033A14ADA}"/>
              </a:ext>
            </a:extLst>
          </p:cNvPr>
          <p:cNvCxnSpPr>
            <a:cxnSpLocks/>
            <a:endCxn id="12" idx="1"/>
          </p:cNvCxnSpPr>
          <p:nvPr/>
        </p:nvCxnSpPr>
        <p:spPr>
          <a:xfrm>
            <a:off x="-106748" y="4632485"/>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9">
            <a:extLst>
              <a:ext uri="{FF2B5EF4-FFF2-40B4-BE49-F238E27FC236}">
                <a16:creationId xmlns:a16="http://schemas.microsoft.com/office/drawing/2014/main" id="{8A3C4818-D09F-9DC5-678F-0A2687D1C550}"/>
              </a:ext>
            </a:extLst>
          </p:cNvPr>
          <p:cNvCxnSpPr>
            <a:cxnSpLocks/>
            <a:stCxn id="12" idx="0"/>
          </p:cNvCxnSpPr>
          <p:nvPr/>
        </p:nvCxnSpPr>
        <p:spPr>
          <a:xfrm flipH="1" flipV="1">
            <a:off x="894490" y="3992382"/>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D58941A4-3D7D-55BE-D3E2-BDC9FD5F8F75}"/>
              </a:ext>
            </a:extLst>
          </p:cNvPr>
          <p:cNvSpPr/>
          <p:nvPr/>
        </p:nvSpPr>
        <p:spPr>
          <a:xfrm>
            <a:off x="212539" y="3504332"/>
            <a:ext cx="1387409" cy="51443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Find two local maxima peaks (M1 and M2).</a:t>
            </a:r>
          </a:p>
        </p:txBody>
      </p:sp>
      <p:cxnSp>
        <p:nvCxnSpPr>
          <p:cNvPr id="17" name="!!8">
            <a:extLst>
              <a:ext uri="{FF2B5EF4-FFF2-40B4-BE49-F238E27FC236}">
                <a16:creationId xmlns:a16="http://schemas.microsoft.com/office/drawing/2014/main" id="{9623D83E-E102-DB53-2F38-28EAC8CA6A62}"/>
              </a:ext>
            </a:extLst>
          </p:cNvPr>
          <p:cNvCxnSpPr>
            <a:cxnSpLocks/>
            <a:stCxn id="16" idx="0"/>
            <a:endCxn id="3" idx="2"/>
          </p:cNvCxnSpPr>
          <p:nvPr/>
        </p:nvCxnSpPr>
        <p:spPr>
          <a:xfrm flipV="1">
            <a:off x="906244" y="3151757"/>
            <a:ext cx="0" cy="352575"/>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AED2C872-E2A2-0AD0-B2F2-77B48CE3CB78}"/>
              </a:ext>
            </a:extLst>
          </p:cNvPr>
          <p:cNvSpPr/>
          <p:nvPr/>
        </p:nvSpPr>
        <p:spPr>
          <a:xfrm>
            <a:off x="212539" y="2633380"/>
            <a:ext cx="1387409" cy="51837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Calculate common thresholds T1 (STE) and T2 (SC).</a:t>
            </a:r>
          </a:p>
        </p:txBody>
      </p:sp>
      <p:sp>
        <p:nvSpPr>
          <p:cNvPr id="19" name="Parallelogram 18">
            <a:extLst>
              <a:ext uri="{FF2B5EF4-FFF2-40B4-BE49-F238E27FC236}">
                <a16:creationId xmlns:a16="http://schemas.microsoft.com/office/drawing/2014/main" id="{FDA71ACE-50D9-D7A0-F084-09496F56493F}"/>
              </a:ext>
            </a:extLst>
          </p:cNvPr>
          <p:cNvSpPr/>
          <p:nvPr/>
        </p:nvSpPr>
        <p:spPr>
          <a:xfrm>
            <a:off x="212539" y="1862078"/>
            <a:ext cx="1387409" cy="388071"/>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Thresholds T1 and T2.</a:t>
            </a:r>
          </a:p>
        </p:txBody>
      </p:sp>
      <p:cxnSp>
        <p:nvCxnSpPr>
          <p:cNvPr id="21" name="Straight Arrow Connector 20">
            <a:extLst>
              <a:ext uri="{FF2B5EF4-FFF2-40B4-BE49-F238E27FC236}">
                <a16:creationId xmlns:a16="http://schemas.microsoft.com/office/drawing/2014/main" id="{9165CEA1-BDB1-4BBF-334F-9E143A51B8E4}"/>
              </a:ext>
            </a:extLst>
          </p:cNvPr>
          <p:cNvCxnSpPr>
            <a:cxnSpLocks/>
            <a:stCxn id="3" idx="0"/>
            <a:endCxn id="19" idx="4"/>
          </p:cNvCxnSpPr>
          <p:nvPr/>
        </p:nvCxnSpPr>
        <p:spPr>
          <a:xfrm flipV="1">
            <a:off x="906244" y="2250149"/>
            <a:ext cx="0" cy="3832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6" name="Oval 1025">
            <a:extLst>
              <a:ext uri="{FF2B5EF4-FFF2-40B4-BE49-F238E27FC236}">
                <a16:creationId xmlns:a16="http://schemas.microsoft.com/office/drawing/2014/main" id="{B2754B4E-C1EF-A262-EADB-D311C2E0045E}"/>
              </a:ext>
            </a:extLst>
          </p:cNvPr>
          <p:cNvSpPr/>
          <p:nvPr/>
        </p:nvSpPr>
        <p:spPr>
          <a:xfrm>
            <a:off x="544589" y="1098639"/>
            <a:ext cx="723307" cy="400706"/>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End</a:t>
            </a:r>
          </a:p>
        </p:txBody>
      </p:sp>
      <p:cxnSp>
        <p:nvCxnSpPr>
          <p:cNvPr id="1027" name="Straight Arrow Connector 1026">
            <a:extLst>
              <a:ext uri="{FF2B5EF4-FFF2-40B4-BE49-F238E27FC236}">
                <a16:creationId xmlns:a16="http://schemas.microsoft.com/office/drawing/2014/main" id="{9ADCA3AD-F7C5-E768-AD9D-3D2A13A51B0D}"/>
              </a:ext>
            </a:extLst>
          </p:cNvPr>
          <p:cNvCxnSpPr>
            <a:cxnSpLocks/>
            <a:stCxn id="19" idx="0"/>
            <a:endCxn id="1026" idx="4"/>
          </p:cNvCxnSpPr>
          <p:nvPr/>
        </p:nvCxnSpPr>
        <p:spPr>
          <a:xfrm flipH="1" flipV="1">
            <a:off x="906243" y="1499345"/>
            <a:ext cx="1" cy="36273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9464774"/>
      </p:ext>
    </p:extLst>
  </p:cSld>
  <p:clrMapOvr>
    <a:masterClrMapping/>
  </p:clrMapOvr>
  <mc:AlternateContent xmlns:mc="http://schemas.openxmlformats.org/markup-compatibility/2006">
    <mc:Choice xmlns:p159="http://schemas.microsoft.com/office/powerpoint/2015/09/main" Requires="p159">
      <p:transition spd="slow" advClick="0" advTm="0">
        <p159:morph option="byObject"/>
      </p:transition>
    </mc:Choice>
    <mc:Fallback>
      <p:transition spd="slow" advClick="0" advTm="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B9A655CD-9ABB-28BF-5F01-D44A2A362DAB}"/>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9B565E59-812C-4135-261F-FBD76E37DF94}"/>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909914BE-3186-CD77-CF0C-B7D5E046809E}"/>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EC3B3CD9-E090-1930-6B50-F96F48B6AE64}"/>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32C04EAC-4D68-AD29-6B01-7203688DD094}"/>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F10BF3C0-7707-6B37-A78F-8DC13DF25D7B}"/>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C250644A-4DFC-B349-0A8C-399A4F25FE0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B06408E5-E488-A2A8-720B-4CDAB3E0C752}"/>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B5398211-EA52-F5A2-C70E-957A7EF69BAE}"/>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1362" name="Oval 1361">
            <a:extLst>
              <a:ext uri="{FF2B5EF4-FFF2-40B4-BE49-F238E27FC236}">
                <a16:creationId xmlns:a16="http://schemas.microsoft.com/office/drawing/2014/main" id="{A1B06E0A-B5CB-CAB4-2D19-22AF98AA3F1C}"/>
              </a:ext>
            </a:extLst>
          </p:cNvPr>
          <p:cNvSpPr/>
          <p:nvPr/>
        </p:nvSpPr>
        <p:spPr>
          <a:xfrm>
            <a:off x="3067974" y="989934"/>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363" name="Parallelogram 1362">
            <a:extLst>
              <a:ext uri="{FF2B5EF4-FFF2-40B4-BE49-F238E27FC236}">
                <a16:creationId xmlns:a16="http://schemas.microsoft.com/office/drawing/2014/main" id="{4DA2E47A-AC8D-314F-8073-1C6FE8CE9148}"/>
              </a:ext>
            </a:extLst>
          </p:cNvPr>
          <p:cNvSpPr/>
          <p:nvPr/>
        </p:nvSpPr>
        <p:spPr>
          <a:xfrm>
            <a:off x="2650943" y="1760460"/>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364" name="Straight Arrow Connector 1363">
            <a:extLst>
              <a:ext uri="{FF2B5EF4-FFF2-40B4-BE49-F238E27FC236}">
                <a16:creationId xmlns:a16="http://schemas.microsoft.com/office/drawing/2014/main" id="{72EBCE34-E932-1F82-6606-D544C88C2D03}"/>
              </a:ext>
            </a:extLst>
          </p:cNvPr>
          <p:cNvCxnSpPr>
            <a:cxnSpLocks/>
            <a:stCxn id="1362" idx="4"/>
            <a:endCxn id="1363" idx="0"/>
          </p:cNvCxnSpPr>
          <p:nvPr/>
        </p:nvCxnSpPr>
        <p:spPr>
          <a:xfrm flipH="1">
            <a:off x="3428426" y="1390109"/>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5" name="!!5">
            <a:extLst>
              <a:ext uri="{FF2B5EF4-FFF2-40B4-BE49-F238E27FC236}">
                <a16:creationId xmlns:a16="http://schemas.microsoft.com/office/drawing/2014/main" id="{0717CB98-EE17-DA5A-9A1A-2169B7588C52}"/>
              </a:ext>
            </a:extLst>
          </p:cNvPr>
          <p:cNvSpPr/>
          <p:nvPr/>
        </p:nvSpPr>
        <p:spPr>
          <a:xfrm>
            <a:off x="2662932" y="2531761"/>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1366" name="Straight Arrow Connector 1365">
            <a:extLst>
              <a:ext uri="{FF2B5EF4-FFF2-40B4-BE49-F238E27FC236}">
                <a16:creationId xmlns:a16="http://schemas.microsoft.com/office/drawing/2014/main" id="{81B57E12-FBE9-D583-4B30-2BFC5816B099}"/>
              </a:ext>
            </a:extLst>
          </p:cNvPr>
          <p:cNvCxnSpPr>
            <a:cxnSpLocks/>
            <a:stCxn id="1363" idx="4"/>
            <a:endCxn id="1365" idx="0"/>
          </p:cNvCxnSpPr>
          <p:nvPr/>
        </p:nvCxnSpPr>
        <p:spPr>
          <a:xfrm>
            <a:off x="3428426" y="2161288"/>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67" name="!!11">
            <a:extLst>
              <a:ext uri="{FF2B5EF4-FFF2-40B4-BE49-F238E27FC236}">
                <a16:creationId xmlns:a16="http://schemas.microsoft.com/office/drawing/2014/main" id="{FD9C33A1-FB1A-A771-97A5-6987D5F694BA}"/>
              </a:ext>
            </a:extLst>
          </p:cNvPr>
          <p:cNvCxnSpPr>
            <a:cxnSpLocks/>
          </p:cNvCxnSpPr>
          <p:nvPr/>
        </p:nvCxnSpPr>
        <p:spPr>
          <a:xfrm flipH="1">
            <a:off x="3429027" y="3034182"/>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8" name="Rectangle 1367">
            <a:extLst>
              <a:ext uri="{FF2B5EF4-FFF2-40B4-BE49-F238E27FC236}">
                <a16:creationId xmlns:a16="http://schemas.microsoft.com/office/drawing/2014/main" id="{4CDCD42F-8975-CEC9-2D1B-212953D956FC}"/>
              </a:ext>
            </a:extLst>
          </p:cNvPr>
          <p:cNvSpPr/>
          <p:nvPr/>
        </p:nvSpPr>
        <p:spPr>
          <a:xfrm>
            <a:off x="2657539" y="3402713"/>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369" name="!!6">
            <a:extLst>
              <a:ext uri="{FF2B5EF4-FFF2-40B4-BE49-F238E27FC236}">
                <a16:creationId xmlns:a16="http://schemas.microsoft.com/office/drawing/2014/main" id="{A65AAAC9-BC5F-2A99-DFFB-9D0F73585A2E}"/>
              </a:ext>
            </a:extLst>
          </p:cNvPr>
          <p:cNvCxnSpPr>
            <a:cxnSpLocks/>
          </p:cNvCxnSpPr>
          <p:nvPr/>
        </p:nvCxnSpPr>
        <p:spPr>
          <a:xfrm flipH="1">
            <a:off x="3425509" y="3913915"/>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0" name="Rectangle 1369">
            <a:extLst>
              <a:ext uri="{FF2B5EF4-FFF2-40B4-BE49-F238E27FC236}">
                <a16:creationId xmlns:a16="http://schemas.microsoft.com/office/drawing/2014/main" id="{B2EA0261-DDD3-3E1B-3C85-E92294924E8E}"/>
              </a:ext>
            </a:extLst>
          </p:cNvPr>
          <p:cNvSpPr/>
          <p:nvPr/>
        </p:nvSpPr>
        <p:spPr>
          <a:xfrm>
            <a:off x="2645110" y="4283454"/>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371" name="Rectangle 1370">
            <a:extLst>
              <a:ext uri="{FF2B5EF4-FFF2-40B4-BE49-F238E27FC236}">
                <a16:creationId xmlns:a16="http://schemas.microsoft.com/office/drawing/2014/main" id="{ADECCD05-C958-548A-3FF9-B36693C9359A}"/>
              </a:ext>
            </a:extLst>
          </p:cNvPr>
          <p:cNvSpPr/>
          <p:nvPr/>
        </p:nvSpPr>
        <p:spPr>
          <a:xfrm>
            <a:off x="4507374" y="4275607"/>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72" name="!!7">
            <a:extLst>
              <a:ext uri="{FF2B5EF4-FFF2-40B4-BE49-F238E27FC236}">
                <a16:creationId xmlns:a16="http://schemas.microsoft.com/office/drawing/2014/main" id="{07A00788-EA05-F616-18EE-8002223A6995}"/>
              </a:ext>
            </a:extLst>
          </p:cNvPr>
          <p:cNvCxnSpPr>
            <a:cxnSpLocks/>
            <a:endCxn id="1371" idx="1"/>
          </p:cNvCxnSpPr>
          <p:nvPr/>
        </p:nvCxnSpPr>
        <p:spPr>
          <a:xfrm>
            <a:off x="4196997" y="4530866"/>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73" name="!!9">
            <a:extLst>
              <a:ext uri="{FF2B5EF4-FFF2-40B4-BE49-F238E27FC236}">
                <a16:creationId xmlns:a16="http://schemas.microsoft.com/office/drawing/2014/main" id="{E54863F7-AF95-1BAB-33C6-C150104C2F06}"/>
              </a:ext>
            </a:extLst>
          </p:cNvPr>
          <p:cNvCxnSpPr>
            <a:cxnSpLocks/>
            <a:stCxn id="1371" idx="0"/>
          </p:cNvCxnSpPr>
          <p:nvPr/>
        </p:nvCxnSpPr>
        <p:spPr>
          <a:xfrm flipH="1" flipV="1">
            <a:off x="5198235" y="3890763"/>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4" name="Rectangle 1373">
            <a:extLst>
              <a:ext uri="{FF2B5EF4-FFF2-40B4-BE49-F238E27FC236}">
                <a16:creationId xmlns:a16="http://schemas.microsoft.com/office/drawing/2014/main" id="{4512187B-E62F-D5D9-8C8B-8DCFFFBBA2CB}"/>
              </a:ext>
            </a:extLst>
          </p:cNvPr>
          <p:cNvSpPr/>
          <p:nvPr/>
        </p:nvSpPr>
        <p:spPr>
          <a:xfrm>
            <a:off x="4516284" y="3402713"/>
            <a:ext cx="1387409" cy="51443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Find two local maxima peaks (M1 and M2).</a:t>
            </a:r>
          </a:p>
        </p:txBody>
      </p:sp>
      <p:cxnSp>
        <p:nvCxnSpPr>
          <p:cNvPr id="1375" name="!!8">
            <a:extLst>
              <a:ext uri="{FF2B5EF4-FFF2-40B4-BE49-F238E27FC236}">
                <a16:creationId xmlns:a16="http://schemas.microsoft.com/office/drawing/2014/main" id="{07BD3018-733D-996A-9957-38294109F6C8}"/>
              </a:ext>
            </a:extLst>
          </p:cNvPr>
          <p:cNvCxnSpPr>
            <a:cxnSpLocks/>
            <a:stCxn id="1374" idx="0"/>
            <a:endCxn id="1026" idx="2"/>
          </p:cNvCxnSpPr>
          <p:nvPr/>
        </p:nvCxnSpPr>
        <p:spPr>
          <a:xfrm flipV="1">
            <a:off x="5209989" y="3050138"/>
            <a:ext cx="0" cy="352575"/>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6" name="Rectangle 1025">
            <a:extLst>
              <a:ext uri="{FF2B5EF4-FFF2-40B4-BE49-F238E27FC236}">
                <a16:creationId xmlns:a16="http://schemas.microsoft.com/office/drawing/2014/main" id="{CDC06A4B-7578-6749-9A80-50C9EF0456D9}"/>
              </a:ext>
            </a:extLst>
          </p:cNvPr>
          <p:cNvSpPr/>
          <p:nvPr/>
        </p:nvSpPr>
        <p:spPr>
          <a:xfrm>
            <a:off x="4516284" y="2531761"/>
            <a:ext cx="1387409" cy="51837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Calculate common thresholds T1 (STE) and T2 (SC).</a:t>
            </a:r>
          </a:p>
        </p:txBody>
      </p:sp>
      <p:sp>
        <p:nvSpPr>
          <p:cNvPr id="1027" name="Parallelogram 1026">
            <a:extLst>
              <a:ext uri="{FF2B5EF4-FFF2-40B4-BE49-F238E27FC236}">
                <a16:creationId xmlns:a16="http://schemas.microsoft.com/office/drawing/2014/main" id="{BF849ECB-B9A7-932B-7B6C-FCC99292D834}"/>
              </a:ext>
            </a:extLst>
          </p:cNvPr>
          <p:cNvSpPr/>
          <p:nvPr/>
        </p:nvSpPr>
        <p:spPr>
          <a:xfrm>
            <a:off x="4516284" y="1760459"/>
            <a:ext cx="1387409" cy="388071"/>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Thresholds T1 and T2.</a:t>
            </a:r>
          </a:p>
        </p:txBody>
      </p:sp>
      <p:cxnSp>
        <p:nvCxnSpPr>
          <p:cNvPr id="1028" name="Straight Arrow Connector 1027">
            <a:extLst>
              <a:ext uri="{FF2B5EF4-FFF2-40B4-BE49-F238E27FC236}">
                <a16:creationId xmlns:a16="http://schemas.microsoft.com/office/drawing/2014/main" id="{0A36DB30-8896-A015-232F-BBF6A4224FB4}"/>
              </a:ext>
            </a:extLst>
          </p:cNvPr>
          <p:cNvCxnSpPr>
            <a:cxnSpLocks/>
            <a:stCxn id="1026" idx="0"/>
            <a:endCxn id="1027" idx="4"/>
          </p:cNvCxnSpPr>
          <p:nvPr/>
        </p:nvCxnSpPr>
        <p:spPr>
          <a:xfrm flipV="1">
            <a:off x="5209989" y="2148530"/>
            <a:ext cx="0" cy="3832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9" name="Oval 1028">
            <a:extLst>
              <a:ext uri="{FF2B5EF4-FFF2-40B4-BE49-F238E27FC236}">
                <a16:creationId xmlns:a16="http://schemas.microsoft.com/office/drawing/2014/main" id="{6F883EC5-7ED1-2EBF-BAB8-F68385730236}"/>
              </a:ext>
            </a:extLst>
          </p:cNvPr>
          <p:cNvSpPr/>
          <p:nvPr/>
        </p:nvSpPr>
        <p:spPr>
          <a:xfrm>
            <a:off x="4848334" y="997020"/>
            <a:ext cx="723307" cy="400706"/>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End</a:t>
            </a:r>
          </a:p>
        </p:txBody>
      </p:sp>
      <p:cxnSp>
        <p:nvCxnSpPr>
          <p:cNvPr id="1030" name="Straight Arrow Connector 1029">
            <a:extLst>
              <a:ext uri="{FF2B5EF4-FFF2-40B4-BE49-F238E27FC236}">
                <a16:creationId xmlns:a16="http://schemas.microsoft.com/office/drawing/2014/main" id="{F2FF44E7-6018-580A-437A-05C2DA397AE8}"/>
              </a:ext>
            </a:extLst>
          </p:cNvPr>
          <p:cNvCxnSpPr>
            <a:cxnSpLocks/>
            <a:stCxn id="1027" idx="0"/>
            <a:endCxn id="1029" idx="4"/>
          </p:cNvCxnSpPr>
          <p:nvPr/>
        </p:nvCxnSpPr>
        <p:spPr>
          <a:xfrm flipH="1" flipV="1">
            <a:off x="5209988" y="1397726"/>
            <a:ext cx="1" cy="36273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5492456"/>
      </p:ext>
    </p:extLst>
  </p:cSld>
  <p:clrMapOvr>
    <a:masterClrMapping/>
  </p:clrMapOvr>
  <mc:AlternateContent xmlns:mc="http://schemas.openxmlformats.org/markup-compatibility/2006">
    <mc:Choice xmlns:p159="http://schemas.microsoft.com/office/powerpoint/2015/09/main" Requires="p159">
      <p:transition spd="slow" advTm="0">
        <p159:morph option="byObject"/>
      </p:transition>
    </mc:Choice>
    <mc:Fallback>
      <p:transition spd="slow" advTm="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50D1439A-F8D5-FF88-D073-1C8AE95BAD5D}"/>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60A6E3E1-9F28-D47A-FB53-E3C5E9C04A08}"/>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652BBEFB-7A60-81EC-3982-CB308E4F373A}"/>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B10A3640-6C4D-35B1-C212-84C577EC84F8}"/>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CA4EC09B-17B9-136A-7805-AA8729824B5F}"/>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BF363BBC-95C0-5F03-DAA6-59DCA9265309}"/>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E6D29597-4911-7B07-2BAF-C9A5C0344F77}"/>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B642DF48-662B-B7C3-29E8-FAF6DF51DD61}"/>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A90385C4-B462-2368-419A-670474B52FEB}"/>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1362" name="Oval 1361">
            <a:extLst>
              <a:ext uri="{FF2B5EF4-FFF2-40B4-BE49-F238E27FC236}">
                <a16:creationId xmlns:a16="http://schemas.microsoft.com/office/drawing/2014/main" id="{27B3E3DC-A636-37EE-1812-96838C08730F}"/>
              </a:ext>
            </a:extLst>
          </p:cNvPr>
          <p:cNvSpPr/>
          <p:nvPr/>
        </p:nvSpPr>
        <p:spPr>
          <a:xfrm>
            <a:off x="1488238" y="855845"/>
            <a:ext cx="1775303" cy="585409"/>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Start</a:t>
            </a:r>
          </a:p>
        </p:txBody>
      </p:sp>
      <p:sp>
        <p:nvSpPr>
          <p:cNvPr id="1363" name="Parallelogram 1362">
            <a:extLst>
              <a:ext uri="{FF2B5EF4-FFF2-40B4-BE49-F238E27FC236}">
                <a16:creationId xmlns:a16="http://schemas.microsoft.com/office/drawing/2014/main" id="{8580FF8D-0CAD-1777-063D-8F76F6EF06DF}"/>
              </a:ext>
            </a:extLst>
          </p:cNvPr>
          <p:cNvSpPr/>
          <p:nvPr/>
        </p:nvSpPr>
        <p:spPr>
          <a:xfrm>
            <a:off x="492193" y="1601552"/>
            <a:ext cx="3767942" cy="586364"/>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Audio Signals </a:t>
            </a:r>
          </a:p>
          <a:p>
            <a:pPr algn="ctr"/>
            <a:r>
              <a:rPr lang="en-US" sz="1800" dirty="0">
                <a:latin typeface="Bahnschrift" panose="020B0502040204020203" pitchFamily="34" charset="0"/>
              </a:rPr>
              <a:t>(.wav and .lab files)</a:t>
            </a:r>
          </a:p>
        </p:txBody>
      </p:sp>
      <p:cxnSp>
        <p:nvCxnSpPr>
          <p:cNvPr id="1364" name="Straight Arrow Connector 1363">
            <a:extLst>
              <a:ext uri="{FF2B5EF4-FFF2-40B4-BE49-F238E27FC236}">
                <a16:creationId xmlns:a16="http://schemas.microsoft.com/office/drawing/2014/main" id="{1D780935-4306-7473-0F4E-181A866E34EB}"/>
              </a:ext>
            </a:extLst>
          </p:cNvPr>
          <p:cNvCxnSpPr>
            <a:cxnSpLocks/>
            <a:stCxn id="1362" idx="4"/>
            <a:endCxn id="1363" idx="0"/>
          </p:cNvCxnSpPr>
          <p:nvPr/>
        </p:nvCxnSpPr>
        <p:spPr>
          <a:xfrm>
            <a:off x="2375890" y="1441254"/>
            <a:ext cx="274" cy="160298"/>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5" name="!!5">
            <a:extLst>
              <a:ext uri="{FF2B5EF4-FFF2-40B4-BE49-F238E27FC236}">
                <a16:creationId xmlns:a16="http://schemas.microsoft.com/office/drawing/2014/main" id="{A64DB122-0222-A6D1-DB26-FFAD2A8D87E6}"/>
              </a:ext>
            </a:extLst>
          </p:cNvPr>
          <p:cNvSpPr/>
          <p:nvPr/>
        </p:nvSpPr>
        <p:spPr>
          <a:xfrm>
            <a:off x="483002" y="2368886"/>
            <a:ext cx="3781727" cy="73498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Break the signals into 25ms frames, 10ms shift.</a:t>
            </a:r>
          </a:p>
        </p:txBody>
      </p:sp>
      <p:cxnSp>
        <p:nvCxnSpPr>
          <p:cNvPr id="1366" name="Straight Arrow Connector 1365">
            <a:extLst>
              <a:ext uri="{FF2B5EF4-FFF2-40B4-BE49-F238E27FC236}">
                <a16:creationId xmlns:a16="http://schemas.microsoft.com/office/drawing/2014/main" id="{6A644823-E5C1-4506-9E08-DFC20516A482}"/>
              </a:ext>
            </a:extLst>
          </p:cNvPr>
          <p:cNvCxnSpPr>
            <a:cxnSpLocks/>
            <a:stCxn id="1363" idx="4"/>
            <a:endCxn id="1365" idx="0"/>
          </p:cNvCxnSpPr>
          <p:nvPr/>
        </p:nvCxnSpPr>
        <p:spPr>
          <a:xfrm flipH="1">
            <a:off x="2373866" y="2187916"/>
            <a:ext cx="2298" cy="180970"/>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67" name="!!11">
            <a:extLst>
              <a:ext uri="{FF2B5EF4-FFF2-40B4-BE49-F238E27FC236}">
                <a16:creationId xmlns:a16="http://schemas.microsoft.com/office/drawing/2014/main" id="{536CEEEC-94F6-8C3F-EB18-D628909264EA}"/>
              </a:ext>
            </a:extLst>
          </p:cNvPr>
          <p:cNvCxnSpPr>
            <a:cxnSpLocks/>
            <a:stCxn id="1365" idx="2"/>
            <a:endCxn id="1368" idx="0"/>
          </p:cNvCxnSpPr>
          <p:nvPr/>
        </p:nvCxnSpPr>
        <p:spPr>
          <a:xfrm>
            <a:off x="2373866" y="3103868"/>
            <a:ext cx="4594" cy="178446"/>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8" name="Rectangle 1367">
            <a:extLst>
              <a:ext uri="{FF2B5EF4-FFF2-40B4-BE49-F238E27FC236}">
                <a16:creationId xmlns:a16="http://schemas.microsoft.com/office/drawing/2014/main" id="{94C7B1B3-EE87-C7E9-E334-93172B12E419}"/>
              </a:ext>
            </a:extLst>
          </p:cNvPr>
          <p:cNvSpPr/>
          <p:nvPr/>
        </p:nvSpPr>
        <p:spPr>
          <a:xfrm>
            <a:off x="492191" y="3282314"/>
            <a:ext cx="3772537" cy="747828"/>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Extract STE and Spectral Centroid (SC) features.</a:t>
            </a:r>
          </a:p>
        </p:txBody>
      </p:sp>
      <p:cxnSp>
        <p:nvCxnSpPr>
          <p:cNvPr id="1369" name="!!6">
            <a:extLst>
              <a:ext uri="{FF2B5EF4-FFF2-40B4-BE49-F238E27FC236}">
                <a16:creationId xmlns:a16="http://schemas.microsoft.com/office/drawing/2014/main" id="{D5E3FE73-5F51-4B16-5478-687B1BDA9ECD}"/>
              </a:ext>
            </a:extLst>
          </p:cNvPr>
          <p:cNvCxnSpPr>
            <a:cxnSpLocks/>
            <a:stCxn id="1368" idx="2"/>
            <a:endCxn id="1370" idx="0"/>
          </p:cNvCxnSpPr>
          <p:nvPr/>
        </p:nvCxnSpPr>
        <p:spPr>
          <a:xfrm>
            <a:off x="2378460" y="4030142"/>
            <a:ext cx="0" cy="168625"/>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0" name="Rectangle 1369">
            <a:extLst>
              <a:ext uri="{FF2B5EF4-FFF2-40B4-BE49-F238E27FC236}">
                <a16:creationId xmlns:a16="http://schemas.microsoft.com/office/drawing/2014/main" id="{6503DD52-3AA3-214E-5091-E2AF839DC5B5}"/>
              </a:ext>
            </a:extLst>
          </p:cNvPr>
          <p:cNvSpPr/>
          <p:nvPr/>
        </p:nvSpPr>
        <p:spPr>
          <a:xfrm>
            <a:off x="492191" y="4198767"/>
            <a:ext cx="3772537" cy="746826"/>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Merge data to compute a combined histogram.</a:t>
            </a:r>
          </a:p>
        </p:txBody>
      </p:sp>
      <p:sp>
        <p:nvSpPr>
          <p:cNvPr id="1371" name="Rectangle 1370">
            <a:extLst>
              <a:ext uri="{FF2B5EF4-FFF2-40B4-BE49-F238E27FC236}">
                <a16:creationId xmlns:a16="http://schemas.microsoft.com/office/drawing/2014/main" id="{45B37B2E-F22E-FF55-DD67-638F734B4B49}"/>
              </a:ext>
            </a:extLst>
          </p:cNvPr>
          <p:cNvSpPr/>
          <p:nvPr/>
        </p:nvSpPr>
        <p:spPr>
          <a:xfrm>
            <a:off x="4739869" y="4198767"/>
            <a:ext cx="3413924" cy="747828"/>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Apply a smoothing filter to the histogram.</a:t>
            </a:r>
          </a:p>
        </p:txBody>
      </p:sp>
      <p:cxnSp>
        <p:nvCxnSpPr>
          <p:cNvPr id="1372" name="!!7">
            <a:extLst>
              <a:ext uri="{FF2B5EF4-FFF2-40B4-BE49-F238E27FC236}">
                <a16:creationId xmlns:a16="http://schemas.microsoft.com/office/drawing/2014/main" id="{B89B46AC-4136-02FF-5E2C-EB9E081B0346}"/>
              </a:ext>
            </a:extLst>
          </p:cNvPr>
          <p:cNvCxnSpPr>
            <a:cxnSpLocks/>
            <a:stCxn id="1370" idx="3"/>
            <a:endCxn id="1371" idx="1"/>
          </p:cNvCxnSpPr>
          <p:nvPr/>
        </p:nvCxnSpPr>
        <p:spPr>
          <a:xfrm>
            <a:off x="4264728" y="4572180"/>
            <a:ext cx="475141" cy="50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73" name="!!9">
            <a:extLst>
              <a:ext uri="{FF2B5EF4-FFF2-40B4-BE49-F238E27FC236}">
                <a16:creationId xmlns:a16="http://schemas.microsoft.com/office/drawing/2014/main" id="{669AE882-4D9A-971D-15C1-EE8389F4D670}"/>
              </a:ext>
            </a:extLst>
          </p:cNvPr>
          <p:cNvCxnSpPr>
            <a:cxnSpLocks/>
            <a:stCxn id="1371" idx="0"/>
            <a:endCxn id="1374" idx="2"/>
          </p:cNvCxnSpPr>
          <p:nvPr/>
        </p:nvCxnSpPr>
        <p:spPr>
          <a:xfrm flipH="1" flipV="1">
            <a:off x="6442515" y="4032503"/>
            <a:ext cx="4316" cy="16626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4" name="Rectangle 1373">
            <a:extLst>
              <a:ext uri="{FF2B5EF4-FFF2-40B4-BE49-F238E27FC236}">
                <a16:creationId xmlns:a16="http://schemas.microsoft.com/office/drawing/2014/main" id="{E0D0003E-D054-DE9A-2E3D-6E5D9B701C63}"/>
              </a:ext>
            </a:extLst>
          </p:cNvPr>
          <p:cNvSpPr/>
          <p:nvPr/>
        </p:nvSpPr>
        <p:spPr>
          <a:xfrm>
            <a:off x="4739869" y="3279953"/>
            <a:ext cx="3405292" cy="75255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Find two local maxima peaks (M1 and M2).</a:t>
            </a:r>
          </a:p>
        </p:txBody>
      </p:sp>
      <p:cxnSp>
        <p:nvCxnSpPr>
          <p:cNvPr id="1375" name="!!8">
            <a:extLst>
              <a:ext uri="{FF2B5EF4-FFF2-40B4-BE49-F238E27FC236}">
                <a16:creationId xmlns:a16="http://schemas.microsoft.com/office/drawing/2014/main" id="{41B0AACC-ACD7-752F-CC48-4E753DB00A7D}"/>
              </a:ext>
            </a:extLst>
          </p:cNvPr>
          <p:cNvCxnSpPr>
            <a:cxnSpLocks/>
            <a:stCxn id="1374" idx="0"/>
            <a:endCxn id="1026" idx="2"/>
          </p:cNvCxnSpPr>
          <p:nvPr/>
        </p:nvCxnSpPr>
        <p:spPr>
          <a:xfrm flipV="1">
            <a:off x="6442515" y="3105187"/>
            <a:ext cx="0" cy="174766"/>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6" name="Rectangle 1025">
            <a:extLst>
              <a:ext uri="{FF2B5EF4-FFF2-40B4-BE49-F238E27FC236}">
                <a16:creationId xmlns:a16="http://schemas.microsoft.com/office/drawing/2014/main" id="{8BADA2A0-7A0B-DC9D-85EE-47F44C053F1C}"/>
              </a:ext>
            </a:extLst>
          </p:cNvPr>
          <p:cNvSpPr/>
          <p:nvPr/>
        </p:nvSpPr>
        <p:spPr>
          <a:xfrm>
            <a:off x="4739869" y="2346863"/>
            <a:ext cx="3405292" cy="758324"/>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Calculate common thresholds T1 (STE) and T2 (SC).</a:t>
            </a:r>
          </a:p>
        </p:txBody>
      </p:sp>
      <p:sp>
        <p:nvSpPr>
          <p:cNvPr id="1027" name="Parallelogram 1026">
            <a:extLst>
              <a:ext uri="{FF2B5EF4-FFF2-40B4-BE49-F238E27FC236}">
                <a16:creationId xmlns:a16="http://schemas.microsoft.com/office/drawing/2014/main" id="{7EEDCE09-478B-41BF-E429-A27934A95BA3}"/>
              </a:ext>
            </a:extLst>
          </p:cNvPr>
          <p:cNvSpPr/>
          <p:nvPr/>
        </p:nvSpPr>
        <p:spPr>
          <a:xfrm>
            <a:off x="4739869" y="1576465"/>
            <a:ext cx="3405292" cy="567702"/>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Thresholds T1 and T2.</a:t>
            </a:r>
          </a:p>
        </p:txBody>
      </p:sp>
      <p:cxnSp>
        <p:nvCxnSpPr>
          <p:cNvPr id="1028" name="Straight Arrow Connector 1027">
            <a:extLst>
              <a:ext uri="{FF2B5EF4-FFF2-40B4-BE49-F238E27FC236}">
                <a16:creationId xmlns:a16="http://schemas.microsoft.com/office/drawing/2014/main" id="{B65C42B6-1A9C-AB5B-D7FA-0C0702573720}"/>
              </a:ext>
            </a:extLst>
          </p:cNvPr>
          <p:cNvCxnSpPr>
            <a:cxnSpLocks/>
            <a:stCxn id="1026" idx="0"/>
            <a:endCxn id="1027" idx="4"/>
          </p:cNvCxnSpPr>
          <p:nvPr/>
        </p:nvCxnSpPr>
        <p:spPr>
          <a:xfrm flipV="1">
            <a:off x="6442515" y="2144167"/>
            <a:ext cx="0" cy="202696"/>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9" name="Oval 1028">
            <a:extLst>
              <a:ext uri="{FF2B5EF4-FFF2-40B4-BE49-F238E27FC236}">
                <a16:creationId xmlns:a16="http://schemas.microsoft.com/office/drawing/2014/main" id="{50788305-10F6-B10A-9835-8D1CE9AAB879}"/>
              </a:ext>
            </a:extLst>
          </p:cNvPr>
          <p:cNvSpPr/>
          <p:nvPr/>
        </p:nvSpPr>
        <p:spPr>
          <a:xfrm>
            <a:off x="5563495" y="849331"/>
            <a:ext cx="1775303" cy="58618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End</a:t>
            </a:r>
          </a:p>
        </p:txBody>
      </p:sp>
      <p:cxnSp>
        <p:nvCxnSpPr>
          <p:cNvPr id="1030" name="Straight Arrow Connector 1029">
            <a:extLst>
              <a:ext uri="{FF2B5EF4-FFF2-40B4-BE49-F238E27FC236}">
                <a16:creationId xmlns:a16="http://schemas.microsoft.com/office/drawing/2014/main" id="{95860942-AB0B-6CC0-796C-1D0A99B9626E}"/>
              </a:ext>
            </a:extLst>
          </p:cNvPr>
          <p:cNvCxnSpPr>
            <a:cxnSpLocks/>
            <a:stCxn id="1027" idx="0"/>
            <a:endCxn id="1029" idx="4"/>
          </p:cNvCxnSpPr>
          <p:nvPr/>
        </p:nvCxnSpPr>
        <p:spPr>
          <a:xfrm flipV="1">
            <a:off x="6442515" y="1435516"/>
            <a:ext cx="8632" cy="14094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5440558"/>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14E2E823-755E-D63C-AEE5-AE130D20D7A8}"/>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20068EBC-0427-BAA7-46FE-40550B682C2D}"/>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9255CF08-D0D4-46AE-F0A6-8915B6C7053E}"/>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9E60E4FD-5698-8265-491B-377EC34A74A7}"/>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3603F61F-67D3-357D-472C-ED65E7E37FAC}"/>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A3D209BC-1693-B8CF-EADD-2DEFD7333C74}"/>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39C68FC2-47DD-5074-5043-63A9004F4D91}"/>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D8096F73-087B-143B-6D13-CE8F3057B699}"/>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0DF89E07-4393-6BE1-03ED-38A3504487CA}"/>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pic>
        <p:nvPicPr>
          <p:cNvPr id="3" name="Picture 2">
            <a:extLst>
              <a:ext uri="{FF2B5EF4-FFF2-40B4-BE49-F238E27FC236}">
                <a16:creationId xmlns:a16="http://schemas.microsoft.com/office/drawing/2014/main" id="{13EE1591-7284-96D2-8771-E71A8BC23DDE}"/>
              </a:ext>
            </a:extLst>
          </p:cNvPr>
          <p:cNvPicPr>
            <a:picLocks noChangeAspect="1"/>
          </p:cNvPicPr>
          <p:nvPr/>
        </p:nvPicPr>
        <p:blipFill>
          <a:blip r:embed="rId3"/>
          <a:stretch>
            <a:fillRect/>
          </a:stretch>
        </p:blipFill>
        <p:spPr>
          <a:xfrm>
            <a:off x="2142641" y="821950"/>
            <a:ext cx="4858718" cy="2643809"/>
          </a:xfrm>
          <a:prstGeom prst="rect">
            <a:avLst/>
          </a:prstGeom>
        </p:spPr>
      </p:pic>
      <p:sp>
        <p:nvSpPr>
          <p:cNvPr id="5" name="Rectangle: Rounded Corners 4">
            <a:extLst>
              <a:ext uri="{FF2B5EF4-FFF2-40B4-BE49-F238E27FC236}">
                <a16:creationId xmlns:a16="http://schemas.microsoft.com/office/drawing/2014/main" id="{D6D5841A-19F3-D2F6-C2B8-224E68C80A85}"/>
              </a:ext>
            </a:extLst>
          </p:cNvPr>
          <p:cNvSpPr/>
          <p:nvPr/>
        </p:nvSpPr>
        <p:spPr>
          <a:xfrm>
            <a:off x="485702" y="3629452"/>
            <a:ext cx="8416130" cy="1338761"/>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1497;p43">
            <a:extLst>
              <a:ext uri="{FF2B5EF4-FFF2-40B4-BE49-F238E27FC236}">
                <a16:creationId xmlns:a16="http://schemas.microsoft.com/office/drawing/2014/main" id="{94578FE3-DF60-7AC3-0C2E-65C8F0CB4964}"/>
              </a:ext>
            </a:extLst>
          </p:cNvPr>
          <p:cNvSpPr txBox="1">
            <a:spLocks/>
          </p:cNvSpPr>
          <p:nvPr/>
        </p:nvSpPr>
        <p:spPr>
          <a:xfrm>
            <a:off x="533173" y="3561855"/>
            <a:ext cx="8357254" cy="156682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spcAft>
                <a:spcPts val="600"/>
              </a:spcAft>
            </a:pPr>
            <a:r>
              <a:rPr lang="fr-FR" dirty="0" err="1">
                <a:solidFill>
                  <a:schemeClr val="accent6"/>
                </a:solidFill>
              </a:rPr>
              <a:t>Repeat</a:t>
            </a:r>
            <a:r>
              <a:rPr lang="fr-FR" dirty="0">
                <a:solidFill>
                  <a:schemeClr val="accent6"/>
                </a:solidFill>
              </a:rPr>
              <a:t> the </a:t>
            </a:r>
            <a:r>
              <a:rPr lang="fr-FR" dirty="0" err="1">
                <a:solidFill>
                  <a:schemeClr val="accent6"/>
                </a:solidFill>
              </a:rPr>
              <a:t>algorithm</a:t>
            </a:r>
            <a:r>
              <a:rPr lang="fr-FR" dirty="0">
                <a:solidFill>
                  <a:schemeClr val="accent6"/>
                </a:solidFill>
              </a:rPr>
              <a:t> for </a:t>
            </a:r>
            <a:r>
              <a:rPr lang="fr-FR" dirty="0" err="1">
                <a:solidFill>
                  <a:schemeClr val="accent6"/>
                </a:solidFill>
              </a:rPr>
              <a:t>each</a:t>
            </a:r>
            <a:r>
              <a:rPr lang="fr-FR" dirty="0">
                <a:solidFill>
                  <a:schemeClr val="accent6"/>
                </a:solidFill>
              </a:rPr>
              <a:t> signal. After </a:t>
            </a:r>
            <a:r>
              <a:rPr lang="fr-FR" dirty="0" err="1">
                <a:solidFill>
                  <a:schemeClr val="accent6"/>
                </a:solidFill>
              </a:rPr>
              <a:t>computing</a:t>
            </a:r>
            <a:r>
              <a:rPr lang="fr-FR" dirty="0">
                <a:solidFill>
                  <a:schemeClr val="accent6"/>
                </a:solidFill>
              </a:rPr>
              <a:t> the </a:t>
            </a:r>
            <a:r>
              <a:rPr lang="fr-FR" dirty="0" err="1">
                <a:solidFill>
                  <a:schemeClr val="accent6"/>
                </a:solidFill>
              </a:rPr>
              <a:t>histograms</a:t>
            </a:r>
            <a:r>
              <a:rPr lang="fr-FR" dirty="0">
                <a:solidFill>
                  <a:schemeClr val="accent6"/>
                </a:solidFill>
              </a:rPr>
              <a:t> and </a:t>
            </a:r>
            <a:r>
              <a:rPr lang="fr-FR" dirty="0" err="1">
                <a:solidFill>
                  <a:schemeClr val="accent6"/>
                </a:solidFill>
              </a:rPr>
              <a:t>filtering</a:t>
            </a:r>
            <a:r>
              <a:rPr lang="fr-FR" dirty="0">
                <a:solidFill>
                  <a:schemeClr val="accent6"/>
                </a:solidFill>
              </a:rPr>
              <a:t>, for </a:t>
            </a:r>
            <a:r>
              <a:rPr lang="fr-FR" dirty="0" err="1">
                <a:solidFill>
                  <a:schemeClr val="accent6"/>
                </a:solidFill>
              </a:rPr>
              <a:t>each</a:t>
            </a:r>
            <a:r>
              <a:rPr lang="fr-FR" dirty="0">
                <a:solidFill>
                  <a:schemeClr val="accent6"/>
                </a:solidFill>
              </a:rPr>
              <a:t> frame:</a:t>
            </a:r>
          </a:p>
          <a:p>
            <a:pPr marL="285750" indent="-285750">
              <a:spcAft>
                <a:spcPts val="600"/>
              </a:spcAft>
              <a:buFont typeface="Arial" panose="020B0604020202020204" pitchFamily="34" charset="0"/>
              <a:buChar char="•"/>
            </a:pPr>
            <a:r>
              <a:rPr lang="fr-FR" b="1" dirty="0">
                <a:solidFill>
                  <a:schemeClr val="accent6"/>
                </a:solidFill>
              </a:rPr>
              <a:t>(If STE &gt; T1 &amp; SC &gt; T2) OR (STE &gt; T1_high) =&gt; Speech.</a:t>
            </a:r>
          </a:p>
          <a:p>
            <a:pPr marL="285750" indent="-285750">
              <a:spcAft>
                <a:spcPts val="600"/>
              </a:spcAft>
              <a:buFont typeface="Arial" panose="020B0604020202020204" pitchFamily="34" charset="0"/>
              <a:buChar char="•"/>
            </a:pPr>
            <a:r>
              <a:rPr lang="fr-FR" b="1" dirty="0" err="1">
                <a:solidFill>
                  <a:schemeClr val="accent6"/>
                </a:solidFill>
              </a:rPr>
              <a:t>Otherwise</a:t>
            </a:r>
            <a:r>
              <a:rPr lang="fr-FR" b="1" dirty="0">
                <a:solidFill>
                  <a:schemeClr val="accent6"/>
                </a:solidFill>
              </a:rPr>
              <a:t> =&gt; Silence.</a:t>
            </a:r>
          </a:p>
        </p:txBody>
      </p:sp>
    </p:spTree>
    <p:extLst>
      <p:ext uri="{BB962C8B-B14F-4D97-AF65-F5344CB8AC3E}">
        <p14:creationId xmlns:p14="http://schemas.microsoft.com/office/powerpoint/2010/main" val="3006262485"/>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147CC535-9490-4CE9-9A2C-884899223C55}"/>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71776D9E-9DD6-1691-E6B0-7B1DF8AA8B12}"/>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RESULTS</a:t>
            </a:r>
            <a:endParaRPr dirty="0"/>
          </a:p>
        </p:txBody>
      </p:sp>
      <p:grpSp>
        <p:nvGrpSpPr>
          <p:cNvPr id="1042" name="!!2">
            <a:extLst>
              <a:ext uri="{FF2B5EF4-FFF2-40B4-BE49-F238E27FC236}">
                <a16:creationId xmlns:a16="http://schemas.microsoft.com/office/drawing/2014/main" id="{781AF829-8B26-C8CD-BAAF-6310F7FB9CCF}"/>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5AAE36ED-5A22-7AE7-AA64-4C96BC818F4D}"/>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632C5B3B-CE7F-2CEE-A13A-EA21E060980E}"/>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156729A0-00A4-D150-9FD0-F48AE9D022C8}"/>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B694324C-8618-05BD-84B7-9A73610FDE1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435035E8-C881-987E-A26D-325D4F616CFE}"/>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2115F11A-675B-69B9-6143-4D238BE741F1}"/>
              </a:ext>
            </a:extLst>
          </p:cNvPr>
          <p:cNvGrpSpPr/>
          <p:nvPr/>
        </p:nvGrpSpPr>
        <p:grpSpPr>
          <a:xfrm>
            <a:off x="6534261" y="3873255"/>
            <a:ext cx="713803" cy="706547"/>
            <a:chOff x="-4017975" y="616650"/>
            <a:chExt cx="814100" cy="805825"/>
          </a:xfrm>
        </p:grpSpPr>
        <p:sp>
          <p:nvSpPr>
            <p:cNvPr id="1057" name="Google Shape;1057;p31">
              <a:extLst>
                <a:ext uri="{FF2B5EF4-FFF2-40B4-BE49-F238E27FC236}">
                  <a16:creationId xmlns:a16="http://schemas.microsoft.com/office/drawing/2014/main" id="{9F2DA87C-EDB8-D35F-F120-6D75A44A368D}"/>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ACE86499-4A83-B900-3CDE-5105C34A3A4B}"/>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6904A1CC-3782-5BA4-928A-9868542BB110}"/>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0BE5F5F7-4DB9-8D5E-8303-76C37201C918}"/>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711806E7-8CF0-D52D-C0A4-28D80F9552E9}"/>
              </a:ext>
            </a:extLst>
          </p:cNvPr>
          <p:cNvGrpSpPr/>
          <p:nvPr/>
        </p:nvGrpSpPr>
        <p:grpSpPr>
          <a:xfrm>
            <a:off x="7454805" y="3307393"/>
            <a:ext cx="1040638" cy="901375"/>
            <a:chOff x="8457538" y="810363"/>
            <a:chExt cx="1040638" cy="901375"/>
          </a:xfrm>
        </p:grpSpPr>
        <p:grpSp>
          <p:nvGrpSpPr>
            <p:cNvPr id="1062" name="Google Shape;1062;p31">
              <a:extLst>
                <a:ext uri="{FF2B5EF4-FFF2-40B4-BE49-F238E27FC236}">
                  <a16:creationId xmlns:a16="http://schemas.microsoft.com/office/drawing/2014/main" id="{AC357489-AFDC-9854-0E6C-46E87D17EAF3}"/>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165F6B3B-7D02-DDBB-EA7F-FDD6F4E40636}"/>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8002A58B-B349-C6A7-DD20-7823A3BC21D7}"/>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CF84887E-5EAB-3731-9C8A-4E3951DC2B65}"/>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0DD40CC5-5441-372D-A6AE-83BE241FE42A}"/>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05B83AEA-6A1A-C16B-5333-FCB22CE19B6A}"/>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E54B3D21-31B2-D659-C2EB-B7EE5A136091}"/>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ADBAD4C6-3041-A2C6-7126-FBD2BE94DC91}"/>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5" name="Rectangle: Rounded Corners 4">
            <a:extLst>
              <a:ext uri="{FF2B5EF4-FFF2-40B4-BE49-F238E27FC236}">
                <a16:creationId xmlns:a16="http://schemas.microsoft.com/office/drawing/2014/main" id="{04847F15-C740-2014-7EFF-DB851A9BC533}"/>
              </a:ext>
            </a:extLst>
          </p:cNvPr>
          <p:cNvSpPr/>
          <p:nvPr/>
        </p:nvSpPr>
        <p:spPr>
          <a:xfrm>
            <a:off x="217259" y="3196143"/>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pic>
        <p:nvPicPr>
          <p:cNvPr id="8" name="Picture 7">
            <a:extLst>
              <a:ext uri="{FF2B5EF4-FFF2-40B4-BE49-F238E27FC236}">
                <a16:creationId xmlns:a16="http://schemas.microsoft.com/office/drawing/2014/main" id="{AFE16B97-9C98-14BA-1EC6-34E3303DDC62}"/>
              </a:ext>
            </a:extLst>
          </p:cNvPr>
          <p:cNvPicPr>
            <a:picLocks noChangeAspect="1"/>
          </p:cNvPicPr>
          <p:nvPr/>
        </p:nvPicPr>
        <p:blipFill>
          <a:blip r:embed="rId3"/>
          <a:stretch>
            <a:fillRect/>
          </a:stretch>
        </p:blipFill>
        <p:spPr>
          <a:xfrm>
            <a:off x="217260" y="811081"/>
            <a:ext cx="4194462" cy="2282362"/>
          </a:xfrm>
          <a:prstGeom prst="rect">
            <a:avLst/>
          </a:prstGeom>
        </p:spPr>
      </p:pic>
      <p:pic>
        <p:nvPicPr>
          <p:cNvPr id="12" name="Picture 11">
            <a:extLst>
              <a:ext uri="{FF2B5EF4-FFF2-40B4-BE49-F238E27FC236}">
                <a16:creationId xmlns:a16="http://schemas.microsoft.com/office/drawing/2014/main" id="{BA5B7695-FAB7-0CD8-60A6-4A50CF4E394F}"/>
              </a:ext>
            </a:extLst>
          </p:cNvPr>
          <p:cNvPicPr>
            <a:picLocks noChangeAspect="1"/>
          </p:cNvPicPr>
          <p:nvPr/>
        </p:nvPicPr>
        <p:blipFill>
          <a:blip r:embed="rId4"/>
          <a:srcRect/>
          <a:stretch/>
        </p:blipFill>
        <p:spPr>
          <a:xfrm>
            <a:off x="4725646" y="830849"/>
            <a:ext cx="4194463" cy="2282362"/>
          </a:xfrm>
          <a:prstGeom prst="rect">
            <a:avLst/>
          </a:prstGeom>
        </p:spPr>
      </p:pic>
      <p:sp>
        <p:nvSpPr>
          <p:cNvPr id="15" name="TextBox 14">
            <a:extLst>
              <a:ext uri="{FF2B5EF4-FFF2-40B4-BE49-F238E27FC236}">
                <a16:creationId xmlns:a16="http://schemas.microsoft.com/office/drawing/2014/main" id="{25E3DD8B-31E3-A77D-430B-C88D7A0D9B8A}"/>
              </a:ext>
            </a:extLst>
          </p:cNvPr>
          <p:cNvSpPr txBox="1"/>
          <p:nvPr/>
        </p:nvSpPr>
        <p:spPr>
          <a:xfrm>
            <a:off x="210627" y="3215937"/>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10ms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10ms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Highly accurate, very few errors.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STE effectively captures low-frequency male voice energy. The 10ms error is just frame shift.</a:t>
            </a:r>
          </a:p>
        </p:txBody>
      </p:sp>
      <p:sp>
        <p:nvSpPr>
          <p:cNvPr id="17" name="Rectangle: Rounded Corners 16">
            <a:extLst>
              <a:ext uri="{FF2B5EF4-FFF2-40B4-BE49-F238E27FC236}">
                <a16:creationId xmlns:a16="http://schemas.microsoft.com/office/drawing/2014/main" id="{A119E2EF-EFDD-C465-9DCA-8AC4A4399505}"/>
              </a:ext>
            </a:extLst>
          </p:cNvPr>
          <p:cNvSpPr/>
          <p:nvPr/>
        </p:nvSpPr>
        <p:spPr>
          <a:xfrm>
            <a:off x="4732278" y="3180969"/>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sp>
        <p:nvSpPr>
          <p:cNvPr id="19" name="TextBox 18">
            <a:extLst>
              <a:ext uri="{FF2B5EF4-FFF2-40B4-BE49-F238E27FC236}">
                <a16:creationId xmlns:a16="http://schemas.microsoft.com/office/drawing/2014/main" id="{F3387ECB-B4FA-8197-FA21-BAA0E13A1047}"/>
              </a:ext>
            </a:extLst>
          </p:cNvPr>
          <p:cNvSpPr txBox="1"/>
          <p:nvPr/>
        </p:nvSpPr>
        <p:spPr>
          <a:xfrm>
            <a:off x="4725646" y="3200763"/>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20ms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22.36ms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Slight boundary deviation at speech edges.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Female voices contain unvoiced sounds (low STE) at word edges, causing early or late cuts.</a:t>
            </a:r>
          </a:p>
        </p:txBody>
      </p:sp>
    </p:spTree>
    <p:extLst>
      <p:ext uri="{BB962C8B-B14F-4D97-AF65-F5344CB8AC3E}">
        <p14:creationId xmlns:p14="http://schemas.microsoft.com/office/powerpoint/2010/main" val="2610422756"/>
      </p:ext>
    </p:extLst>
  </p:cSld>
  <p:clrMapOvr>
    <a:masterClrMapping/>
  </p:clrMapOvr>
  <mc:AlternateContent xmlns:mc="http://schemas.openxmlformats.org/markup-compatibility/2006">
    <mc:Choice xmlns:p14="http://schemas.microsoft.com/office/powerpoint/2010/main" Requires="p14">
      <p:transition spd="slow" p14:dur="1300">
        <p14:pan dir="u"/>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C1D1F1BF-D50E-4D03-71FA-26B612A33FEE}"/>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DF3E9CE1-AE4F-5302-3CAA-1AEF09D41188}"/>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RESULTS</a:t>
            </a:r>
            <a:endParaRPr dirty="0"/>
          </a:p>
        </p:txBody>
      </p:sp>
      <p:grpSp>
        <p:nvGrpSpPr>
          <p:cNvPr id="1042" name="!!2">
            <a:extLst>
              <a:ext uri="{FF2B5EF4-FFF2-40B4-BE49-F238E27FC236}">
                <a16:creationId xmlns:a16="http://schemas.microsoft.com/office/drawing/2014/main" id="{E41FE977-92E5-3F86-FF23-509171518AB2}"/>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C3ADEC37-22D6-FD3B-DAC9-177B69E18966}"/>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A59FBDD4-BA1B-7044-C9EC-C4235BC7B44D}"/>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C5CE542A-9B8A-0AF3-CF85-C4FCB7F8BB80}"/>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4C420431-6648-53A2-0200-B95BF7439949}"/>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71805CCD-D015-744C-3D6E-C5D69D31EF72}"/>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E725F4F3-7673-1473-CF14-C80FC9394C8A}"/>
              </a:ext>
            </a:extLst>
          </p:cNvPr>
          <p:cNvGrpSpPr/>
          <p:nvPr/>
        </p:nvGrpSpPr>
        <p:grpSpPr>
          <a:xfrm>
            <a:off x="6534261" y="3873255"/>
            <a:ext cx="713803" cy="706547"/>
            <a:chOff x="-4017975" y="616650"/>
            <a:chExt cx="814100" cy="805825"/>
          </a:xfrm>
        </p:grpSpPr>
        <p:sp>
          <p:nvSpPr>
            <p:cNvPr id="1057" name="Google Shape;1057;p31">
              <a:extLst>
                <a:ext uri="{FF2B5EF4-FFF2-40B4-BE49-F238E27FC236}">
                  <a16:creationId xmlns:a16="http://schemas.microsoft.com/office/drawing/2014/main" id="{74392FD3-C774-70B0-C151-FF27461C12F3}"/>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11F5A07F-7D37-EC11-312D-1BB2B002C772}"/>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DEAA9906-A4DF-C511-7020-9B03E79013FB}"/>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F3FA6C8B-8AE3-12F2-33AA-7F0B8F04CED7}"/>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D067601C-5761-9502-3306-2EFB080453C7}"/>
              </a:ext>
            </a:extLst>
          </p:cNvPr>
          <p:cNvGrpSpPr/>
          <p:nvPr/>
        </p:nvGrpSpPr>
        <p:grpSpPr>
          <a:xfrm>
            <a:off x="7454805" y="3307393"/>
            <a:ext cx="1040638" cy="901375"/>
            <a:chOff x="8457538" y="810363"/>
            <a:chExt cx="1040638" cy="901375"/>
          </a:xfrm>
        </p:grpSpPr>
        <p:grpSp>
          <p:nvGrpSpPr>
            <p:cNvPr id="1062" name="Google Shape;1062;p31">
              <a:extLst>
                <a:ext uri="{FF2B5EF4-FFF2-40B4-BE49-F238E27FC236}">
                  <a16:creationId xmlns:a16="http://schemas.microsoft.com/office/drawing/2014/main" id="{939C80D9-2FEA-47B3-9F64-D96948100456}"/>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12EE5C3E-9EE0-D87E-58A3-F819A27E2DF0}"/>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92E935D5-9447-65AC-53D4-6EF920D526B3}"/>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ED15E345-5CD7-F4F7-C1B9-29A1B41C7B9B}"/>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D10C01DE-33B4-7D68-D345-E37349A62BF9}"/>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5A5BF3D5-7326-80A2-100E-24C701C8B42E}"/>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497258D5-2201-6A05-21BA-6BD438ED53BE}"/>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3">
            <a:extLst>
              <a:ext uri="{FF2B5EF4-FFF2-40B4-BE49-F238E27FC236}">
                <a16:creationId xmlns:a16="http://schemas.microsoft.com/office/drawing/2014/main" id="{FF66CDA0-5654-1398-C5A1-558FCEE858E8}"/>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5" name="Rectangle: Rounded Corners 4">
            <a:extLst>
              <a:ext uri="{FF2B5EF4-FFF2-40B4-BE49-F238E27FC236}">
                <a16:creationId xmlns:a16="http://schemas.microsoft.com/office/drawing/2014/main" id="{BD4F568B-1BA3-EBA0-F5A8-4E3FF0833AA4}"/>
              </a:ext>
            </a:extLst>
          </p:cNvPr>
          <p:cNvSpPr/>
          <p:nvPr/>
        </p:nvSpPr>
        <p:spPr>
          <a:xfrm>
            <a:off x="217259" y="3196143"/>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pic>
        <p:nvPicPr>
          <p:cNvPr id="8" name="Picture 7">
            <a:extLst>
              <a:ext uri="{FF2B5EF4-FFF2-40B4-BE49-F238E27FC236}">
                <a16:creationId xmlns:a16="http://schemas.microsoft.com/office/drawing/2014/main" id="{BCDA59AE-A0F0-4141-BE55-44395270D302}"/>
              </a:ext>
            </a:extLst>
          </p:cNvPr>
          <p:cNvPicPr>
            <a:picLocks noChangeAspect="1"/>
          </p:cNvPicPr>
          <p:nvPr/>
        </p:nvPicPr>
        <p:blipFill>
          <a:blip r:embed="rId3"/>
          <a:srcRect/>
          <a:stretch/>
        </p:blipFill>
        <p:spPr>
          <a:xfrm>
            <a:off x="223891" y="811081"/>
            <a:ext cx="4187830" cy="2282362"/>
          </a:xfrm>
          <a:prstGeom prst="rect">
            <a:avLst/>
          </a:prstGeom>
        </p:spPr>
      </p:pic>
      <p:pic>
        <p:nvPicPr>
          <p:cNvPr id="12" name="Picture 11">
            <a:extLst>
              <a:ext uri="{FF2B5EF4-FFF2-40B4-BE49-F238E27FC236}">
                <a16:creationId xmlns:a16="http://schemas.microsoft.com/office/drawing/2014/main" id="{675C2594-4774-7E68-19FA-EEA2D4C73473}"/>
              </a:ext>
            </a:extLst>
          </p:cNvPr>
          <p:cNvPicPr>
            <a:picLocks noChangeAspect="1"/>
          </p:cNvPicPr>
          <p:nvPr/>
        </p:nvPicPr>
        <p:blipFill>
          <a:blip r:embed="rId4"/>
          <a:srcRect/>
          <a:stretch/>
        </p:blipFill>
        <p:spPr>
          <a:xfrm>
            <a:off x="4732278" y="830849"/>
            <a:ext cx="4104499" cy="2282362"/>
          </a:xfrm>
          <a:prstGeom prst="rect">
            <a:avLst/>
          </a:prstGeom>
        </p:spPr>
      </p:pic>
      <p:sp>
        <p:nvSpPr>
          <p:cNvPr id="15" name="TextBox 14">
            <a:extLst>
              <a:ext uri="{FF2B5EF4-FFF2-40B4-BE49-F238E27FC236}">
                <a16:creationId xmlns:a16="http://schemas.microsoft.com/office/drawing/2014/main" id="{6602FBD4-3FFC-59A2-F4DB-F7DD3F78E717}"/>
              </a:ext>
            </a:extLst>
          </p:cNvPr>
          <p:cNvSpPr txBox="1"/>
          <p:nvPr/>
        </p:nvSpPr>
        <p:spPr>
          <a:xfrm>
            <a:off x="210627" y="3215937"/>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10ms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10ms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Highly accurate, very few errors.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STE effectively captures low-frequency male voice energy. The 10ms error is just frame shift.</a:t>
            </a:r>
          </a:p>
        </p:txBody>
      </p:sp>
      <p:sp>
        <p:nvSpPr>
          <p:cNvPr id="17" name="Rectangle: Rounded Corners 16">
            <a:extLst>
              <a:ext uri="{FF2B5EF4-FFF2-40B4-BE49-F238E27FC236}">
                <a16:creationId xmlns:a16="http://schemas.microsoft.com/office/drawing/2014/main" id="{49F30471-B620-323C-5868-BCDC95D64934}"/>
              </a:ext>
            </a:extLst>
          </p:cNvPr>
          <p:cNvSpPr/>
          <p:nvPr/>
        </p:nvSpPr>
        <p:spPr>
          <a:xfrm>
            <a:off x="4732278" y="3180969"/>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sp>
        <p:nvSpPr>
          <p:cNvPr id="19" name="TextBox 18">
            <a:extLst>
              <a:ext uri="{FF2B5EF4-FFF2-40B4-BE49-F238E27FC236}">
                <a16:creationId xmlns:a16="http://schemas.microsoft.com/office/drawing/2014/main" id="{476C6EAA-B154-C53C-800C-202DF0A7D3F6}"/>
              </a:ext>
            </a:extLst>
          </p:cNvPr>
          <p:cNvSpPr txBox="1"/>
          <p:nvPr/>
        </p:nvSpPr>
        <p:spPr>
          <a:xfrm>
            <a:off x="4725646" y="3200763"/>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15ms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15.81ms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Slight boundary deviation at speech edges.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Female voices contain unvoiced sounds (low STE) at word edges, causing early or late cuts.</a:t>
            </a:r>
          </a:p>
        </p:txBody>
      </p:sp>
    </p:spTree>
    <p:extLst>
      <p:ext uri="{BB962C8B-B14F-4D97-AF65-F5344CB8AC3E}">
        <p14:creationId xmlns:p14="http://schemas.microsoft.com/office/powerpoint/2010/main" val="161885165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11">
          <a:extLst>
            <a:ext uri="{FF2B5EF4-FFF2-40B4-BE49-F238E27FC236}">
              <a16:creationId xmlns:a16="http://schemas.microsoft.com/office/drawing/2014/main" id="{060B5713-BE00-A361-FC4A-8B11B297B91F}"/>
            </a:ext>
          </a:extLst>
        </p:cNvPr>
        <p:cNvGrpSpPr/>
        <p:nvPr/>
      </p:nvGrpSpPr>
      <p:grpSpPr>
        <a:xfrm>
          <a:off x="0" y="0"/>
          <a:ext cx="0" cy="0"/>
          <a:chOff x="0" y="0"/>
          <a:chExt cx="0" cy="0"/>
        </a:xfrm>
      </p:grpSpPr>
      <p:sp>
        <p:nvSpPr>
          <p:cNvPr id="1112" name="!!3">
            <a:extLst>
              <a:ext uri="{FF2B5EF4-FFF2-40B4-BE49-F238E27FC236}">
                <a16:creationId xmlns:a16="http://schemas.microsoft.com/office/drawing/2014/main" id="{80684CCA-BE9E-D357-A30B-52FB3D9BB0A4}"/>
              </a:ext>
            </a:extLst>
          </p:cNvPr>
          <p:cNvSpPr txBox="1">
            <a:spLocks noGrp="1"/>
          </p:cNvSpPr>
          <p:nvPr>
            <p:ph type="title"/>
          </p:nvPr>
        </p:nvSpPr>
        <p:spPr>
          <a:xfrm>
            <a:off x="2512660" y="715539"/>
            <a:ext cx="3946500" cy="18213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02</a:t>
            </a:r>
            <a:endParaRPr dirty="0"/>
          </a:p>
        </p:txBody>
      </p:sp>
      <p:sp>
        <p:nvSpPr>
          <p:cNvPr id="1113" name="!!1">
            <a:extLst>
              <a:ext uri="{FF2B5EF4-FFF2-40B4-BE49-F238E27FC236}">
                <a16:creationId xmlns:a16="http://schemas.microsoft.com/office/drawing/2014/main" id="{237EA76C-FAB4-2EFC-D12F-9F5D78B5E542}"/>
              </a:ext>
            </a:extLst>
          </p:cNvPr>
          <p:cNvSpPr txBox="1">
            <a:spLocks noGrp="1"/>
          </p:cNvSpPr>
          <p:nvPr>
            <p:ph type="title" idx="2"/>
          </p:nvPr>
        </p:nvSpPr>
        <p:spPr>
          <a:xfrm>
            <a:off x="1699834" y="2275964"/>
            <a:ext cx="4759076" cy="114705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latin typeface="Montserrat"/>
                <a:ea typeface="Montserrat"/>
                <a:cs typeface="Montserrat"/>
                <a:sym typeface="Montserrat"/>
              </a:rPr>
              <a:t>BINARY SEARCH</a:t>
            </a:r>
            <a:br>
              <a:rPr lang="en" dirty="0">
                <a:latin typeface="Montserrat"/>
                <a:ea typeface="Montserrat"/>
                <a:cs typeface="Montserrat"/>
                <a:sym typeface="Montserrat"/>
              </a:rPr>
            </a:br>
            <a:r>
              <a:rPr lang="en" dirty="0">
                <a:latin typeface="Montserrat"/>
                <a:ea typeface="Montserrat"/>
                <a:cs typeface="Montserrat"/>
                <a:sym typeface="Montserrat"/>
              </a:rPr>
              <a:t>ALGORITHM</a:t>
            </a:r>
            <a:endParaRPr dirty="0">
              <a:latin typeface="Montserrat"/>
              <a:ea typeface="Montserrat"/>
              <a:cs typeface="Montserrat"/>
              <a:sym typeface="Montserrat"/>
            </a:endParaRPr>
          </a:p>
        </p:txBody>
      </p:sp>
      <p:grpSp>
        <p:nvGrpSpPr>
          <p:cNvPr id="1115" name="!!2">
            <a:extLst>
              <a:ext uri="{FF2B5EF4-FFF2-40B4-BE49-F238E27FC236}">
                <a16:creationId xmlns:a16="http://schemas.microsoft.com/office/drawing/2014/main" id="{9115712C-9E48-3966-FDF7-7DC41FC5111E}"/>
              </a:ext>
            </a:extLst>
          </p:cNvPr>
          <p:cNvGrpSpPr/>
          <p:nvPr/>
        </p:nvGrpSpPr>
        <p:grpSpPr>
          <a:xfrm>
            <a:off x="2886682" y="2017430"/>
            <a:ext cx="3478000" cy="297870"/>
            <a:chOff x="4788672" y="2177404"/>
            <a:chExt cx="3478000" cy="192185"/>
          </a:xfrm>
        </p:grpSpPr>
        <p:sp>
          <p:nvSpPr>
            <p:cNvPr id="1116" name="Google Shape;1116;p33">
              <a:extLst>
                <a:ext uri="{FF2B5EF4-FFF2-40B4-BE49-F238E27FC236}">
                  <a16:creationId xmlns:a16="http://schemas.microsoft.com/office/drawing/2014/main" id="{D5041506-7F67-35B4-41B7-FF820CCA9FC3}"/>
                </a:ext>
              </a:extLst>
            </p:cNvPr>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a:extLst>
                <a:ext uri="{FF2B5EF4-FFF2-40B4-BE49-F238E27FC236}">
                  <a16:creationId xmlns:a16="http://schemas.microsoft.com/office/drawing/2014/main" id="{2EE0D355-5F18-D754-8A6B-D7AC72AB2534}"/>
                </a:ext>
              </a:extLst>
            </p:cNvPr>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a:extLst>
                <a:ext uri="{FF2B5EF4-FFF2-40B4-BE49-F238E27FC236}">
                  <a16:creationId xmlns:a16="http://schemas.microsoft.com/office/drawing/2014/main" id="{FE19CA53-A517-5B45-B27F-DDA49B3EB437}"/>
                </a:ext>
              </a:extLst>
            </p:cNvPr>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a:extLst>
                <a:ext uri="{FF2B5EF4-FFF2-40B4-BE49-F238E27FC236}">
                  <a16:creationId xmlns:a16="http://schemas.microsoft.com/office/drawing/2014/main" id="{1B9201EF-EE60-69B8-3935-F380F7DE822D}"/>
                </a:ext>
              </a:extLst>
            </p:cNvPr>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a:extLst>
              <a:ext uri="{FF2B5EF4-FFF2-40B4-BE49-F238E27FC236}">
                <a16:creationId xmlns:a16="http://schemas.microsoft.com/office/drawing/2014/main" id="{FEA7E9E9-3524-5FE4-AD41-A3B813C7B839}"/>
              </a:ext>
            </a:extLst>
          </p:cNvPr>
          <p:cNvGrpSpPr/>
          <p:nvPr/>
        </p:nvGrpSpPr>
        <p:grpSpPr>
          <a:xfrm flipH="1">
            <a:off x="7834772" y="2544125"/>
            <a:ext cx="1929500" cy="2210100"/>
            <a:chOff x="295725" y="-3462825"/>
            <a:chExt cx="1929500" cy="2210100"/>
          </a:xfrm>
        </p:grpSpPr>
        <p:sp>
          <p:nvSpPr>
            <p:cNvPr id="1121" name="Google Shape;1121;p33">
              <a:extLst>
                <a:ext uri="{FF2B5EF4-FFF2-40B4-BE49-F238E27FC236}">
                  <a16:creationId xmlns:a16="http://schemas.microsoft.com/office/drawing/2014/main" id="{982057BF-966E-A629-7D17-1FBA16EF8531}"/>
                </a:ext>
              </a:extLst>
            </p:cNvPr>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a:extLst>
                <a:ext uri="{FF2B5EF4-FFF2-40B4-BE49-F238E27FC236}">
                  <a16:creationId xmlns:a16="http://schemas.microsoft.com/office/drawing/2014/main" id="{2B93046F-5D94-AB4D-2B62-0DC7E4213BD6}"/>
                </a:ext>
              </a:extLst>
            </p:cNvPr>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a:extLst>
                <a:ext uri="{FF2B5EF4-FFF2-40B4-BE49-F238E27FC236}">
                  <a16:creationId xmlns:a16="http://schemas.microsoft.com/office/drawing/2014/main" id="{E1531CF7-C8F4-027A-044D-F48BDAB84D36}"/>
                </a:ext>
              </a:extLst>
            </p:cNvPr>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a:extLst>
                <a:ext uri="{FF2B5EF4-FFF2-40B4-BE49-F238E27FC236}">
                  <a16:creationId xmlns:a16="http://schemas.microsoft.com/office/drawing/2014/main" id="{1217F138-CCDA-F8A2-4D28-332B51CAC7D8}"/>
                </a:ext>
              </a:extLst>
            </p:cNvPr>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a:extLst>
                <a:ext uri="{FF2B5EF4-FFF2-40B4-BE49-F238E27FC236}">
                  <a16:creationId xmlns:a16="http://schemas.microsoft.com/office/drawing/2014/main" id="{60E82CCD-F3CB-AD80-9EC2-B5832132FC32}"/>
                </a:ext>
              </a:extLst>
            </p:cNvPr>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a:extLst>
                <a:ext uri="{FF2B5EF4-FFF2-40B4-BE49-F238E27FC236}">
                  <a16:creationId xmlns:a16="http://schemas.microsoft.com/office/drawing/2014/main" id="{EBD5C189-053F-03D6-6448-83FA568657BA}"/>
                </a:ext>
              </a:extLst>
            </p:cNvPr>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a:extLst>
                <a:ext uri="{FF2B5EF4-FFF2-40B4-BE49-F238E27FC236}">
                  <a16:creationId xmlns:a16="http://schemas.microsoft.com/office/drawing/2014/main" id="{1BB78F79-145F-F1CB-58FE-A0FFD78A5CD1}"/>
                </a:ext>
              </a:extLst>
            </p:cNvPr>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a:extLst>
                <a:ext uri="{FF2B5EF4-FFF2-40B4-BE49-F238E27FC236}">
                  <a16:creationId xmlns:a16="http://schemas.microsoft.com/office/drawing/2014/main" id="{2DE95582-F90A-46D1-0DE8-31AC0DA2C4A0}"/>
                </a:ext>
              </a:extLst>
            </p:cNvPr>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a:extLst>
                <a:ext uri="{FF2B5EF4-FFF2-40B4-BE49-F238E27FC236}">
                  <a16:creationId xmlns:a16="http://schemas.microsoft.com/office/drawing/2014/main" id="{BA8C086A-76F1-99CE-8F95-7EB8F34E8B32}"/>
                </a:ext>
              </a:extLst>
            </p:cNvPr>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a:extLst>
                <a:ext uri="{FF2B5EF4-FFF2-40B4-BE49-F238E27FC236}">
                  <a16:creationId xmlns:a16="http://schemas.microsoft.com/office/drawing/2014/main" id="{11267887-E9F6-D925-AA2B-C40FB78D7911}"/>
                </a:ext>
              </a:extLst>
            </p:cNvPr>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a:extLst>
                <a:ext uri="{FF2B5EF4-FFF2-40B4-BE49-F238E27FC236}">
                  <a16:creationId xmlns:a16="http://schemas.microsoft.com/office/drawing/2014/main" id="{F913BF70-69A6-30A5-203A-2E824B7894E1}"/>
                </a:ext>
              </a:extLst>
            </p:cNvPr>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a:extLst>
                <a:ext uri="{FF2B5EF4-FFF2-40B4-BE49-F238E27FC236}">
                  <a16:creationId xmlns:a16="http://schemas.microsoft.com/office/drawing/2014/main" id="{90153A4B-B7E9-1E3B-E11A-AAB67E9175D2}"/>
                </a:ext>
              </a:extLst>
            </p:cNvPr>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a:extLst>
                <a:ext uri="{FF2B5EF4-FFF2-40B4-BE49-F238E27FC236}">
                  <a16:creationId xmlns:a16="http://schemas.microsoft.com/office/drawing/2014/main" id="{C951B11B-2740-E7F0-B437-BE96FE074E2C}"/>
                </a:ext>
              </a:extLst>
            </p:cNvPr>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a:extLst>
                <a:ext uri="{FF2B5EF4-FFF2-40B4-BE49-F238E27FC236}">
                  <a16:creationId xmlns:a16="http://schemas.microsoft.com/office/drawing/2014/main" id="{FCCCC592-3F8E-693F-9188-254903926E7E}"/>
                </a:ext>
              </a:extLst>
            </p:cNvPr>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a:extLst>
                <a:ext uri="{FF2B5EF4-FFF2-40B4-BE49-F238E27FC236}">
                  <a16:creationId xmlns:a16="http://schemas.microsoft.com/office/drawing/2014/main" id="{37E17F34-966B-DF91-F9FD-3B635B730D90}"/>
                </a:ext>
              </a:extLst>
            </p:cNvPr>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a:extLst>
                <a:ext uri="{FF2B5EF4-FFF2-40B4-BE49-F238E27FC236}">
                  <a16:creationId xmlns:a16="http://schemas.microsoft.com/office/drawing/2014/main" id="{23D53B47-2696-7E6A-F3BC-73CE9A591719}"/>
                </a:ext>
              </a:extLst>
            </p:cNvPr>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a:extLst>
                <a:ext uri="{FF2B5EF4-FFF2-40B4-BE49-F238E27FC236}">
                  <a16:creationId xmlns:a16="http://schemas.microsoft.com/office/drawing/2014/main" id="{D64C704E-BD1F-675D-9E1E-AAEC67518E0F}"/>
                </a:ext>
              </a:extLst>
            </p:cNvPr>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a:extLst>
                <a:ext uri="{FF2B5EF4-FFF2-40B4-BE49-F238E27FC236}">
                  <a16:creationId xmlns:a16="http://schemas.microsoft.com/office/drawing/2014/main" id="{3A6ABD6C-8B3D-A4EB-58DA-E767451E3CB9}"/>
                </a:ext>
              </a:extLst>
            </p:cNvPr>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a:extLst>
                <a:ext uri="{FF2B5EF4-FFF2-40B4-BE49-F238E27FC236}">
                  <a16:creationId xmlns:a16="http://schemas.microsoft.com/office/drawing/2014/main" id="{7FDBD34C-5FF2-8FCE-F45C-786C73657040}"/>
                </a:ext>
              </a:extLst>
            </p:cNvPr>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a:extLst>
                <a:ext uri="{FF2B5EF4-FFF2-40B4-BE49-F238E27FC236}">
                  <a16:creationId xmlns:a16="http://schemas.microsoft.com/office/drawing/2014/main" id="{6D78D713-2E87-EA75-F92F-026AD9C481FA}"/>
                </a:ext>
              </a:extLst>
            </p:cNvPr>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a:extLst>
                <a:ext uri="{FF2B5EF4-FFF2-40B4-BE49-F238E27FC236}">
                  <a16:creationId xmlns:a16="http://schemas.microsoft.com/office/drawing/2014/main" id="{B8802FE5-471E-BE90-0056-E48261F262D7}"/>
                </a:ext>
              </a:extLst>
            </p:cNvPr>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a:extLst>
                <a:ext uri="{FF2B5EF4-FFF2-40B4-BE49-F238E27FC236}">
                  <a16:creationId xmlns:a16="http://schemas.microsoft.com/office/drawing/2014/main" id="{44EA9B56-DF72-F185-E424-241A7C5E19C9}"/>
                </a:ext>
              </a:extLst>
            </p:cNvPr>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a:extLst>
                <a:ext uri="{FF2B5EF4-FFF2-40B4-BE49-F238E27FC236}">
                  <a16:creationId xmlns:a16="http://schemas.microsoft.com/office/drawing/2014/main" id="{52450DA2-6E03-3687-10E3-ABEACC7DBA95}"/>
                </a:ext>
              </a:extLst>
            </p:cNvPr>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a:extLst>
                <a:ext uri="{FF2B5EF4-FFF2-40B4-BE49-F238E27FC236}">
                  <a16:creationId xmlns:a16="http://schemas.microsoft.com/office/drawing/2014/main" id="{D49139DF-DD72-8F91-3300-4177DE0BBE1E}"/>
                </a:ext>
              </a:extLst>
            </p:cNvPr>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a:extLst>
                <a:ext uri="{FF2B5EF4-FFF2-40B4-BE49-F238E27FC236}">
                  <a16:creationId xmlns:a16="http://schemas.microsoft.com/office/drawing/2014/main" id="{9D434482-A902-6344-75A4-20A1D9453E07}"/>
                </a:ext>
              </a:extLst>
            </p:cNvPr>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a:extLst>
              <a:ext uri="{FF2B5EF4-FFF2-40B4-BE49-F238E27FC236}">
                <a16:creationId xmlns:a16="http://schemas.microsoft.com/office/drawing/2014/main" id="{7DFF4AE0-4DE7-75DB-CE9B-7DA74A38210A}"/>
              </a:ext>
            </a:extLst>
          </p:cNvPr>
          <p:cNvGrpSpPr/>
          <p:nvPr/>
        </p:nvGrpSpPr>
        <p:grpSpPr>
          <a:xfrm>
            <a:off x="1005972" y="2347838"/>
            <a:ext cx="873188" cy="546900"/>
            <a:chOff x="1115510" y="4327288"/>
            <a:chExt cx="873188" cy="546900"/>
          </a:xfrm>
        </p:grpSpPr>
        <p:sp>
          <p:nvSpPr>
            <p:cNvPr id="1147" name="Google Shape;1147;p33">
              <a:extLst>
                <a:ext uri="{FF2B5EF4-FFF2-40B4-BE49-F238E27FC236}">
                  <a16:creationId xmlns:a16="http://schemas.microsoft.com/office/drawing/2014/main" id="{1EDCA48B-681C-23F7-F689-81155CAE0BB3}"/>
                </a:ext>
              </a:extLst>
            </p:cNvPr>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a:extLst>
                <a:ext uri="{FF2B5EF4-FFF2-40B4-BE49-F238E27FC236}">
                  <a16:creationId xmlns:a16="http://schemas.microsoft.com/office/drawing/2014/main" id="{F0BE899D-4FB0-C104-3E92-CD14B1FB9E8A}"/>
                </a:ext>
              </a:extLst>
            </p:cNvPr>
            <p:cNvGrpSpPr/>
            <p:nvPr/>
          </p:nvGrpSpPr>
          <p:grpSpPr>
            <a:xfrm flipH="1">
              <a:off x="1664772" y="4493938"/>
              <a:ext cx="323925" cy="323650"/>
              <a:chOff x="1608625" y="299800"/>
              <a:chExt cx="323925" cy="323650"/>
            </a:xfrm>
          </p:grpSpPr>
          <p:sp>
            <p:nvSpPr>
              <p:cNvPr id="1149" name="Google Shape;1149;p33">
                <a:extLst>
                  <a:ext uri="{FF2B5EF4-FFF2-40B4-BE49-F238E27FC236}">
                    <a16:creationId xmlns:a16="http://schemas.microsoft.com/office/drawing/2014/main" id="{12BDD812-B336-7A31-9C10-05ABC841C16C}"/>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a:extLst>
                  <a:ext uri="{FF2B5EF4-FFF2-40B4-BE49-F238E27FC236}">
                    <a16:creationId xmlns:a16="http://schemas.microsoft.com/office/drawing/2014/main" id="{B7BB9FBE-445C-AE71-5DDA-D98F0E9D30F4}"/>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a:extLst>
                  <a:ext uri="{FF2B5EF4-FFF2-40B4-BE49-F238E27FC236}">
                    <a16:creationId xmlns:a16="http://schemas.microsoft.com/office/drawing/2014/main" id="{33879273-C4F0-9589-C640-88B28915D69F}"/>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 name="Rectangle: Rounded Corners 1">
            <a:extLst>
              <a:ext uri="{FF2B5EF4-FFF2-40B4-BE49-F238E27FC236}">
                <a16:creationId xmlns:a16="http://schemas.microsoft.com/office/drawing/2014/main" id="{0AFA97A6-0ABF-AF32-4650-772663227807}"/>
              </a:ext>
            </a:extLst>
          </p:cNvPr>
          <p:cNvSpPr/>
          <p:nvPr/>
        </p:nvSpPr>
        <p:spPr>
          <a:xfrm>
            <a:off x="3142770" y="3849326"/>
            <a:ext cx="3252913" cy="387487"/>
          </a:xfrm>
          <a:prstGeom prst="roundRect">
            <a:avLst/>
          </a:prstGeom>
          <a:ln>
            <a:solidFill>
              <a:schemeClr val="bg1">
                <a:lumMod val="5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Montserrat" panose="00000500000000000000" pitchFamily="2" charset="0"/>
              </a:rPr>
              <a:t>Presented by Huỳnh Hiếu Nghĩa</a:t>
            </a:r>
          </a:p>
        </p:txBody>
      </p:sp>
    </p:spTree>
    <p:extLst>
      <p:ext uri="{BB962C8B-B14F-4D97-AF65-F5344CB8AC3E}">
        <p14:creationId xmlns:p14="http://schemas.microsoft.com/office/powerpoint/2010/main" val="261101127"/>
      </p:ext>
    </p:extLst>
  </p:cSld>
  <p:clrMapOvr>
    <a:masterClrMapping/>
  </p:clrMapOvr>
  <mc:AlternateContent xmlns:mc="http://schemas.openxmlformats.org/markup-compatibility/2006">
    <mc:Choice xmlns:p14="http://schemas.microsoft.com/office/powerpoint/2010/main" Requires="p14">
      <p:transition spd="slow" p14:dur="1300">
        <p14:pan dir="u"/>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4D173E16-9897-E93D-17E7-D8272F609853}"/>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6CD92C8E-2636-0112-47D6-DC01006B302D}"/>
              </a:ext>
            </a:extLst>
          </p:cNvPr>
          <p:cNvSpPr/>
          <p:nvPr/>
        </p:nvSpPr>
        <p:spPr>
          <a:xfrm>
            <a:off x="221578" y="1034553"/>
            <a:ext cx="1438888" cy="79103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Start</a:t>
            </a:r>
          </a:p>
        </p:txBody>
      </p:sp>
      <p:sp>
        <p:nvSpPr>
          <p:cNvPr id="1039" name="!!1">
            <a:extLst>
              <a:ext uri="{FF2B5EF4-FFF2-40B4-BE49-F238E27FC236}">
                <a16:creationId xmlns:a16="http://schemas.microsoft.com/office/drawing/2014/main" id="{3BB3FCB4-FAC5-A6ED-1A97-36D8B783A037}"/>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697168BE-B2DF-E1A9-02F1-74FB0DEA1E3C}"/>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D1A2501C-F5CC-A935-0533-5CF584063D6C}"/>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3376FC2F-F20B-92C3-2C99-A7704BB4390E}"/>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E090B611-CB8E-177B-F4E6-73A5FEF3ED01}"/>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E984B337-38F5-CDAD-93DC-8537F3EB5456}"/>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6D07DECA-3CBD-DA92-448B-9A4694EDC133}"/>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7F9D6772-C3B7-EB27-DEA8-6FFB0D8053F0}"/>
              </a:ext>
            </a:extLst>
          </p:cNvPr>
          <p:cNvGrpSpPr/>
          <p:nvPr/>
        </p:nvGrpSpPr>
        <p:grpSpPr>
          <a:xfrm>
            <a:off x="6534260" y="3849310"/>
            <a:ext cx="713803" cy="706547"/>
            <a:chOff x="-4017975" y="616650"/>
            <a:chExt cx="814100" cy="805825"/>
          </a:xfrm>
        </p:grpSpPr>
        <p:sp>
          <p:nvSpPr>
            <p:cNvPr id="1057" name="Google Shape;1057;p31">
              <a:extLst>
                <a:ext uri="{FF2B5EF4-FFF2-40B4-BE49-F238E27FC236}">
                  <a16:creationId xmlns:a16="http://schemas.microsoft.com/office/drawing/2014/main" id="{AC5E03D9-23DA-0B2F-C198-198DF6F7ACC5}"/>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99CF1917-2FF1-39FE-F05F-E0A548B03B84}"/>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C0C88ECB-620B-C350-2567-8974BA1D4A64}"/>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8437D908-EC56-2FDE-EEFB-EBD2F1F15F8C}"/>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FF337AC1-1606-3AE0-DFE8-416A5C4C3E03}"/>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3A5F0757-C69B-D9B0-DC45-F14191608E39}"/>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94BBC81C-D28A-C086-8A20-4791BD95BE53}"/>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5C874975-93B1-4C56-794F-03140AF44FEB}"/>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31E2327D-CB60-6054-945C-4370A401CC9F}"/>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D0AD1DA3-18A9-948C-420D-C518B9404FF8}"/>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62F2DDE0-354C-E7F2-A674-93AD9DFACA2A}"/>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A2A46F1E-8152-33FD-6ECC-680B144FB64C}"/>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6213825F-654D-7F98-5883-BAFD8E73C5F4}"/>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Tree>
    <p:extLst>
      <p:ext uri="{BB962C8B-B14F-4D97-AF65-F5344CB8AC3E}">
        <p14:creationId xmlns:p14="http://schemas.microsoft.com/office/powerpoint/2010/main" val="18463407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DF3B2F99-5D48-167B-B4D8-04E3B7ACF432}"/>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DF31E644-8E8E-5919-0094-4C14DCE13F75}"/>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01E461E7-4A64-BECC-EFDE-12109008838B}"/>
              </a:ext>
            </a:extLst>
          </p:cNvPr>
          <p:cNvSpPr txBox="1">
            <a:spLocks noGrp="1"/>
          </p:cNvSpPr>
          <p:nvPr>
            <p:ph type="title"/>
          </p:nvPr>
        </p:nvSpPr>
        <p:spPr>
          <a:xfrm>
            <a:off x="775166" y="118260"/>
            <a:ext cx="7578300" cy="572700"/>
          </a:xfrm>
          <a:prstGeom prst="rect">
            <a:avLst/>
          </a:prstGeom>
          <a:ln>
            <a:noFill/>
          </a:ln>
        </p:spPr>
        <p:txBody>
          <a:bodyPr spcFirstLastPara="1" wrap="square" lIns="91425" tIns="0" rIns="91425" bIns="0" anchor="ctr" anchorCtr="0">
            <a:noAutofit/>
          </a:bodyPr>
          <a:lstStyle/>
          <a:p>
            <a:pPr marL="0" lvl="0" indent="0" algn="ctr" rtl="0">
              <a:spcBef>
                <a:spcPts val="0"/>
              </a:spcBef>
              <a:spcAft>
                <a:spcPts val="0"/>
              </a:spcAft>
              <a:buNone/>
            </a:pPr>
            <a:r>
              <a:rPr lang="en" dirty="0"/>
              <a:t>HISTOGRAM: </a:t>
            </a:r>
            <a:r>
              <a:rPr lang="en" dirty="0">
                <a:solidFill>
                  <a:schemeClr val="bg1">
                    <a:lumMod val="50000"/>
                  </a:schemeClr>
                </a:solidFill>
              </a:rPr>
              <a:t>IDEA</a:t>
            </a:r>
            <a:endParaRPr dirty="0">
              <a:solidFill>
                <a:schemeClr val="bg1">
                  <a:lumMod val="50000"/>
                </a:schemeClr>
              </a:solidFill>
            </a:endParaRPr>
          </a:p>
        </p:txBody>
      </p:sp>
      <p:grpSp>
        <p:nvGrpSpPr>
          <p:cNvPr id="1042" name="!!2">
            <a:extLst>
              <a:ext uri="{FF2B5EF4-FFF2-40B4-BE49-F238E27FC236}">
                <a16:creationId xmlns:a16="http://schemas.microsoft.com/office/drawing/2014/main" id="{2E6FFA50-D992-961F-B5FC-45445280AA2B}"/>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6D3C611C-643C-F971-AACC-D6657A01B8D6}"/>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A2DF51BC-D5D1-FA5E-87DF-C1DE1B3B8690}"/>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F734B795-7759-D941-C8EF-B30DE897C797}"/>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978C64D9-50E7-A19C-5FE4-EEDA92AFAA34}"/>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0F5EEA74-EDBD-A999-92BE-9795DA0AA225}"/>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46EBAFA6-B4C6-4353-41CE-4CE8ABE8FADB}"/>
              </a:ext>
            </a:extLst>
          </p:cNvPr>
          <p:cNvGrpSpPr/>
          <p:nvPr/>
        </p:nvGrpSpPr>
        <p:grpSpPr>
          <a:xfrm>
            <a:off x="6534260" y="3849310"/>
            <a:ext cx="713803" cy="706547"/>
            <a:chOff x="-4017975" y="616650"/>
            <a:chExt cx="814100" cy="805825"/>
          </a:xfrm>
        </p:grpSpPr>
        <p:sp>
          <p:nvSpPr>
            <p:cNvPr id="1057" name="Google Shape;1057;p31">
              <a:extLst>
                <a:ext uri="{FF2B5EF4-FFF2-40B4-BE49-F238E27FC236}">
                  <a16:creationId xmlns:a16="http://schemas.microsoft.com/office/drawing/2014/main" id="{530562FC-736D-40D0-16A3-C22CA5E88BFC}"/>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90A34C27-37E5-B173-12AA-114D9A7AEC92}"/>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FD30EC23-774D-9437-9DBD-E263E08EA241}"/>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D0616D9F-5B8A-76BF-9DB9-A0DA705FDA84}"/>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6F560F7F-6ADA-53EF-3FCE-F697F6CE1F92}"/>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18443DE4-AF0D-1C85-D973-60DB10AD2217}"/>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64EF8C8B-664E-C566-D731-90FBA49A6E3E}"/>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602E4555-C902-710D-F4F6-DD0D2228DA84}"/>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F536D382-023A-2318-15EB-D7D2FB99B27E}"/>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BF7190E8-5D18-6F14-4F4D-4DD2AF3B9405}"/>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703A9FD6-73F6-6B49-7CDC-2E9CAD667EDD}"/>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0BDE5236-2CA4-F790-F3B4-48B39F1A845A}"/>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355B3659-F211-5DA8-3FA4-46BC932EA663}"/>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9C7C030D-621B-3743-B44D-7B3C13C4DE3C}"/>
              </a:ext>
            </a:extLst>
          </p:cNvPr>
          <p:cNvSpPr/>
          <p:nvPr/>
        </p:nvSpPr>
        <p:spPr>
          <a:xfrm>
            <a:off x="3125368" y="877125"/>
            <a:ext cx="2893264" cy="96708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Audio Signals </a:t>
            </a:r>
          </a:p>
          <a:p>
            <a:pPr algn="ctr"/>
            <a:r>
              <a:rPr lang="en-US" sz="1800" dirty="0">
                <a:latin typeface="Bahnschrift" panose="020B0502040204020203" pitchFamily="34" charset="0"/>
              </a:rPr>
              <a:t>(.wav and .lab files)</a:t>
            </a:r>
          </a:p>
        </p:txBody>
      </p:sp>
      <p:cxnSp>
        <p:nvCxnSpPr>
          <p:cNvPr id="1102" name="Straight Arrow Connector 1101">
            <a:extLst>
              <a:ext uri="{FF2B5EF4-FFF2-40B4-BE49-F238E27FC236}">
                <a16:creationId xmlns:a16="http://schemas.microsoft.com/office/drawing/2014/main" id="{DD683E1E-79BC-8769-2449-F9E1F020A075}"/>
              </a:ext>
            </a:extLst>
          </p:cNvPr>
          <p:cNvCxnSpPr>
            <a:cxnSpLocks/>
          </p:cNvCxnSpPr>
          <p:nvPr/>
        </p:nvCxnSpPr>
        <p:spPr>
          <a:xfrm flipV="1">
            <a:off x="1744850" y="4691621"/>
            <a:ext cx="316210" cy="1248"/>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10">
            <a:extLst>
              <a:ext uri="{FF2B5EF4-FFF2-40B4-BE49-F238E27FC236}">
                <a16:creationId xmlns:a16="http://schemas.microsoft.com/office/drawing/2014/main" id="{B5DAAEB9-E83B-4F81-66DE-B2DE33560A41}"/>
              </a:ext>
            </a:extLst>
          </p:cNvPr>
          <p:cNvCxnSpPr>
            <a:cxnSpLocks/>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B3D6DA17-E598-88EA-C978-BA7DA161D164}"/>
              </a:ext>
            </a:extLst>
          </p:cNvPr>
          <p:cNvPicPr>
            <a:picLocks noChangeAspect="1"/>
          </p:cNvPicPr>
          <p:nvPr/>
        </p:nvPicPr>
        <p:blipFill>
          <a:blip r:embed="rId3"/>
          <a:stretch>
            <a:fillRect/>
          </a:stretch>
        </p:blipFill>
        <p:spPr>
          <a:xfrm>
            <a:off x="309702" y="2217174"/>
            <a:ext cx="1874920" cy="2128495"/>
          </a:xfrm>
          <a:prstGeom prst="rect">
            <a:avLst/>
          </a:prstGeom>
          <a:ln w="28575">
            <a:solidFill>
              <a:schemeClr val="bg1">
                <a:lumMod val="50000"/>
              </a:schemeClr>
            </a:solidFill>
          </a:ln>
        </p:spPr>
      </p:pic>
      <p:sp>
        <p:nvSpPr>
          <p:cNvPr id="7" name="Google Shape;1040;p31">
            <a:extLst>
              <a:ext uri="{FF2B5EF4-FFF2-40B4-BE49-F238E27FC236}">
                <a16:creationId xmlns:a16="http://schemas.microsoft.com/office/drawing/2014/main" id="{E9DDA520-4F56-C187-5488-FC9141C37135}"/>
              </a:ext>
            </a:extLst>
          </p:cNvPr>
          <p:cNvSpPr txBox="1">
            <a:spLocks noGrp="1"/>
          </p:cNvSpPr>
          <p:nvPr>
            <p:ph type="subTitle" idx="1"/>
          </p:nvPr>
        </p:nvSpPr>
        <p:spPr>
          <a:xfrm>
            <a:off x="2440692" y="2883948"/>
            <a:ext cx="3708217" cy="1187433"/>
          </a:xfrm>
          <a:prstGeom prst="rect">
            <a:avLst/>
          </a:prstGeom>
        </p:spPr>
        <p:txBody>
          <a:bodyPr spcFirstLastPara="1" wrap="square" lIns="91425" tIns="0" rIns="91425" bIns="0" anchor="ctr" anchorCtr="0">
            <a:noAutofit/>
          </a:bodyPr>
          <a:lstStyle/>
          <a:p>
            <a:pPr marL="0" lvl="0" indent="0" algn="ctr" rtl="0">
              <a:lnSpc>
                <a:spcPct val="150000"/>
              </a:lnSpc>
              <a:spcBef>
                <a:spcPts val="0"/>
              </a:spcBef>
              <a:spcAft>
                <a:spcPts val="0"/>
              </a:spcAft>
              <a:buClr>
                <a:schemeClr val="bg1"/>
              </a:buClr>
            </a:pPr>
            <a:r>
              <a:rPr lang="en-US" sz="1800" dirty="0">
                <a:solidFill>
                  <a:schemeClr val="bg1"/>
                </a:solidFill>
              </a:rPr>
              <a:t>Read files from </a:t>
            </a:r>
            <a:r>
              <a:rPr lang="en-US" sz="1800" b="1" dirty="0" err="1">
                <a:solidFill>
                  <a:schemeClr val="bg1"/>
                </a:solidFill>
              </a:rPr>
              <a:t>TinHieuHuanLuyen</a:t>
            </a:r>
            <a:r>
              <a:rPr lang="en-US" sz="1800" dirty="0">
                <a:solidFill>
                  <a:schemeClr val="bg1"/>
                </a:solidFill>
              </a:rPr>
              <a:t> directory.</a:t>
            </a:r>
            <a:endParaRPr sz="1800" dirty="0">
              <a:solidFill>
                <a:schemeClr val="bg1"/>
              </a:solidFill>
            </a:endParaRPr>
          </a:p>
        </p:txBody>
      </p:sp>
      <p:pic>
        <p:nvPicPr>
          <p:cNvPr id="12" name="Picture 11">
            <a:extLst>
              <a:ext uri="{FF2B5EF4-FFF2-40B4-BE49-F238E27FC236}">
                <a16:creationId xmlns:a16="http://schemas.microsoft.com/office/drawing/2014/main" id="{7665E151-844E-1ED2-345C-918F49D78EE9}"/>
              </a:ext>
            </a:extLst>
          </p:cNvPr>
          <p:cNvPicPr>
            <a:picLocks noChangeAspect="1"/>
          </p:cNvPicPr>
          <p:nvPr/>
        </p:nvPicPr>
        <p:blipFill>
          <a:blip r:embed="rId4"/>
          <a:stretch>
            <a:fillRect/>
          </a:stretch>
        </p:blipFill>
        <p:spPr>
          <a:xfrm>
            <a:off x="6361512" y="1729381"/>
            <a:ext cx="2512134" cy="3112549"/>
          </a:xfrm>
          <a:prstGeom prst="rect">
            <a:avLst/>
          </a:prstGeom>
          <a:ln w="28575">
            <a:solidFill>
              <a:schemeClr val="bg1">
                <a:lumMod val="50000"/>
              </a:schemeClr>
            </a:solidFill>
          </a:ln>
        </p:spPr>
      </p:pic>
      <p:cxnSp>
        <p:nvCxnSpPr>
          <p:cNvPr id="16" name="Connector: Curved 15">
            <a:extLst>
              <a:ext uri="{FF2B5EF4-FFF2-40B4-BE49-F238E27FC236}">
                <a16:creationId xmlns:a16="http://schemas.microsoft.com/office/drawing/2014/main" id="{C8309687-3D39-67B4-8AE2-C1B2B5A884F8}"/>
              </a:ext>
            </a:extLst>
          </p:cNvPr>
          <p:cNvCxnSpPr>
            <a:cxnSpLocks/>
          </p:cNvCxnSpPr>
          <p:nvPr/>
        </p:nvCxnSpPr>
        <p:spPr>
          <a:xfrm>
            <a:off x="2455523" y="2786542"/>
            <a:ext cx="654965" cy="498911"/>
          </a:xfrm>
          <a:prstGeom prst="curvedConnector3">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16">
            <a:extLst>
              <a:ext uri="{FF2B5EF4-FFF2-40B4-BE49-F238E27FC236}">
                <a16:creationId xmlns:a16="http://schemas.microsoft.com/office/drawing/2014/main" id="{1F7AB45D-4C8D-F5FB-26AC-74CC68406BCC}"/>
              </a:ext>
            </a:extLst>
          </p:cNvPr>
          <p:cNvCxnSpPr>
            <a:cxnSpLocks/>
          </p:cNvCxnSpPr>
          <p:nvPr/>
        </p:nvCxnSpPr>
        <p:spPr>
          <a:xfrm flipV="1">
            <a:off x="5460150" y="2766012"/>
            <a:ext cx="703590" cy="517436"/>
          </a:xfrm>
          <a:prstGeom prst="curvedConnector3">
            <a:avLst>
              <a:gd name="adj1" fmla="val 50000"/>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21662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09B04B6C-5EF9-9E3F-4259-8684CBAB84C6}"/>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6CE076F0-5876-05BD-DF39-C3C3446A07CA}"/>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ECC70925-3F68-FAA3-6765-1466AA9B8B08}"/>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CF9F8BE7-CC91-1284-32A6-17DBF595F088}"/>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DE86414B-D9DF-F4DA-0D2B-21C5D2D87970}"/>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81F78AE5-417F-4722-429F-402175BBBD38}"/>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DB58BB50-4B58-485D-7994-813B10C937CA}"/>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37A7AD31-6A33-2591-A420-97CDD7A87A24}"/>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FF5F8496-C756-157B-69C2-89A4858F80D7}"/>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91935902-4DBA-5382-B27B-8547B47E5B09}"/>
              </a:ext>
            </a:extLst>
          </p:cNvPr>
          <p:cNvGrpSpPr/>
          <p:nvPr/>
        </p:nvGrpSpPr>
        <p:grpSpPr>
          <a:xfrm>
            <a:off x="6534260" y="3849310"/>
            <a:ext cx="713803" cy="706547"/>
            <a:chOff x="-4017975" y="616650"/>
            <a:chExt cx="814100" cy="805825"/>
          </a:xfrm>
        </p:grpSpPr>
        <p:sp>
          <p:nvSpPr>
            <p:cNvPr id="1057" name="Google Shape;1057;p31">
              <a:extLst>
                <a:ext uri="{FF2B5EF4-FFF2-40B4-BE49-F238E27FC236}">
                  <a16:creationId xmlns:a16="http://schemas.microsoft.com/office/drawing/2014/main" id="{52B05EA3-FB37-077B-BD5D-BEAB95B4707D}"/>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13CD8BDF-5CA9-AB2B-A5C4-250BDA49F2D2}"/>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A1D481FE-EB81-E2F2-15AA-2A603931C514}"/>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68F7D2C8-48B3-E3EE-2B94-D1A13C77C900}"/>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DCC20C9C-ABAE-B32D-6C7C-D7FF6A37AAC1}"/>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73A7A3DA-5132-7B7D-AD8D-4AD977EE78CD}"/>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E6965C0A-6311-D3F6-CEAF-8D67E7DDE04B}"/>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E91238D8-D4F7-6236-B488-C3756FF232B7}"/>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B0282062-4F70-B968-B7C8-42E2E43A3ED2}"/>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050703A6-414C-DA0E-B9F0-500464B59B33}"/>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5FBAD3CF-F234-626F-5207-B88A2D84A274}"/>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2E34957C-86FF-AE9C-FD20-65F7050D7EBD}"/>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87D70DF4-4420-B202-AA91-DF2E72CFF243}"/>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7CCA3DE9-275F-FF14-E7B9-7BB09FDD7B12}"/>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48E50DDA-00BD-C3E9-AAE2-58C772C3F512}"/>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6F6E2AE9-D899-DE63-7277-8885E18A4AEE}"/>
              </a:ext>
            </a:extLst>
          </p:cNvPr>
          <p:cNvSpPr/>
          <p:nvPr/>
        </p:nvSpPr>
        <p:spPr>
          <a:xfrm>
            <a:off x="3127261" y="861724"/>
            <a:ext cx="2889478" cy="97014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Break the signals into 25ms frames, 10ms shift.</a:t>
            </a:r>
          </a:p>
        </p:txBody>
      </p:sp>
      <p:cxnSp>
        <p:nvCxnSpPr>
          <p:cNvPr id="1102" name="Straight Arrow Connector 1101">
            <a:extLst>
              <a:ext uri="{FF2B5EF4-FFF2-40B4-BE49-F238E27FC236}">
                <a16:creationId xmlns:a16="http://schemas.microsoft.com/office/drawing/2014/main" id="{044B369B-5CC7-90CD-D8C7-F220F09BA46F}"/>
              </a:ext>
            </a:extLst>
          </p:cNvPr>
          <p:cNvCxnSpPr>
            <a:cxnSpLocks/>
          </p:cNvCxnSpPr>
          <p:nvPr/>
        </p:nvCxnSpPr>
        <p:spPr>
          <a:xfrm flipV="1">
            <a:off x="1744850" y="4691621"/>
            <a:ext cx="316210" cy="1248"/>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7E8CA975-BC75-B662-864E-995565FE724F}"/>
              </a:ext>
            </a:extLst>
          </p:cNvPr>
          <p:cNvPicPr>
            <a:picLocks noChangeAspect="1"/>
          </p:cNvPicPr>
          <p:nvPr/>
        </p:nvPicPr>
        <p:blipFill>
          <a:blip r:embed="rId3"/>
          <a:stretch>
            <a:fillRect/>
          </a:stretch>
        </p:blipFill>
        <p:spPr>
          <a:xfrm>
            <a:off x="216158" y="2741898"/>
            <a:ext cx="5302028" cy="2174600"/>
          </a:xfrm>
          <a:prstGeom prst="rect">
            <a:avLst/>
          </a:prstGeom>
          <a:ln w="28575">
            <a:solidFill>
              <a:schemeClr val="bg1">
                <a:lumMod val="50000"/>
              </a:schemeClr>
            </a:solidFill>
          </a:ln>
        </p:spPr>
      </p:pic>
      <p:sp>
        <p:nvSpPr>
          <p:cNvPr id="13" name="Arrow: Right 12">
            <a:extLst>
              <a:ext uri="{FF2B5EF4-FFF2-40B4-BE49-F238E27FC236}">
                <a16:creationId xmlns:a16="http://schemas.microsoft.com/office/drawing/2014/main" id="{2663E8BD-CA68-1099-ABE1-9159180C7855}"/>
              </a:ext>
            </a:extLst>
          </p:cNvPr>
          <p:cNvSpPr/>
          <p:nvPr/>
        </p:nvSpPr>
        <p:spPr>
          <a:xfrm>
            <a:off x="5669253" y="3498589"/>
            <a:ext cx="490310" cy="412784"/>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4C3D88E9-A6CF-7C65-3C69-42C285D6BA91}"/>
              </a:ext>
            </a:extLst>
          </p:cNvPr>
          <p:cNvPicPr>
            <a:picLocks noChangeAspect="1"/>
          </p:cNvPicPr>
          <p:nvPr/>
        </p:nvPicPr>
        <p:blipFill>
          <a:blip r:embed="rId4"/>
          <a:stretch>
            <a:fillRect/>
          </a:stretch>
        </p:blipFill>
        <p:spPr>
          <a:xfrm>
            <a:off x="6253651" y="3356279"/>
            <a:ext cx="2727855" cy="676201"/>
          </a:xfrm>
          <a:prstGeom prst="rect">
            <a:avLst/>
          </a:prstGeom>
        </p:spPr>
      </p:pic>
      <p:sp>
        <p:nvSpPr>
          <p:cNvPr id="16" name="Google Shape;1040;p31">
            <a:extLst>
              <a:ext uri="{FF2B5EF4-FFF2-40B4-BE49-F238E27FC236}">
                <a16:creationId xmlns:a16="http://schemas.microsoft.com/office/drawing/2014/main" id="{FDCD9A6C-AF2F-3527-1F78-DD6BBBACC062}"/>
              </a:ext>
            </a:extLst>
          </p:cNvPr>
          <p:cNvSpPr txBox="1">
            <a:spLocks noGrp="1"/>
          </p:cNvSpPr>
          <p:nvPr>
            <p:ph type="subTitle" idx="1"/>
          </p:nvPr>
        </p:nvSpPr>
        <p:spPr>
          <a:xfrm>
            <a:off x="6110248" y="2184675"/>
            <a:ext cx="2830600" cy="951516"/>
          </a:xfrm>
          <a:prstGeom prst="rect">
            <a:avLst/>
          </a:prstGeom>
        </p:spPr>
        <p:txBody>
          <a:bodyPr spcFirstLastPara="1" wrap="square" lIns="91425" tIns="0" rIns="91425" bIns="0" anchor="ctr" anchorCtr="0">
            <a:noAutofit/>
          </a:bodyPr>
          <a:lstStyle/>
          <a:p>
            <a:pPr marL="0" lvl="0" indent="0" algn="ctr" rtl="0">
              <a:lnSpc>
                <a:spcPct val="150000"/>
              </a:lnSpc>
              <a:spcBef>
                <a:spcPts val="0"/>
              </a:spcBef>
              <a:spcAft>
                <a:spcPts val="0"/>
              </a:spcAft>
              <a:buClr>
                <a:schemeClr val="bg1"/>
              </a:buClr>
            </a:pPr>
            <a:r>
              <a:rPr lang="en-US" sz="1800" b="1" dirty="0">
                <a:solidFill>
                  <a:schemeClr val="bg1"/>
                </a:solidFill>
              </a:rPr>
              <a:t>FRAME_MS = 25 (</a:t>
            </a:r>
            <a:r>
              <a:rPr lang="en-US" sz="1800" b="1" dirty="0" err="1">
                <a:solidFill>
                  <a:schemeClr val="bg1"/>
                </a:solidFill>
              </a:rPr>
              <a:t>ms</a:t>
            </a:r>
            <a:r>
              <a:rPr lang="en-US" sz="1800" b="1" dirty="0">
                <a:solidFill>
                  <a:schemeClr val="bg1"/>
                </a:solidFill>
              </a:rPr>
              <a:t>)</a:t>
            </a:r>
          </a:p>
          <a:p>
            <a:pPr marL="0" lvl="0" indent="0" algn="ctr" rtl="0">
              <a:lnSpc>
                <a:spcPct val="150000"/>
              </a:lnSpc>
              <a:spcBef>
                <a:spcPts val="0"/>
              </a:spcBef>
              <a:spcAft>
                <a:spcPts val="0"/>
              </a:spcAft>
              <a:buClr>
                <a:schemeClr val="bg1"/>
              </a:buClr>
            </a:pPr>
            <a:r>
              <a:rPr lang="en-US" sz="1800" b="1" dirty="0">
                <a:solidFill>
                  <a:schemeClr val="bg1"/>
                </a:solidFill>
              </a:rPr>
              <a:t>SHIFT_MS = 10 (</a:t>
            </a:r>
            <a:r>
              <a:rPr lang="en-US" sz="1800" b="1" dirty="0" err="1">
                <a:solidFill>
                  <a:schemeClr val="bg1"/>
                </a:solidFill>
              </a:rPr>
              <a:t>ms</a:t>
            </a:r>
            <a:r>
              <a:rPr lang="en-US" sz="1800" b="1" dirty="0">
                <a:solidFill>
                  <a:schemeClr val="bg1"/>
                </a:solidFill>
              </a:rPr>
              <a:t>)</a:t>
            </a:r>
            <a:endParaRPr sz="1800" b="1" dirty="0">
              <a:solidFill>
                <a:schemeClr val="bg1"/>
              </a:solidFill>
            </a:endParaRPr>
          </a:p>
        </p:txBody>
      </p:sp>
      <p:sp>
        <p:nvSpPr>
          <p:cNvPr id="18" name="Rectangle: Rounded Corners 17">
            <a:extLst>
              <a:ext uri="{FF2B5EF4-FFF2-40B4-BE49-F238E27FC236}">
                <a16:creationId xmlns:a16="http://schemas.microsoft.com/office/drawing/2014/main" id="{9761847B-F78F-BD74-35A5-C123A7C8B04F}"/>
              </a:ext>
            </a:extLst>
          </p:cNvPr>
          <p:cNvSpPr/>
          <p:nvPr/>
        </p:nvSpPr>
        <p:spPr>
          <a:xfrm>
            <a:off x="6110248" y="2188965"/>
            <a:ext cx="2845203" cy="951516"/>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26">
            <a:extLst>
              <a:ext uri="{FF2B5EF4-FFF2-40B4-BE49-F238E27FC236}">
                <a16:creationId xmlns:a16="http://schemas.microsoft.com/office/drawing/2014/main" id="{4CE0E337-7AA4-6367-95A2-E0C8701BFFFB}"/>
              </a:ext>
            </a:extLst>
          </p:cNvPr>
          <p:cNvCxnSpPr>
            <a:cxnSpLocks/>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0997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7" presetClass="entr" presetSubtype="0" fill="hold" nodeType="after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1000"/>
                                        <p:tgtEl>
                                          <p:spTgt spid="19"/>
                                        </p:tgtEl>
                                      </p:cBhvr>
                                    </p:animEffect>
                                    <p:anim calcmode="lin" valueType="num">
                                      <p:cBhvr>
                                        <p:cTn id="14" dur="1000" fill="hold"/>
                                        <p:tgtEl>
                                          <p:spTgt spid="19"/>
                                        </p:tgtEl>
                                        <p:attrNameLst>
                                          <p:attrName>ppt_x</p:attrName>
                                        </p:attrNameLst>
                                      </p:cBhvr>
                                      <p:tavLst>
                                        <p:tav tm="0">
                                          <p:val>
                                            <p:strVal val="#ppt_x"/>
                                          </p:val>
                                        </p:tav>
                                        <p:tav tm="100000">
                                          <p:val>
                                            <p:strVal val="#ppt_x"/>
                                          </p:val>
                                        </p:tav>
                                      </p:tavLst>
                                    </p:anim>
                                    <p:anim calcmode="lin" valueType="num">
                                      <p:cBhvr>
                                        <p:cTn id="15"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E5932A05-CC1E-D5ED-0017-8691889D7F57}"/>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93970CE9-D7E9-D61D-A0AA-10BA1F4E9C4C}"/>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DD5E6660-7656-F1CD-0757-C91DF9575E1E}"/>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5FC88754-F781-99B0-E147-4E5CE4A96E45}"/>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405F8908-9FD0-E22A-3B3D-A2230ECE4AD6}"/>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A3DACF5B-FF94-5758-53D4-D2F1552D9388}"/>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AFFFBFE0-5B97-D5AD-2201-C6C3AD292788}"/>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A8624B8F-C5B1-3697-EFCB-520DC731674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2CE32374-B0BC-9B21-E73E-6003BF35F9FF}"/>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7226273B-EFB9-9409-DC33-EE4D88C7DAAD}"/>
              </a:ext>
            </a:extLst>
          </p:cNvPr>
          <p:cNvGrpSpPr/>
          <p:nvPr/>
        </p:nvGrpSpPr>
        <p:grpSpPr>
          <a:xfrm>
            <a:off x="6883862" y="3804702"/>
            <a:ext cx="713803" cy="706547"/>
            <a:chOff x="-4017975" y="616650"/>
            <a:chExt cx="814100" cy="805825"/>
          </a:xfrm>
        </p:grpSpPr>
        <p:sp>
          <p:nvSpPr>
            <p:cNvPr id="1057" name="Google Shape;1057;p31">
              <a:extLst>
                <a:ext uri="{FF2B5EF4-FFF2-40B4-BE49-F238E27FC236}">
                  <a16:creationId xmlns:a16="http://schemas.microsoft.com/office/drawing/2014/main" id="{2BD095FE-7E1F-909E-B37C-E921FE5EE847}"/>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E37C5B0E-C9A5-7BF8-3ACE-9A1A4C0B7E21}"/>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E86F16E5-ABDB-3DA1-3759-82E7D0901B6D}"/>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395B3121-77EC-8383-2BA9-F41A52FF4440}"/>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36FEDE3D-98D5-C984-6F34-B3253151EEA5}"/>
              </a:ext>
            </a:extLst>
          </p:cNvPr>
          <p:cNvGrpSpPr/>
          <p:nvPr/>
        </p:nvGrpSpPr>
        <p:grpSpPr>
          <a:xfrm>
            <a:off x="7454804" y="3283448"/>
            <a:ext cx="1040638" cy="901375"/>
            <a:chOff x="8457538" y="810363"/>
            <a:chExt cx="1040638" cy="901375"/>
          </a:xfrm>
        </p:grpSpPr>
        <p:grpSp>
          <p:nvGrpSpPr>
            <p:cNvPr id="1062" name="Google Shape;1062;p31">
              <a:extLst>
                <a:ext uri="{FF2B5EF4-FFF2-40B4-BE49-F238E27FC236}">
                  <a16:creationId xmlns:a16="http://schemas.microsoft.com/office/drawing/2014/main" id="{9BEF0437-A7BC-805F-6DA1-5547C3C60FD2}"/>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867BBED1-489C-32AB-6B83-E080CB7B1BD2}"/>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0CE48CA8-8531-6962-3556-8BD4822045F2}"/>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276591C0-0112-E815-5179-E40CFFD6A3A1}"/>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5B9DF17A-D755-7DB4-E477-71B7DFB1DE3C}"/>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74B6CAD1-80D6-276C-1196-FFD0FA088924}"/>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8C6166C5-BC4A-7271-612A-06DF99AF386F}"/>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BB3C421D-27A1-1EE4-971B-ED3A5D884457}"/>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2301B0FD-535B-D03B-15A2-28CFB8905688}"/>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187CD168-C085-A042-3D8B-5F32C7CA5CA8}"/>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02962356-39DA-BF8A-EE5C-30FD5EEA9FAB}"/>
              </a:ext>
            </a:extLst>
          </p:cNvPr>
          <p:cNvSpPr/>
          <p:nvPr/>
        </p:nvSpPr>
        <p:spPr>
          <a:xfrm>
            <a:off x="207707"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06B46706-5E8C-73B8-501B-F95EE77C0F9E}"/>
              </a:ext>
            </a:extLst>
          </p:cNvPr>
          <p:cNvCxnSpPr>
            <a:cxnSpLocks/>
            <a:stCxn id="9" idx="4"/>
            <a:endCxn id="26" idx="0"/>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4" name="Rectangle 1023">
            <a:extLst>
              <a:ext uri="{FF2B5EF4-FFF2-40B4-BE49-F238E27FC236}">
                <a16:creationId xmlns:a16="http://schemas.microsoft.com/office/drawing/2014/main" id="{5A059649-46E5-D838-84BC-6EBE50B6A1D2}"/>
              </a:ext>
            </a:extLst>
          </p:cNvPr>
          <p:cNvSpPr/>
          <p:nvPr/>
        </p:nvSpPr>
        <p:spPr>
          <a:xfrm>
            <a:off x="3035536" y="820396"/>
            <a:ext cx="2865974" cy="72800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Extract STE and Spectral Centroid (SC) features.</a:t>
            </a:r>
          </a:p>
        </p:txBody>
      </p:sp>
      <p:cxnSp>
        <p:nvCxnSpPr>
          <p:cNvPr id="7" name="Straight Arrow Connector 27">
            <a:extLst>
              <a:ext uri="{FF2B5EF4-FFF2-40B4-BE49-F238E27FC236}">
                <a16:creationId xmlns:a16="http://schemas.microsoft.com/office/drawing/2014/main" id="{11311DA6-FD23-08CE-A351-B520BEC1A1FF}"/>
              </a:ext>
            </a:extLst>
          </p:cNvPr>
          <p:cNvCxnSpPr>
            <a:cxnSpLocks/>
          </p:cNvCxnSpPr>
          <p:nvPr/>
        </p:nvCxnSpPr>
        <p:spPr>
          <a:xfrm flipH="1">
            <a:off x="973802"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1F507FFF-74B1-C04B-E063-2E290F02D3A2}"/>
              </a:ext>
            </a:extLst>
          </p:cNvPr>
          <p:cNvSpPr/>
          <p:nvPr/>
        </p:nvSpPr>
        <p:spPr>
          <a:xfrm>
            <a:off x="2278617" y="1660410"/>
            <a:ext cx="2788435" cy="3201521"/>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8" name="Google Shape;1040;p31">
                <a:extLst>
                  <a:ext uri="{FF2B5EF4-FFF2-40B4-BE49-F238E27FC236}">
                    <a16:creationId xmlns:a16="http://schemas.microsoft.com/office/drawing/2014/main" id="{10C09B37-1F7F-A0EE-AB9D-D99D70C28904}"/>
                  </a:ext>
                </a:extLst>
              </p:cNvPr>
              <p:cNvSpPr txBox="1">
                <a:spLocks/>
              </p:cNvSpPr>
              <p:nvPr/>
            </p:nvSpPr>
            <p:spPr>
              <a:xfrm>
                <a:off x="2410662" y="3762672"/>
                <a:ext cx="2445978" cy="7485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spcAft>
                    <a:spcPts val="600"/>
                  </a:spcAft>
                  <a:buClr>
                    <a:schemeClr val="bg1"/>
                  </a:buClr>
                </a:pPr>
                <a:r>
                  <a:rPr lang="en-US" sz="1800" b="1" dirty="0">
                    <a:solidFill>
                      <a:schemeClr val="bg1"/>
                    </a:solidFill>
                    <a:latin typeface="Montserrat" panose="00000500000000000000" pitchFamily="2" charset="0"/>
                  </a:rPr>
                  <a:t>For </a:t>
                </a:r>
                <a:r>
                  <a:rPr lang="en-US" sz="1800" b="1" dirty="0" err="1">
                    <a:solidFill>
                      <a:schemeClr val="bg1"/>
                    </a:solidFill>
                    <a:latin typeface="Montserrat" panose="00000500000000000000" pitchFamily="2" charset="0"/>
                  </a:rPr>
                  <a:t>i-th</a:t>
                </a:r>
                <a:r>
                  <a:rPr lang="en-US" sz="1800" b="1" dirty="0">
                    <a:solidFill>
                      <a:schemeClr val="bg1"/>
                    </a:solidFill>
                    <a:latin typeface="Montserrat" panose="00000500000000000000" pitchFamily="2" charset="0"/>
                  </a:rPr>
                  <a:t> frame:</a:t>
                </a:r>
              </a:p>
              <a:p>
                <a:pPr algn="just">
                  <a:spcAft>
                    <a:spcPts val="600"/>
                  </a:spcAft>
                  <a:buClr>
                    <a:schemeClr val="bg1"/>
                  </a:buClr>
                </a:pPr>
                <a:r>
                  <a:rPr lang="en-US" sz="1800" dirty="0">
                    <a:solidFill>
                      <a:schemeClr val="bg1"/>
                    </a:solidFill>
                    <a:latin typeface="Montserrat" panose="00000500000000000000" pitchFamily="2" charset="0"/>
                  </a:rPr>
                  <a:t>STE = </a:t>
                </a:r>
                <a14:m>
                  <m:oMath xmlns:m="http://schemas.openxmlformats.org/officeDocument/2006/math">
                    <m:f>
                      <m:fPr>
                        <m:ctrlPr>
                          <a:rPr lang="en-US" sz="1800" b="0" i="1" smtClean="0">
                            <a:solidFill>
                              <a:schemeClr val="bg1"/>
                            </a:solidFill>
                            <a:latin typeface="Cambria Math" panose="02040503050406030204" pitchFamily="18" charset="0"/>
                          </a:rPr>
                        </m:ctrlPr>
                      </m:fPr>
                      <m:num>
                        <m:r>
                          <a:rPr lang="en-US" sz="1800" b="0" i="1" smtClean="0">
                            <a:solidFill>
                              <a:schemeClr val="bg1"/>
                            </a:solidFill>
                            <a:latin typeface="Cambria Math" panose="02040503050406030204" pitchFamily="18" charset="0"/>
                          </a:rPr>
                          <m:t>1</m:t>
                        </m:r>
                      </m:num>
                      <m:den>
                        <m:r>
                          <a:rPr lang="en-US" sz="1800" b="0" i="1" smtClean="0">
                            <a:solidFill>
                              <a:schemeClr val="bg1"/>
                            </a:solidFill>
                            <a:latin typeface="Cambria Math" panose="02040503050406030204" pitchFamily="18" charset="0"/>
                          </a:rPr>
                          <m:t>𝑁</m:t>
                        </m:r>
                      </m:den>
                    </m:f>
                    <m:nary>
                      <m:naryPr>
                        <m:chr m:val="∑"/>
                        <m:ctrlPr>
                          <a:rPr lang="en-US" sz="1800" b="0" i="1" smtClean="0">
                            <a:solidFill>
                              <a:schemeClr val="bg1"/>
                            </a:solidFill>
                            <a:latin typeface="Cambria Math" panose="02040503050406030204" pitchFamily="18" charset="0"/>
                          </a:rPr>
                        </m:ctrlPr>
                      </m:naryPr>
                      <m:sub>
                        <m:r>
                          <m:rPr>
                            <m:brk m:alnAt="23"/>
                          </m:rPr>
                          <a:rPr lang="en-US" sz="1800" b="0" i="1" smtClean="0">
                            <a:solidFill>
                              <a:schemeClr val="bg1"/>
                            </a:solidFill>
                            <a:latin typeface="Cambria Math" panose="02040503050406030204" pitchFamily="18" charset="0"/>
                          </a:rPr>
                          <m:t>𝑛</m:t>
                        </m:r>
                        <m:r>
                          <m:rPr>
                            <m:brk m:alnAt="23"/>
                          </m:rPr>
                          <a:rPr lang="en-US" sz="1800" b="0" i="1" smtClean="0">
                            <a:solidFill>
                              <a:schemeClr val="bg1"/>
                            </a:solidFill>
                            <a:latin typeface="Cambria Math" panose="02040503050406030204" pitchFamily="18" charset="0"/>
                          </a:rPr>
                          <m:t>=</m:t>
                        </m:r>
                        <m:r>
                          <m:rPr>
                            <m:brk m:alnAt="23"/>
                          </m:rPr>
                          <a:rPr lang="en-US" sz="1800" b="0" i="1" smtClean="0">
                            <a:solidFill>
                              <a:schemeClr val="bg1"/>
                            </a:solidFill>
                            <a:latin typeface="Cambria Math" panose="02040503050406030204" pitchFamily="18" charset="0"/>
                          </a:rPr>
                          <m:t>1</m:t>
                        </m:r>
                      </m:sub>
                      <m:sup>
                        <m:r>
                          <a:rPr lang="en-US" sz="1800" b="0" i="1" smtClean="0">
                            <a:solidFill>
                              <a:schemeClr val="bg1"/>
                            </a:solidFill>
                            <a:latin typeface="Cambria Math" panose="02040503050406030204" pitchFamily="18" charset="0"/>
                          </a:rPr>
                          <m:t>𝑁</m:t>
                        </m:r>
                      </m:sup>
                      <m:e>
                        <m:sSubSup>
                          <m:sSubSupPr>
                            <m:ctrlPr>
                              <a:rPr lang="en-US" sz="1800" b="0" i="1" smtClean="0">
                                <a:solidFill>
                                  <a:schemeClr val="bg1"/>
                                </a:solidFill>
                                <a:latin typeface="Cambria Math" panose="02040503050406030204" pitchFamily="18" charset="0"/>
                              </a:rPr>
                            </m:ctrlPr>
                          </m:sSubSupPr>
                          <m:e>
                            <m:r>
                              <a:rPr lang="en-US" sz="1800" b="0" i="1" smtClean="0">
                                <a:solidFill>
                                  <a:schemeClr val="bg1"/>
                                </a:solidFill>
                                <a:latin typeface="Cambria Math" panose="02040503050406030204" pitchFamily="18" charset="0"/>
                              </a:rPr>
                              <m:t>𝑥</m:t>
                            </m:r>
                          </m:e>
                          <m:sub>
                            <m:r>
                              <a:rPr lang="en-US" sz="1800" b="0" i="1" smtClean="0">
                                <a:solidFill>
                                  <a:schemeClr val="bg1"/>
                                </a:solidFill>
                                <a:latin typeface="Cambria Math" panose="02040503050406030204" pitchFamily="18" charset="0"/>
                              </a:rPr>
                              <m:t>𝑖</m:t>
                            </m:r>
                          </m:sub>
                          <m:sup>
                            <m:r>
                              <a:rPr lang="en-US" sz="1800" b="0" i="1" smtClean="0">
                                <a:solidFill>
                                  <a:schemeClr val="bg1"/>
                                </a:solidFill>
                                <a:latin typeface="Cambria Math" panose="02040503050406030204" pitchFamily="18" charset="0"/>
                              </a:rPr>
                              <m:t>2</m:t>
                            </m:r>
                          </m:sup>
                        </m:sSubSup>
                      </m:e>
                    </m:nary>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𝑛</m:t>
                    </m:r>
                    <m:r>
                      <a:rPr lang="en-US" sz="1800" b="0" i="1" smtClean="0">
                        <a:solidFill>
                          <a:schemeClr val="bg1"/>
                        </a:solidFill>
                        <a:latin typeface="Cambria Math" panose="02040503050406030204" pitchFamily="18" charset="0"/>
                      </a:rPr>
                      <m:t>)</m:t>
                    </m:r>
                  </m:oMath>
                </a14:m>
                <a:endParaRPr lang="vi-VN" sz="1800" dirty="0">
                  <a:solidFill>
                    <a:schemeClr val="bg1"/>
                  </a:solidFill>
                  <a:latin typeface="Montserrat" panose="00000500000000000000" pitchFamily="2" charset="0"/>
                </a:endParaRPr>
              </a:p>
            </p:txBody>
          </p:sp>
        </mc:Choice>
        <mc:Fallback>
          <p:sp>
            <p:nvSpPr>
              <p:cNvPr id="8" name="Google Shape;1040;p31">
                <a:extLst>
                  <a:ext uri="{FF2B5EF4-FFF2-40B4-BE49-F238E27FC236}">
                    <a16:creationId xmlns:a16="http://schemas.microsoft.com/office/drawing/2014/main" id="{10C09B37-1F7F-A0EE-AB9D-D99D70C28904}"/>
                  </a:ext>
                </a:extLst>
              </p:cNvPr>
              <p:cNvSpPr txBox="1">
                <a:spLocks noRot="1" noChangeAspect="1" noMove="1" noResize="1" noEditPoints="1" noAdjustHandles="1" noChangeArrowheads="1" noChangeShapeType="1" noTextEdit="1"/>
              </p:cNvSpPr>
              <p:nvPr/>
            </p:nvSpPr>
            <p:spPr>
              <a:xfrm>
                <a:off x="2410662" y="3762672"/>
                <a:ext cx="2445978" cy="748577"/>
              </a:xfrm>
              <a:prstGeom prst="rect">
                <a:avLst/>
              </a:prstGeom>
              <a:blipFill>
                <a:blip r:embed="rId3"/>
                <a:stretch>
                  <a:fillRect l="-1990" t="-15447" b="-84553"/>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EF45A891-97F2-C1A1-DE48-835ADF9AB99C}"/>
              </a:ext>
            </a:extLst>
          </p:cNvPr>
          <p:cNvPicPr>
            <a:picLocks noChangeAspect="1"/>
          </p:cNvPicPr>
          <p:nvPr/>
        </p:nvPicPr>
        <p:blipFill>
          <a:blip r:embed="rId4"/>
          <a:srcRect/>
          <a:stretch/>
        </p:blipFill>
        <p:spPr>
          <a:xfrm>
            <a:off x="2415031" y="1813487"/>
            <a:ext cx="2526797" cy="1181843"/>
          </a:xfrm>
          <a:prstGeom prst="rect">
            <a:avLst/>
          </a:prstGeom>
          <a:ln w="28575">
            <a:solidFill>
              <a:schemeClr val="bg1"/>
            </a:solidFill>
          </a:ln>
        </p:spPr>
      </p:pic>
      <p:sp>
        <p:nvSpPr>
          <p:cNvPr id="14" name="Rectangle">
            <a:extLst>
              <a:ext uri="{FF2B5EF4-FFF2-40B4-BE49-F238E27FC236}">
                <a16:creationId xmlns:a16="http://schemas.microsoft.com/office/drawing/2014/main" id="{CC9DB1AC-E7AE-85F7-D7B4-82BDB8A64CCF}"/>
              </a:ext>
            </a:extLst>
          </p:cNvPr>
          <p:cNvSpPr/>
          <p:nvPr/>
        </p:nvSpPr>
        <p:spPr>
          <a:xfrm>
            <a:off x="5539556" y="1660411"/>
            <a:ext cx="2788435" cy="3200386"/>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6" name="Google Shape;1040;p31">
                <a:extLst>
                  <a:ext uri="{FF2B5EF4-FFF2-40B4-BE49-F238E27FC236}">
                    <a16:creationId xmlns:a16="http://schemas.microsoft.com/office/drawing/2014/main" id="{1388FC71-5EA3-2721-EDDB-5C4ACF1B7330}"/>
                  </a:ext>
                </a:extLst>
              </p:cNvPr>
              <p:cNvSpPr txBox="1">
                <a:spLocks/>
              </p:cNvSpPr>
              <p:nvPr/>
            </p:nvSpPr>
            <p:spPr>
              <a:xfrm>
                <a:off x="5680254" y="3753501"/>
                <a:ext cx="2507038" cy="908495"/>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spcAft>
                    <a:spcPts val="600"/>
                  </a:spcAft>
                  <a:buClr>
                    <a:schemeClr val="bg1"/>
                  </a:buClr>
                </a:pPr>
                <a:r>
                  <a:rPr lang="en-US" sz="1800" b="1" dirty="0">
                    <a:solidFill>
                      <a:schemeClr val="bg1"/>
                    </a:solidFill>
                    <a:latin typeface="Montserrat" panose="00000500000000000000" pitchFamily="2" charset="0"/>
                  </a:rPr>
                  <a:t>For </a:t>
                </a:r>
                <a:r>
                  <a:rPr lang="en-US" sz="1800" b="1" dirty="0" err="1">
                    <a:solidFill>
                      <a:schemeClr val="bg1"/>
                    </a:solidFill>
                    <a:latin typeface="Montserrat" panose="00000500000000000000" pitchFamily="2" charset="0"/>
                  </a:rPr>
                  <a:t>i-th</a:t>
                </a:r>
                <a:r>
                  <a:rPr lang="en-US" sz="1800" b="1" dirty="0">
                    <a:solidFill>
                      <a:schemeClr val="bg1"/>
                    </a:solidFill>
                    <a:latin typeface="Montserrat" panose="00000500000000000000" pitchFamily="2" charset="0"/>
                  </a:rPr>
                  <a:t> frame:</a:t>
                </a:r>
              </a:p>
              <a:p>
                <a:pPr algn="just">
                  <a:spcAft>
                    <a:spcPts val="600"/>
                  </a:spcAft>
                  <a:buClr>
                    <a:schemeClr val="bg1"/>
                  </a:buClr>
                </a:pPr>
                <a:r>
                  <a:rPr lang="en-US" sz="1800" dirty="0">
                    <a:solidFill>
                      <a:schemeClr val="bg1"/>
                    </a:solidFill>
                    <a:latin typeface="Montserrat" panose="00000500000000000000" pitchFamily="2" charset="0"/>
                  </a:rPr>
                  <a:t>SC = </a:t>
                </a:r>
                <a14:m>
                  <m:oMath xmlns:m="http://schemas.openxmlformats.org/officeDocument/2006/math">
                    <m:f>
                      <m:fPr>
                        <m:ctrlPr>
                          <a:rPr lang="en-US" sz="1800" b="0" i="1" smtClean="0">
                            <a:solidFill>
                              <a:schemeClr val="bg1"/>
                            </a:solidFill>
                            <a:latin typeface="Cambria Math" panose="02040503050406030204" pitchFamily="18" charset="0"/>
                          </a:rPr>
                        </m:ctrlPr>
                      </m:fPr>
                      <m:num>
                        <m:nary>
                          <m:naryPr>
                            <m:chr m:val="∑"/>
                            <m:ctrlPr>
                              <a:rPr lang="en-US" sz="1800" b="0" i="1" smtClean="0">
                                <a:solidFill>
                                  <a:schemeClr val="bg1"/>
                                </a:solidFill>
                                <a:latin typeface="Cambria Math" panose="02040503050406030204" pitchFamily="18" charset="0"/>
                              </a:rPr>
                            </m:ctrlPr>
                          </m:naryPr>
                          <m:sub>
                            <m:r>
                              <m:rPr>
                                <m:brk m:alnAt="23"/>
                              </m:rPr>
                              <a:rPr lang="en-US" sz="1800" b="0" i="1" smtClean="0">
                                <a:solidFill>
                                  <a:schemeClr val="bg1"/>
                                </a:solidFill>
                                <a:latin typeface="Cambria Math" panose="02040503050406030204" pitchFamily="18" charset="0"/>
                              </a:rPr>
                              <m:t>𝑘</m:t>
                            </m:r>
                            <m:r>
                              <m:rPr>
                                <m:brk m:alnAt="23"/>
                              </m:rPr>
                              <a:rPr lang="en-US" sz="1800" b="0" i="1" smtClean="0">
                                <a:solidFill>
                                  <a:schemeClr val="bg1"/>
                                </a:solidFill>
                                <a:latin typeface="Cambria Math" panose="02040503050406030204" pitchFamily="18" charset="0"/>
                              </a:rPr>
                              <m:t>=</m:t>
                            </m:r>
                            <m:r>
                              <m:rPr>
                                <m:brk m:alnAt="23"/>
                              </m:rPr>
                              <a:rPr lang="en-US" sz="1800" b="0" i="1" smtClean="0">
                                <a:solidFill>
                                  <a:schemeClr val="bg1"/>
                                </a:solidFill>
                                <a:latin typeface="Cambria Math" panose="02040503050406030204" pitchFamily="18" charset="0"/>
                              </a:rPr>
                              <m:t>1</m:t>
                            </m:r>
                          </m:sub>
                          <m:sup>
                            <m:r>
                              <a:rPr lang="en-US" sz="1800" b="0" i="1" smtClean="0">
                                <a:solidFill>
                                  <a:schemeClr val="bg1"/>
                                </a:solidFill>
                                <a:latin typeface="Cambria Math" panose="02040503050406030204" pitchFamily="18" charset="0"/>
                              </a:rPr>
                              <m:t>𝑁</m:t>
                            </m:r>
                          </m:sup>
                          <m:e>
                            <m:d>
                              <m:dPr>
                                <m:ctrlPr>
                                  <a:rPr lang="en-US" sz="1800" b="0" i="1" smtClean="0">
                                    <a:solidFill>
                                      <a:schemeClr val="bg1"/>
                                    </a:solidFill>
                                    <a:latin typeface="Cambria Math" panose="02040503050406030204" pitchFamily="18" charset="0"/>
                                  </a:rPr>
                                </m:ctrlPr>
                              </m:dPr>
                              <m:e>
                                <m:r>
                                  <a:rPr lang="en-US" sz="1800" b="0" i="1" smtClean="0">
                                    <a:solidFill>
                                      <a:schemeClr val="bg1"/>
                                    </a:solidFill>
                                    <a:latin typeface="Cambria Math" panose="02040503050406030204" pitchFamily="18" charset="0"/>
                                  </a:rPr>
                                  <m:t>𝑘</m:t>
                                </m:r>
                                <m:r>
                                  <a:rPr lang="en-US" sz="1800" b="0" i="1" smtClean="0">
                                    <a:solidFill>
                                      <a:schemeClr val="bg1"/>
                                    </a:solidFill>
                                    <a:latin typeface="Cambria Math" panose="02040503050406030204" pitchFamily="18" charset="0"/>
                                  </a:rPr>
                                  <m:t>+1</m:t>
                                </m:r>
                              </m:e>
                            </m:d>
                            <m:r>
                              <a:rPr lang="en-US" sz="1800" b="0" i="1" smtClean="0">
                                <a:solidFill>
                                  <a:schemeClr val="bg1"/>
                                </a:solidFill>
                                <a:latin typeface="Cambria Math" panose="02040503050406030204" pitchFamily="18" charset="0"/>
                              </a:rPr>
                              <m:t> </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𝑋</m:t>
                                </m:r>
                              </m:e>
                              <m:sub>
                                <m:r>
                                  <a:rPr lang="en-US" sz="1800" b="0" i="1" smtClean="0">
                                    <a:solidFill>
                                      <a:schemeClr val="bg1"/>
                                    </a:solidFill>
                                    <a:latin typeface="Cambria Math" panose="02040503050406030204" pitchFamily="18" charset="0"/>
                                  </a:rPr>
                                  <m:t>𝑖</m:t>
                                </m:r>
                              </m:sub>
                            </m:sSub>
                            <m:r>
                              <a:rPr lang="en-US" sz="1800" b="0" i="1" smtClean="0">
                                <a:solidFill>
                                  <a:schemeClr val="bg1"/>
                                </a:solidFill>
                                <a:latin typeface="Cambria Math" panose="02040503050406030204" pitchFamily="18" charset="0"/>
                              </a:rPr>
                              <m:t>(</m:t>
                            </m:r>
                            <m:r>
                              <a:rPr lang="en-US" sz="1800" b="0" i="1" smtClean="0">
                                <a:solidFill>
                                  <a:schemeClr val="bg1"/>
                                </a:solidFill>
                                <a:latin typeface="Cambria Math" panose="02040503050406030204" pitchFamily="18" charset="0"/>
                              </a:rPr>
                              <m:t>𝑘</m:t>
                            </m:r>
                            <m:r>
                              <a:rPr lang="en-US" sz="1800" b="0" i="1" smtClean="0">
                                <a:solidFill>
                                  <a:schemeClr val="bg1"/>
                                </a:solidFill>
                                <a:latin typeface="Cambria Math" panose="02040503050406030204" pitchFamily="18" charset="0"/>
                              </a:rPr>
                              <m:t>)</m:t>
                            </m:r>
                          </m:e>
                        </m:nary>
                      </m:num>
                      <m:den>
                        <m:nary>
                          <m:naryPr>
                            <m:chr m:val="∑"/>
                            <m:ctrlPr>
                              <a:rPr lang="en-US" sz="1800" i="1">
                                <a:solidFill>
                                  <a:schemeClr val="bg1"/>
                                </a:solidFill>
                                <a:latin typeface="Cambria Math" panose="02040503050406030204" pitchFamily="18" charset="0"/>
                              </a:rPr>
                            </m:ctrlPr>
                          </m:naryPr>
                          <m:sub>
                            <m:r>
                              <m:rPr>
                                <m:brk m:alnAt="23"/>
                              </m:rPr>
                              <a:rPr lang="en-US" sz="1800" i="1">
                                <a:solidFill>
                                  <a:schemeClr val="bg1"/>
                                </a:solidFill>
                                <a:latin typeface="Cambria Math" panose="02040503050406030204" pitchFamily="18" charset="0"/>
                              </a:rPr>
                              <m:t>𝑘</m:t>
                            </m:r>
                            <m:r>
                              <m:rPr>
                                <m:brk m:alnAt="23"/>
                              </m:rPr>
                              <a:rPr lang="en-US" sz="1800" i="1">
                                <a:solidFill>
                                  <a:schemeClr val="bg1"/>
                                </a:solidFill>
                                <a:latin typeface="Cambria Math" panose="02040503050406030204" pitchFamily="18" charset="0"/>
                              </a:rPr>
                              <m:t>=</m:t>
                            </m:r>
                            <m:r>
                              <m:rPr>
                                <m:brk m:alnAt="23"/>
                              </m:rPr>
                              <a:rPr lang="en-US" sz="1800" i="1">
                                <a:solidFill>
                                  <a:schemeClr val="bg1"/>
                                </a:solidFill>
                                <a:latin typeface="Cambria Math" panose="02040503050406030204" pitchFamily="18" charset="0"/>
                              </a:rPr>
                              <m:t>1</m:t>
                            </m:r>
                          </m:sub>
                          <m:sup>
                            <m:r>
                              <a:rPr lang="en-US" sz="1800" i="1">
                                <a:solidFill>
                                  <a:schemeClr val="bg1"/>
                                </a:solidFill>
                                <a:latin typeface="Cambria Math" panose="02040503050406030204" pitchFamily="18" charset="0"/>
                              </a:rPr>
                              <m:t>𝑁</m:t>
                            </m:r>
                          </m:sup>
                          <m:e>
                            <m:r>
                              <a:rPr lang="en-US" sz="1800" i="1">
                                <a:solidFill>
                                  <a:schemeClr val="bg1"/>
                                </a:solidFill>
                                <a:latin typeface="Cambria Math" panose="02040503050406030204" pitchFamily="18" charset="0"/>
                              </a:rPr>
                              <m:t> </m:t>
                            </m:r>
                            <m:sSub>
                              <m:sSubPr>
                                <m:ctrlPr>
                                  <a:rPr lang="en-US" sz="1800" i="1">
                                    <a:solidFill>
                                      <a:schemeClr val="bg1"/>
                                    </a:solidFill>
                                    <a:latin typeface="Cambria Math" panose="02040503050406030204" pitchFamily="18" charset="0"/>
                                  </a:rPr>
                                </m:ctrlPr>
                              </m:sSubPr>
                              <m:e>
                                <m:r>
                                  <a:rPr lang="en-US" sz="1800" i="1">
                                    <a:solidFill>
                                      <a:schemeClr val="bg1"/>
                                    </a:solidFill>
                                    <a:latin typeface="Cambria Math" panose="02040503050406030204" pitchFamily="18" charset="0"/>
                                  </a:rPr>
                                  <m:t>𝑋</m:t>
                                </m:r>
                              </m:e>
                              <m:sub>
                                <m:r>
                                  <a:rPr lang="en-US" sz="1800" i="1">
                                    <a:solidFill>
                                      <a:schemeClr val="bg1"/>
                                    </a:solidFill>
                                    <a:latin typeface="Cambria Math" panose="02040503050406030204" pitchFamily="18" charset="0"/>
                                  </a:rPr>
                                  <m:t>𝑖</m:t>
                                </m:r>
                              </m:sub>
                            </m:sSub>
                            <m:r>
                              <a:rPr lang="en-US" sz="1800" i="1">
                                <a:solidFill>
                                  <a:schemeClr val="bg1"/>
                                </a:solidFill>
                                <a:latin typeface="Cambria Math" panose="02040503050406030204" pitchFamily="18" charset="0"/>
                              </a:rPr>
                              <m:t>(</m:t>
                            </m:r>
                            <m:r>
                              <a:rPr lang="en-US" sz="1800" i="1">
                                <a:solidFill>
                                  <a:schemeClr val="bg1"/>
                                </a:solidFill>
                                <a:latin typeface="Cambria Math" panose="02040503050406030204" pitchFamily="18" charset="0"/>
                              </a:rPr>
                              <m:t>𝑘</m:t>
                            </m:r>
                            <m:r>
                              <a:rPr lang="en-US" sz="1800" i="1">
                                <a:solidFill>
                                  <a:schemeClr val="bg1"/>
                                </a:solidFill>
                                <a:latin typeface="Cambria Math" panose="02040503050406030204" pitchFamily="18" charset="0"/>
                              </a:rPr>
                              <m:t>)</m:t>
                            </m:r>
                          </m:e>
                        </m:nary>
                      </m:den>
                    </m:f>
                  </m:oMath>
                </a14:m>
                <a:endParaRPr lang="vi-VN" sz="1800" dirty="0">
                  <a:solidFill>
                    <a:schemeClr val="bg1"/>
                  </a:solidFill>
                  <a:latin typeface="Montserrat" panose="00000500000000000000" pitchFamily="2" charset="0"/>
                </a:endParaRPr>
              </a:p>
            </p:txBody>
          </p:sp>
        </mc:Choice>
        <mc:Fallback>
          <p:sp>
            <p:nvSpPr>
              <p:cNvPr id="16" name="Google Shape;1040;p31">
                <a:extLst>
                  <a:ext uri="{FF2B5EF4-FFF2-40B4-BE49-F238E27FC236}">
                    <a16:creationId xmlns:a16="http://schemas.microsoft.com/office/drawing/2014/main" id="{1388FC71-5EA3-2721-EDDB-5C4ACF1B7330}"/>
                  </a:ext>
                </a:extLst>
              </p:cNvPr>
              <p:cNvSpPr txBox="1">
                <a:spLocks noRot="1" noChangeAspect="1" noMove="1" noResize="1" noEditPoints="1" noAdjustHandles="1" noChangeArrowheads="1" noChangeShapeType="1" noTextEdit="1"/>
              </p:cNvSpPr>
              <p:nvPr/>
            </p:nvSpPr>
            <p:spPr>
              <a:xfrm>
                <a:off x="5680254" y="3753501"/>
                <a:ext cx="2507038" cy="908495"/>
              </a:xfrm>
              <a:prstGeom prst="rect">
                <a:avLst/>
              </a:prstGeom>
              <a:blipFill>
                <a:blip r:embed="rId5"/>
                <a:stretch>
                  <a:fillRect l="-2190" t="-9396"/>
                </a:stretch>
              </a:blipFill>
            </p:spPr>
            <p:txBody>
              <a:bodyPr/>
              <a:lstStyle/>
              <a:p>
                <a:r>
                  <a:rPr lang="en-US">
                    <a:noFill/>
                  </a:rPr>
                  <a:t> </a:t>
                </a:r>
              </a:p>
            </p:txBody>
          </p:sp>
        </mc:Fallback>
      </mc:AlternateContent>
      <p:pic>
        <p:nvPicPr>
          <p:cNvPr id="18" name="Picture 17">
            <a:extLst>
              <a:ext uri="{FF2B5EF4-FFF2-40B4-BE49-F238E27FC236}">
                <a16:creationId xmlns:a16="http://schemas.microsoft.com/office/drawing/2014/main" id="{3B94C07B-C8E8-2560-64FE-EAEE3BF3F443}"/>
              </a:ext>
            </a:extLst>
          </p:cNvPr>
          <p:cNvPicPr>
            <a:picLocks noChangeAspect="1"/>
          </p:cNvPicPr>
          <p:nvPr/>
        </p:nvPicPr>
        <p:blipFill>
          <a:blip r:embed="rId6"/>
          <a:srcRect/>
          <a:stretch/>
        </p:blipFill>
        <p:spPr>
          <a:xfrm>
            <a:off x="5680254" y="1806837"/>
            <a:ext cx="2507038" cy="1687524"/>
          </a:xfrm>
          <a:prstGeom prst="rect">
            <a:avLst/>
          </a:prstGeom>
          <a:ln w="28575">
            <a:solidFill>
              <a:schemeClr val="bg1"/>
            </a:solidFill>
          </a:ln>
        </p:spPr>
      </p:pic>
    </p:spTree>
    <p:extLst>
      <p:ext uri="{BB962C8B-B14F-4D97-AF65-F5344CB8AC3E}">
        <p14:creationId xmlns:p14="http://schemas.microsoft.com/office/powerpoint/2010/main" val="39858050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7" presetClass="entr" presetSubtype="0"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1000"/>
                                        <p:tgtEl>
                                          <p:spTgt spid="27"/>
                                        </p:tgtEl>
                                      </p:cBhvr>
                                    </p:animEffect>
                                    <p:anim calcmode="lin" valueType="num">
                                      <p:cBhvr>
                                        <p:cTn id="14" dur="1000" fill="hold"/>
                                        <p:tgtEl>
                                          <p:spTgt spid="27"/>
                                        </p:tgtEl>
                                        <p:attrNameLst>
                                          <p:attrName>ppt_x</p:attrName>
                                        </p:attrNameLst>
                                      </p:cBhvr>
                                      <p:tavLst>
                                        <p:tav tm="0">
                                          <p:val>
                                            <p:strVal val="#ppt_x"/>
                                          </p:val>
                                        </p:tav>
                                        <p:tav tm="100000">
                                          <p:val>
                                            <p:strVal val="#ppt_x"/>
                                          </p:val>
                                        </p:tav>
                                      </p:tavLst>
                                    </p:anim>
                                    <p:anim calcmode="lin" valueType="num">
                                      <p:cBhvr>
                                        <p:cTn id="15" dur="1000" fill="hold"/>
                                        <p:tgtEl>
                                          <p:spTgt spid="27"/>
                                        </p:tgtEl>
                                        <p:attrNameLst>
                                          <p:attrName>ppt_y</p:attrName>
                                        </p:attrNameLst>
                                      </p:cBhvr>
                                      <p:tavLst>
                                        <p:tav tm="0">
                                          <p:val>
                                            <p:strVal val="#ppt_y-.1"/>
                                          </p:val>
                                        </p:tav>
                                        <p:tav tm="100000">
                                          <p:val>
                                            <p:strVal val="#ppt_y"/>
                                          </p:val>
                                        </p:tav>
                                      </p:tavLst>
                                    </p:anim>
                                  </p:childTnLst>
                                </p:cTn>
                              </p:par>
                            </p:childTnLst>
                          </p:cTn>
                        </p:par>
                        <p:par>
                          <p:cTn id="16" fill="hold">
                            <p:stCondLst>
                              <p:cond delay="2000"/>
                            </p:stCondLst>
                            <p:childTnLst>
                              <p:par>
                                <p:cTn id="17" presetID="47" presetClass="entr" presetSubtype="0" fill="hold"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1000"/>
                                        <p:tgtEl>
                                          <p:spTgt spid="7"/>
                                        </p:tgtEl>
                                      </p:cBhvr>
                                    </p:animEffect>
                                    <p:anim calcmode="lin" valueType="num">
                                      <p:cBhvr>
                                        <p:cTn id="20" dur="1000" fill="hold"/>
                                        <p:tgtEl>
                                          <p:spTgt spid="7"/>
                                        </p:tgtEl>
                                        <p:attrNameLst>
                                          <p:attrName>ppt_x</p:attrName>
                                        </p:attrNameLst>
                                      </p:cBhvr>
                                      <p:tavLst>
                                        <p:tav tm="0">
                                          <p:val>
                                            <p:strVal val="#ppt_x"/>
                                          </p:val>
                                        </p:tav>
                                        <p:tav tm="100000">
                                          <p:val>
                                            <p:strVal val="#ppt_x"/>
                                          </p:val>
                                        </p:tav>
                                      </p:tavLst>
                                    </p:anim>
                                    <p:anim calcmode="lin" valueType="num">
                                      <p:cBhvr>
                                        <p:cTn id="21"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F27E66FC-571C-9A0E-BEB1-5C1D5DEC7A79}"/>
            </a:ext>
          </a:extLst>
        </p:cNvPr>
        <p:cNvGrpSpPr/>
        <p:nvPr/>
      </p:nvGrpSpPr>
      <p:grpSpPr>
        <a:xfrm>
          <a:off x="0" y="0"/>
          <a:ext cx="0" cy="0"/>
          <a:chOff x="0" y="0"/>
          <a:chExt cx="0" cy="0"/>
        </a:xfrm>
      </p:grpSpPr>
      <p:sp>
        <p:nvSpPr>
          <p:cNvPr id="1034" name="Rectangle: Rounded Corners 1033">
            <a:extLst>
              <a:ext uri="{FF2B5EF4-FFF2-40B4-BE49-F238E27FC236}">
                <a16:creationId xmlns:a16="http://schemas.microsoft.com/office/drawing/2014/main" id="{1D8FC97A-EA16-38AF-32FD-37965FB38F98}"/>
              </a:ext>
            </a:extLst>
          </p:cNvPr>
          <p:cNvSpPr/>
          <p:nvPr/>
        </p:nvSpPr>
        <p:spPr>
          <a:xfrm>
            <a:off x="1836013" y="2972252"/>
            <a:ext cx="6829466" cy="1864513"/>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3228F4D4-8AB1-9B4F-1097-3EDBED18CC9B}"/>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1B682016-BE04-D304-2321-EA8619A15205}"/>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2B6933E2-B21D-D72D-731F-900D8767A189}"/>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D6C8352E-2AB6-4653-096C-710D483A9CBD}"/>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374D3D0E-DC7D-D95C-EB13-D0CA4B0B3429}"/>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E0F33A18-6265-489B-1332-8FF14203A4C6}"/>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0FDFD6DC-52A4-E821-9C2E-AA4F358A9254}"/>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AED22C89-AEA9-1809-E777-2C699FBF5C31}"/>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BF1E84F7-DEAF-6FC6-2297-AFA2C6359B03}"/>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8D9AFC0E-C3A6-E383-BD4C-E5D05B1FAC3A}"/>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63A26215-72EF-6489-D04D-6877C7CD332E}"/>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26EA73FF-9128-C3EE-97EC-F1D590A9AFDC}"/>
              </a:ext>
            </a:extLst>
          </p:cNvPr>
          <p:cNvSpPr/>
          <p:nvPr/>
        </p:nvSpPr>
        <p:spPr>
          <a:xfrm>
            <a:off x="207707"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1DA104F3-763B-ED6E-FC60-FE9E7311F6A5}"/>
              </a:ext>
            </a:extLst>
          </p:cNvPr>
          <p:cNvCxnSpPr>
            <a:cxnSpLocks/>
            <a:stCxn id="9" idx="4"/>
            <a:endCxn id="26" idx="0"/>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27">
            <a:extLst>
              <a:ext uri="{FF2B5EF4-FFF2-40B4-BE49-F238E27FC236}">
                <a16:creationId xmlns:a16="http://schemas.microsoft.com/office/drawing/2014/main" id="{0CD0BADB-31A2-A3F7-8AD9-BD51178CD709}"/>
              </a:ext>
            </a:extLst>
          </p:cNvPr>
          <p:cNvCxnSpPr>
            <a:cxnSpLocks/>
          </p:cNvCxnSpPr>
          <p:nvPr/>
        </p:nvCxnSpPr>
        <p:spPr>
          <a:xfrm flipH="1">
            <a:off x="973802"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4F1E80F3-7EB1-B608-79DC-D137195330B8}"/>
              </a:ext>
            </a:extLst>
          </p:cNvPr>
          <p:cNvSpPr/>
          <p:nvPr/>
        </p:nvSpPr>
        <p:spPr>
          <a:xfrm>
            <a:off x="202314"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Straight Arrow Connector 9">
            <a:extLst>
              <a:ext uri="{FF2B5EF4-FFF2-40B4-BE49-F238E27FC236}">
                <a16:creationId xmlns:a16="http://schemas.microsoft.com/office/drawing/2014/main" id="{A0353CDC-FC52-A3DE-B4B0-F9A638B179A1}"/>
              </a:ext>
            </a:extLst>
          </p:cNvPr>
          <p:cNvCxnSpPr>
            <a:cxnSpLocks/>
          </p:cNvCxnSpPr>
          <p:nvPr/>
        </p:nvCxnSpPr>
        <p:spPr>
          <a:xfrm flipH="1">
            <a:off x="970284"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747C74A9-2F25-DEF0-0D39-E21BA325E99E}"/>
              </a:ext>
            </a:extLst>
          </p:cNvPr>
          <p:cNvSpPr/>
          <p:nvPr/>
        </p:nvSpPr>
        <p:spPr>
          <a:xfrm>
            <a:off x="2347815" y="871910"/>
            <a:ext cx="2749228" cy="853184"/>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Merge data to compute a combined histogram.</a:t>
            </a:r>
          </a:p>
        </p:txBody>
      </p:sp>
      <p:pic>
        <p:nvPicPr>
          <p:cNvPr id="20" name="Picture 19">
            <a:extLst>
              <a:ext uri="{FF2B5EF4-FFF2-40B4-BE49-F238E27FC236}">
                <a16:creationId xmlns:a16="http://schemas.microsoft.com/office/drawing/2014/main" id="{292E7DB7-9F14-F85C-5CC9-BC8669EB837B}"/>
              </a:ext>
            </a:extLst>
          </p:cNvPr>
          <p:cNvPicPr>
            <a:picLocks noChangeAspect="1"/>
          </p:cNvPicPr>
          <p:nvPr/>
        </p:nvPicPr>
        <p:blipFill>
          <a:blip r:embed="rId3"/>
          <a:srcRect/>
          <a:stretch/>
        </p:blipFill>
        <p:spPr>
          <a:xfrm>
            <a:off x="2102074" y="2030651"/>
            <a:ext cx="6251392" cy="2500557"/>
          </a:xfrm>
          <a:prstGeom prst="rect">
            <a:avLst/>
          </a:prstGeom>
          <a:ln w="28575">
            <a:solidFill>
              <a:schemeClr val="bg1">
                <a:lumMod val="50000"/>
              </a:schemeClr>
            </a:solidFill>
          </a:ln>
        </p:spPr>
      </p:pic>
      <p:sp>
        <p:nvSpPr>
          <p:cNvPr id="22" name="Rectangle 21">
            <a:extLst>
              <a:ext uri="{FF2B5EF4-FFF2-40B4-BE49-F238E27FC236}">
                <a16:creationId xmlns:a16="http://schemas.microsoft.com/office/drawing/2014/main" id="{762072BE-4765-9C13-AF47-42F2ED2CFEBC}"/>
              </a:ext>
            </a:extLst>
          </p:cNvPr>
          <p:cNvSpPr/>
          <p:nvPr/>
        </p:nvSpPr>
        <p:spPr>
          <a:xfrm>
            <a:off x="5421572" y="871910"/>
            <a:ext cx="2749227" cy="85318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Apply a smoothing filter to the histogram.</a:t>
            </a:r>
          </a:p>
        </p:txBody>
      </p:sp>
      <p:cxnSp>
        <p:nvCxnSpPr>
          <p:cNvPr id="24" name="Straight Arrow Connector 7">
            <a:extLst>
              <a:ext uri="{FF2B5EF4-FFF2-40B4-BE49-F238E27FC236}">
                <a16:creationId xmlns:a16="http://schemas.microsoft.com/office/drawing/2014/main" id="{6C7F22F4-CE0E-E0D3-D0AA-5FBB6667E20A}"/>
              </a:ext>
            </a:extLst>
          </p:cNvPr>
          <p:cNvCxnSpPr>
            <a:cxnSpLocks/>
            <a:stCxn id="17" idx="3"/>
            <a:endCxn id="22" idx="1"/>
          </p:cNvCxnSpPr>
          <p:nvPr/>
        </p:nvCxnSpPr>
        <p:spPr>
          <a:xfrm>
            <a:off x="5097043" y="1298502"/>
            <a:ext cx="324529" cy="0"/>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ctor: Curved 28">
            <a:extLst>
              <a:ext uri="{FF2B5EF4-FFF2-40B4-BE49-F238E27FC236}">
                <a16:creationId xmlns:a16="http://schemas.microsoft.com/office/drawing/2014/main" id="{3E6D2EA5-1FD9-A41E-CA19-E7F156A6312E}"/>
              </a:ext>
            </a:extLst>
          </p:cNvPr>
          <p:cNvCxnSpPr>
            <a:cxnSpLocks/>
          </p:cNvCxnSpPr>
          <p:nvPr/>
        </p:nvCxnSpPr>
        <p:spPr>
          <a:xfrm rot="10800000" flipV="1">
            <a:off x="2672768" y="2664657"/>
            <a:ext cx="691376" cy="439866"/>
          </a:xfrm>
          <a:prstGeom prst="curvedConnector3">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25" name="Connector: Curved 1024">
            <a:extLst>
              <a:ext uri="{FF2B5EF4-FFF2-40B4-BE49-F238E27FC236}">
                <a16:creationId xmlns:a16="http://schemas.microsoft.com/office/drawing/2014/main" id="{B3A41A73-16AF-1B30-AB90-DB8A3A23515C}"/>
              </a:ext>
            </a:extLst>
          </p:cNvPr>
          <p:cNvCxnSpPr>
            <a:cxnSpLocks/>
          </p:cNvCxnSpPr>
          <p:nvPr/>
        </p:nvCxnSpPr>
        <p:spPr>
          <a:xfrm rot="16200000" flipH="1">
            <a:off x="5452246" y="3147660"/>
            <a:ext cx="425155" cy="74340"/>
          </a:xfrm>
          <a:prstGeom prst="curvedConnector3">
            <a:avLst>
              <a:gd name="adj1" fmla="val 50000"/>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33603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7"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7" presetClass="entr" presetSubtype="0"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1000"/>
                                        <p:tgtEl>
                                          <p:spTgt spid="27"/>
                                        </p:tgtEl>
                                      </p:cBhvr>
                                    </p:animEffect>
                                    <p:anim calcmode="lin" valueType="num">
                                      <p:cBhvr>
                                        <p:cTn id="14" dur="1000" fill="hold"/>
                                        <p:tgtEl>
                                          <p:spTgt spid="27"/>
                                        </p:tgtEl>
                                        <p:attrNameLst>
                                          <p:attrName>ppt_x</p:attrName>
                                        </p:attrNameLst>
                                      </p:cBhvr>
                                      <p:tavLst>
                                        <p:tav tm="0">
                                          <p:val>
                                            <p:strVal val="#ppt_x"/>
                                          </p:val>
                                        </p:tav>
                                        <p:tav tm="100000">
                                          <p:val>
                                            <p:strVal val="#ppt_x"/>
                                          </p:val>
                                        </p:tav>
                                      </p:tavLst>
                                    </p:anim>
                                    <p:anim calcmode="lin" valueType="num">
                                      <p:cBhvr>
                                        <p:cTn id="15" dur="1000" fill="hold"/>
                                        <p:tgtEl>
                                          <p:spTgt spid="27"/>
                                        </p:tgtEl>
                                        <p:attrNameLst>
                                          <p:attrName>ppt_y</p:attrName>
                                        </p:attrNameLst>
                                      </p:cBhvr>
                                      <p:tavLst>
                                        <p:tav tm="0">
                                          <p:val>
                                            <p:strVal val="#ppt_y-.1"/>
                                          </p:val>
                                        </p:tav>
                                        <p:tav tm="100000">
                                          <p:val>
                                            <p:strVal val="#ppt_y"/>
                                          </p:val>
                                        </p:tav>
                                      </p:tavLst>
                                    </p:anim>
                                  </p:childTnLst>
                                </p:cTn>
                              </p:par>
                            </p:childTnLst>
                          </p:cTn>
                        </p:par>
                        <p:par>
                          <p:cTn id="16" fill="hold">
                            <p:stCondLst>
                              <p:cond delay="2000"/>
                            </p:stCondLst>
                            <p:childTnLst>
                              <p:par>
                                <p:cTn id="17" presetID="47" presetClass="entr" presetSubtype="0" fill="hold"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1000"/>
                                        <p:tgtEl>
                                          <p:spTgt spid="7"/>
                                        </p:tgtEl>
                                      </p:cBhvr>
                                    </p:animEffect>
                                    <p:anim calcmode="lin" valueType="num">
                                      <p:cBhvr>
                                        <p:cTn id="20" dur="1000" fill="hold"/>
                                        <p:tgtEl>
                                          <p:spTgt spid="7"/>
                                        </p:tgtEl>
                                        <p:attrNameLst>
                                          <p:attrName>ppt_x</p:attrName>
                                        </p:attrNameLst>
                                      </p:cBhvr>
                                      <p:tavLst>
                                        <p:tav tm="0">
                                          <p:val>
                                            <p:strVal val="#ppt_x"/>
                                          </p:val>
                                        </p:tav>
                                        <p:tav tm="100000">
                                          <p:val>
                                            <p:strVal val="#ppt_x"/>
                                          </p:val>
                                        </p:tav>
                                      </p:tavLst>
                                    </p:anim>
                                    <p:anim calcmode="lin" valueType="num">
                                      <p:cBhvr>
                                        <p:cTn id="21" dur="1000" fill="hold"/>
                                        <p:tgtEl>
                                          <p:spTgt spid="7"/>
                                        </p:tgtEl>
                                        <p:attrNameLst>
                                          <p:attrName>ppt_y</p:attrName>
                                        </p:attrNameLst>
                                      </p:cBhvr>
                                      <p:tavLst>
                                        <p:tav tm="0">
                                          <p:val>
                                            <p:strVal val="#ppt_y-.1"/>
                                          </p:val>
                                        </p:tav>
                                        <p:tav tm="100000">
                                          <p:val>
                                            <p:strVal val="#ppt_y"/>
                                          </p:val>
                                        </p:tav>
                                      </p:tavLst>
                                    </p:anim>
                                  </p:childTnLst>
                                </p:cTn>
                              </p:par>
                            </p:childTnLst>
                          </p:cTn>
                        </p:par>
                        <p:par>
                          <p:cTn id="22" fill="hold">
                            <p:stCondLst>
                              <p:cond delay="3000"/>
                            </p:stCondLst>
                            <p:childTnLst>
                              <p:par>
                                <p:cTn id="23" presetID="47" presetClass="entr" presetSubtype="0" fill="hold"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1000"/>
                                        <p:tgtEl>
                                          <p:spTgt spid="10"/>
                                        </p:tgtEl>
                                      </p:cBhvr>
                                    </p:animEffect>
                                    <p:anim calcmode="lin" valueType="num">
                                      <p:cBhvr>
                                        <p:cTn id="26" dur="1000" fill="hold"/>
                                        <p:tgtEl>
                                          <p:spTgt spid="10"/>
                                        </p:tgtEl>
                                        <p:attrNameLst>
                                          <p:attrName>ppt_x</p:attrName>
                                        </p:attrNameLst>
                                      </p:cBhvr>
                                      <p:tavLst>
                                        <p:tav tm="0">
                                          <p:val>
                                            <p:strVal val="#ppt_x"/>
                                          </p:val>
                                        </p:tav>
                                        <p:tav tm="100000">
                                          <p:val>
                                            <p:strVal val="#ppt_x"/>
                                          </p:val>
                                        </p:tav>
                                      </p:tavLst>
                                    </p:anim>
                                    <p:anim calcmode="lin" valueType="num">
                                      <p:cBhvr>
                                        <p:cTn id="27"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5763AE1C-2CC1-159B-2126-6B16C38E5E71}"/>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6385784E-51F6-78C4-6E19-17C90BFB8DA6}"/>
              </a:ext>
            </a:extLst>
          </p:cNvPr>
          <p:cNvSpPr/>
          <p:nvPr/>
        </p:nvSpPr>
        <p:spPr>
          <a:xfrm>
            <a:off x="612749"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8B0607D6-325A-C39F-4920-2C0A7708FCDE}"/>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D1658E18-C0B6-4B42-6D37-9DAC19EF8C2C}"/>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3E9EED58-E4FD-332E-DBEC-EA2637FB07B5}"/>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1E8ABF94-993C-A364-A8A6-327504C39F51}"/>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5BA716CA-6BBE-CA63-98DD-051FA51C0E86}"/>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6EFB4252-1A87-C909-F3B9-A71663FB2D5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21815B60-6AE0-9153-C9B4-82BA974654B4}"/>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20280278-F06E-7F8A-B827-B2699F183435}"/>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D37CE00F-B0D1-B05A-C012-6F3066DCFD03}"/>
              </a:ext>
            </a:extLst>
          </p:cNvPr>
          <p:cNvSpPr/>
          <p:nvPr/>
        </p:nvSpPr>
        <p:spPr>
          <a:xfrm>
            <a:off x="195718"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CD32F915-AA3D-CCF4-1A32-4A8E5157E96C}"/>
              </a:ext>
            </a:extLst>
          </p:cNvPr>
          <p:cNvCxnSpPr>
            <a:cxnSpLocks/>
            <a:stCxn id="4" idx="4"/>
            <a:endCxn id="9" idx="0"/>
          </p:cNvCxnSpPr>
          <p:nvPr/>
        </p:nvCxnSpPr>
        <p:spPr>
          <a:xfrm flipH="1">
            <a:off x="973201"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C4D654A6-C27A-2566-7FAA-450FACACED7E}"/>
              </a:ext>
            </a:extLst>
          </p:cNvPr>
          <p:cNvSpPr/>
          <p:nvPr/>
        </p:nvSpPr>
        <p:spPr>
          <a:xfrm>
            <a:off x="207707"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2A8F26C0-6A3B-CCBB-7A9F-1FD1937148DD}"/>
              </a:ext>
            </a:extLst>
          </p:cNvPr>
          <p:cNvCxnSpPr>
            <a:cxnSpLocks/>
            <a:stCxn id="9" idx="4"/>
            <a:endCxn id="26" idx="0"/>
          </p:cNvCxnSpPr>
          <p:nvPr/>
        </p:nvCxnSpPr>
        <p:spPr>
          <a:xfrm>
            <a:off x="973201"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27">
            <a:extLst>
              <a:ext uri="{FF2B5EF4-FFF2-40B4-BE49-F238E27FC236}">
                <a16:creationId xmlns:a16="http://schemas.microsoft.com/office/drawing/2014/main" id="{5EC557E4-D086-0AF7-1BD0-19A9673A6A7F}"/>
              </a:ext>
            </a:extLst>
          </p:cNvPr>
          <p:cNvCxnSpPr>
            <a:cxnSpLocks/>
          </p:cNvCxnSpPr>
          <p:nvPr/>
        </p:nvCxnSpPr>
        <p:spPr>
          <a:xfrm flipH="1">
            <a:off x="973802"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1CF9BA4C-4C50-5934-1298-3135786253F3}"/>
              </a:ext>
            </a:extLst>
          </p:cNvPr>
          <p:cNvSpPr/>
          <p:nvPr/>
        </p:nvSpPr>
        <p:spPr>
          <a:xfrm>
            <a:off x="202314"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Straight Arrow Connector 9">
            <a:extLst>
              <a:ext uri="{FF2B5EF4-FFF2-40B4-BE49-F238E27FC236}">
                <a16:creationId xmlns:a16="http://schemas.microsoft.com/office/drawing/2014/main" id="{65BB95AA-2C78-8487-DBF8-7EFF672AD7C3}"/>
              </a:ext>
            </a:extLst>
          </p:cNvPr>
          <p:cNvCxnSpPr>
            <a:cxnSpLocks/>
          </p:cNvCxnSpPr>
          <p:nvPr/>
        </p:nvCxnSpPr>
        <p:spPr>
          <a:xfrm flipH="1">
            <a:off x="970284"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06CF37DD-F237-673D-B2E8-BA43EB5420BD}"/>
              </a:ext>
            </a:extLst>
          </p:cNvPr>
          <p:cNvSpPr/>
          <p:nvPr/>
        </p:nvSpPr>
        <p:spPr>
          <a:xfrm>
            <a:off x="18988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5" name="Rectangle 4">
            <a:extLst>
              <a:ext uri="{FF2B5EF4-FFF2-40B4-BE49-F238E27FC236}">
                <a16:creationId xmlns:a16="http://schemas.microsoft.com/office/drawing/2014/main" id="{01DBC116-CDAE-A6C7-E9F4-BA2708D42231}"/>
              </a:ext>
            </a:extLst>
          </p:cNvPr>
          <p:cNvSpPr/>
          <p:nvPr/>
        </p:nvSpPr>
        <p:spPr>
          <a:xfrm>
            <a:off x="2061060" y="4385073"/>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8" name="Straight Arrow Connector 7">
            <a:extLst>
              <a:ext uri="{FF2B5EF4-FFF2-40B4-BE49-F238E27FC236}">
                <a16:creationId xmlns:a16="http://schemas.microsoft.com/office/drawing/2014/main" id="{B49F64C7-15BC-8404-F5C0-0543D50F6553}"/>
              </a:ext>
            </a:extLst>
          </p:cNvPr>
          <p:cNvCxnSpPr>
            <a:cxnSpLocks/>
            <a:endCxn id="5" idx="1"/>
          </p:cNvCxnSpPr>
          <p:nvPr/>
        </p:nvCxnSpPr>
        <p:spPr>
          <a:xfrm>
            <a:off x="1750683" y="4640332"/>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126267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0">
        <p159:morph option="byObject"/>
      </p:transition>
    </mc:Choice>
    <mc:Fallback>
      <p:transition spd="slow" advClick="0" advTm="0">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0F7AA320-26F0-4256-9B89-34A37EA8BEA3}"/>
            </a:ext>
          </a:extLst>
        </p:cNvPr>
        <p:cNvGrpSpPr/>
        <p:nvPr/>
      </p:nvGrpSpPr>
      <p:grpSpPr>
        <a:xfrm>
          <a:off x="0" y="0"/>
          <a:ext cx="0" cy="0"/>
          <a:chOff x="0" y="0"/>
          <a:chExt cx="0" cy="0"/>
        </a:xfrm>
      </p:grpSpPr>
      <p:sp>
        <p:nvSpPr>
          <p:cNvPr id="1035" name="Rectangle: Rounded Corners 1034">
            <a:extLst>
              <a:ext uri="{FF2B5EF4-FFF2-40B4-BE49-F238E27FC236}">
                <a16:creationId xmlns:a16="http://schemas.microsoft.com/office/drawing/2014/main" id="{BE8FC473-FE94-8042-5AA0-E13926A53E05}"/>
              </a:ext>
            </a:extLst>
          </p:cNvPr>
          <p:cNvSpPr/>
          <p:nvPr/>
        </p:nvSpPr>
        <p:spPr>
          <a:xfrm>
            <a:off x="1524000" y="2967835"/>
            <a:ext cx="6829466"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AA1F5FFD-935C-5B93-B093-A408AEC88202}"/>
              </a:ext>
            </a:extLst>
          </p:cNvPr>
          <p:cNvSpPr/>
          <p:nvPr/>
        </p:nvSpPr>
        <p:spPr>
          <a:xfrm>
            <a:off x="-1235771"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DD5BCF0D-4273-1E9F-DC9A-6E24FA4BFBC8}"/>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B92FEA69-9A6F-2F49-6337-BB5BC5EA64E1}"/>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A0D8150E-4BD8-6EB0-B0EF-07A158D2D6A8}"/>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75CE3935-01DE-B7E6-1C8C-64E0685B6B8A}"/>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8F1AF425-061F-3D6B-2169-3E87D36CCAE0}"/>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9891AA45-C859-B8E7-5EB3-4E3FA8F886DB}"/>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A3FA7135-D0C6-F5AA-8AEB-3725AD216A93}"/>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BE1C7650-DB72-B1FB-D05F-6AB981FCF13C}"/>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AB4FDE1E-0CC4-4ECB-9E81-914DCEC4ADB8}"/>
              </a:ext>
            </a:extLst>
          </p:cNvPr>
          <p:cNvSpPr/>
          <p:nvPr/>
        </p:nvSpPr>
        <p:spPr>
          <a:xfrm>
            <a:off x="-1652802"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15DA052D-4AB8-F402-0D61-8C70E3B63812}"/>
              </a:ext>
            </a:extLst>
          </p:cNvPr>
          <p:cNvCxnSpPr>
            <a:cxnSpLocks/>
            <a:stCxn id="4" idx="4"/>
            <a:endCxn id="9" idx="0"/>
          </p:cNvCxnSpPr>
          <p:nvPr/>
        </p:nvCxnSpPr>
        <p:spPr>
          <a:xfrm flipH="1">
            <a:off x="-875319"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59552D30-6C4E-D9CC-632D-B3FF5C84BD9B}"/>
              </a:ext>
            </a:extLst>
          </p:cNvPr>
          <p:cNvSpPr/>
          <p:nvPr/>
        </p:nvSpPr>
        <p:spPr>
          <a:xfrm>
            <a:off x="-1640813"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6DAD690E-860F-39DC-781D-440A9CB49D3F}"/>
              </a:ext>
            </a:extLst>
          </p:cNvPr>
          <p:cNvCxnSpPr>
            <a:cxnSpLocks/>
            <a:stCxn id="9" idx="4"/>
            <a:endCxn id="26" idx="0"/>
          </p:cNvCxnSpPr>
          <p:nvPr/>
        </p:nvCxnSpPr>
        <p:spPr>
          <a:xfrm>
            <a:off x="-875319"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27">
            <a:extLst>
              <a:ext uri="{FF2B5EF4-FFF2-40B4-BE49-F238E27FC236}">
                <a16:creationId xmlns:a16="http://schemas.microsoft.com/office/drawing/2014/main" id="{A25FF6B8-F6A0-2CC9-93CE-B5A0D1D9606E}"/>
              </a:ext>
            </a:extLst>
          </p:cNvPr>
          <p:cNvCxnSpPr>
            <a:cxnSpLocks/>
          </p:cNvCxnSpPr>
          <p:nvPr/>
        </p:nvCxnSpPr>
        <p:spPr>
          <a:xfrm flipH="1">
            <a:off x="-874718"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FEE5728B-0F73-1A38-335D-1A90BB6BB410}"/>
              </a:ext>
            </a:extLst>
          </p:cNvPr>
          <p:cNvSpPr/>
          <p:nvPr/>
        </p:nvSpPr>
        <p:spPr>
          <a:xfrm>
            <a:off x="-1646206"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Straight Arrow Connector 9">
            <a:extLst>
              <a:ext uri="{FF2B5EF4-FFF2-40B4-BE49-F238E27FC236}">
                <a16:creationId xmlns:a16="http://schemas.microsoft.com/office/drawing/2014/main" id="{7B1C5DEF-E211-0D13-7EC8-E035A88B7AB9}"/>
              </a:ext>
            </a:extLst>
          </p:cNvPr>
          <p:cNvCxnSpPr>
            <a:cxnSpLocks/>
          </p:cNvCxnSpPr>
          <p:nvPr/>
        </p:nvCxnSpPr>
        <p:spPr>
          <a:xfrm flipH="1">
            <a:off x="-878236"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62B580EC-6CD7-BD7E-54BB-74BDC69CAA1A}"/>
              </a:ext>
            </a:extLst>
          </p:cNvPr>
          <p:cNvPicPr>
            <a:picLocks noChangeAspect="1"/>
          </p:cNvPicPr>
          <p:nvPr/>
        </p:nvPicPr>
        <p:blipFill>
          <a:blip r:embed="rId3"/>
          <a:srcRect/>
          <a:stretch/>
        </p:blipFill>
        <p:spPr>
          <a:xfrm>
            <a:off x="1770761" y="2062493"/>
            <a:ext cx="7160699" cy="2864280"/>
          </a:xfrm>
          <a:prstGeom prst="rect">
            <a:avLst/>
          </a:prstGeom>
          <a:ln w="28575">
            <a:solidFill>
              <a:schemeClr val="bg1">
                <a:lumMod val="50000"/>
              </a:schemeClr>
            </a:solidFill>
          </a:ln>
        </p:spPr>
      </p:pic>
      <p:cxnSp>
        <p:nvCxnSpPr>
          <p:cNvPr id="1025" name="Connector: Curved 1024">
            <a:extLst>
              <a:ext uri="{FF2B5EF4-FFF2-40B4-BE49-F238E27FC236}">
                <a16:creationId xmlns:a16="http://schemas.microsoft.com/office/drawing/2014/main" id="{AE862CCC-E360-F684-2E88-E7D93E66042F}"/>
              </a:ext>
            </a:extLst>
          </p:cNvPr>
          <p:cNvCxnSpPr>
            <a:cxnSpLocks/>
          </p:cNvCxnSpPr>
          <p:nvPr/>
        </p:nvCxnSpPr>
        <p:spPr>
          <a:xfrm rot="16200000" flipH="1">
            <a:off x="2020873" y="2406351"/>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9CBE88F8-DC80-208E-B40D-7743411649B5}"/>
              </a:ext>
            </a:extLst>
          </p:cNvPr>
          <p:cNvSpPr/>
          <p:nvPr/>
        </p:nvSpPr>
        <p:spPr>
          <a:xfrm>
            <a:off x="-165863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2" name="Rectangle 11">
            <a:extLst>
              <a:ext uri="{FF2B5EF4-FFF2-40B4-BE49-F238E27FC236}">
                <a16:creationId xmlns:a16="http://schemas.microsoft.com/office/drawing/2014/main" id="{7780EEA1-E30B-6DED-499F-694352351BC9}"/>
              </a:ext>
            </a:extLst>
          </p:cNvPr>
          <p:cNvSpPr/>
          <p:nvPr/>
        </p:nvSpPr>
        <p:spPr>
          <a:xfrm>
            <a:off x="212540" y="4385073"/>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 name="Straight Arrow Connector 7">
            <a:extLst>
              <a:ext uri="{FF2B5EF4-FFF2-40B4-BE49-F238E27FC236}">
                <a16:creationId xmlns:a16="http://schemas.microsoft.com/office/drawing/2014/main" id="{DD4D1805-CBB9-1173-6DE5-6E97E4010976}"/>
              </a:ext>
            </a:extLst>
          </p:cNvPr>
          <p:cNvCxnSpPr>
            <a:cxnSpLocks/>
            <a:endCxn id="12" idx="1"/>
          </p:cNvCxnSpPr>
          <p:nvPr/>
        </p:nvCxnSpPr>
        <p:spPr>
          <a:xfrm>
            <a:off x="-97837" y="4640332"/>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B6437F51-250F-CC58-0DA8-D5796F90B9FD}"/>
              </a:ext>
            </a:extLst>
          </p:cNvPr>
          <p:cNvCxnSpPr>
            <a:cxnSpLocks/>
            <a:stCxn id="12" idx="0"/>
          </p:cNvCxnSpPr>
          <p:nvPr/>
        </p:nvCxnSpPr>
        <p:spPr>
          <a:xfrm flipH="1" flipV="1">
            <a:off x="903401" y="4000229"/>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57401D86-B0A9-7F7F-4E47-6D7F0F4ABCF7}"/>
              </a:ext>
            </a:extLst>
          </p:cNvPr>
          <p:cNvSpPr/>
          <p:nvPr/>
        </p:nvSpPr>
        <p:spPr>
          <a:xfrm>
            <a:off x="3734823" y="825909"/>
            <a:ext cx="2643630" cy="93146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Find two local maxima peaks (M1 and M2).</a:t>
            </a:r>
          </a:p>
        </p:txBody>
      </p:sp>
      <p:cxnSp>
        <p:nvCxnSpPr>
          <p:cNvPr id="30" name="Connector: Curved 29">
            <a:extLst>
              <a:ext uri="{FF2B5EF4-FFF2-40B4-BE49-F238E27FC236}">
                <a16:creationId xmlns:a16="http://schemas.microsoft.com/office/drawing/2014/main" id="{F3F37937-8F0C-500D-4F52-0E8F9A283DE3}"/>
              </a:ext>
            </a:extLst>
          </p:cNvPr>
          <p:cNvCxnSpPr>
            <a:cxnSpLocks/>
          </p:cNvCxnSpPr>
          <p:nvPr/>
        </p:nvCxnSpPr>
        <p:spPr>
          <a:xfrm rot="10800000" flipV="1">
            <a:off x="2549018" y="2689859"/>
            <a:ext cx="247522" cy="194731"/>
          </a:xfrm>
          <a:prstGeom prst="curvedConnector3">
            <a:avLst>
              <a:gd name="adj1" fmla="val 6901"/>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31" name="Connector: Curved 1030">
            <a:extLst>
              <a:ext uri="{FF2B5EF4-FFF2-40B4-BE49-F238E27FC236}">
                <a16:creationId xmlns:a16="http://schemas.microsoft.com/office/drawing/2014/main" id="{ACD170D9-8FC0-3333-647C-5E39AE0DB946}"/>
              </a:ext>
            </a:extLst>
          </p:cNvPr>
          <p:cNvCxnSpPr>
            <a:cxnSpLocks/>
          </p:cNvCxnSpPr>
          <p:nvPr/>
        </p:nvCxnSpPr>
        <p:spPr>
          <a:xfrm rot="16200000" flipH="1">
            <a:off x="5830873" y="2477052"/>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32" name="Connector: Curved 1031">
            <a:extLst>
              <a:ext uri="{FF2B5EF4-FFF2-40B4-BE49-F238E27FC236}">
                <a16:creationId xmlns:a16="http://schemas.microsoft.com/office/drawing/2014/main" id="{572E9FD2-50EE-D522-28BC-5364F411954C}"/>
              </a:ext>
            </a:extLst>
          </p:cNvPr>
          <p:cNvCxnSpPr>
            <a:cxnSpLocks/>
          </p:cNvCxnSpPr>
          <p:nvPr/>
        </p:nvCxnSpPr>
        <p:spPr>
          <a:xfrm rot="10800000" flipV="1">
            <a:off x="6225198" y="2448142"/>
            <a:ext cx="247522" cy="194731"/>
          </a:xfrm>
          <a:prstGeom prst="curvedConnector3">
            <a:avLst>
              <a:gd name="adj1" fmla="val 6901"/>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464701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DED4635B-4761-3656-1A55-34F1ABB0FBB7}"/>
            </a:ext>
          </a:extLst>
        </p:cNvPr>
        <p:cNvGrpSpPr/>
        <p:nvPr/>
      </p:nvGrpSpPr>
      <p:grpSpPr>
        <a:xfrm>
          <a:off x="0" y="0"/>
          <a:ext cx="0" cy="0"/>
          <a:chOff x="0" y="0"/>
          <a:chExt cx="0" cy="0"/>
        </a:xfrm>
      </p:grpSpPr>
      <p:sp>
        <p:nvSpPr>
          <p:cNvPr id="1035" name="Rectangle: Rounded Corners 1034">
            <a:extLst>
              <a:ext uri="{FF2B5EF4-FFF2-40B4-BE49-F238E27FC236}">
                <a16:creationId xmlns:a16="http://schemas.microsoft.com/office/drawing/2014/main" id="{AEBFC56F-6040-0C5E-7737-73FD5AF8EE88}"/>
              </a:ext>
            </a:extLst>
          </p:cNvPr>
          <p:cNvSpPr/>
          <p:nvPr/>
        </p:nvSpPr>
        <p:spPr>
          <a:xfrm>
            <a:off x="6030955" y="981857"/>
            <a:ext cx="2514696" cy="933417"/>
          </a:xfrm>
          <a:prstGeom prst="roundRect">
            <a:avLst>
              <a:gd name="adj" fmla="val 20933"/>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6F8FC017-137F-A55C-CBF9-863EDF52724B}"/>
              </a:ext>
            </a:extLst>
          </p:cNvPr>
          <p:cNvSpPr/>
          <p:nvPr/>
        </p:nvSpPr>
        <p:spPr>
          <a:xfrm>
            <a:off x="-1235771"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F2E6A611-5B4A-95E8-56C5-8E655DD5CB24}"/>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D6A0BED9-6F56-187A-78D4-B45416E072D2}"/>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9DE662C0-FB00-C426-B990-562793F2FE7C}"/>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6B8736AE-6662-0751-DC1C-B2061DA42D32}"/>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2324E8C9-F650-CAFE-B000-42289493DB9C}"/>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CF95405F-549F-7D54-FBFE-7DCB47530178}"/>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45B47A52-3F53-FD78-EBDC-10E7C26BBC7F}"/>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C58EEE38-165E-4D78-D863-241EA71D5D36}"/>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3B30E8F3-684E-ECD9-920B-13B0A556173A}"/>
              </a:ext>
            </a:extLst>
          </p:cNvPr>
          <p:cNvSpPr/>
          <p:nvPr/>
        </p:nvSpPr>
        <p:spPr>
          <a:xfrm>
            <a:off x="-1652802"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857EFC48-B56B-4BD8-1AEB-01BA98D010D7}"/>
              </a:ext>
            </a:extLst>
          </p:cNvPr>
          <p:cNvCxnSpPr>
            <a:cxnSpLocks/>
            <a:stCxn id="4" idx="4"/>
            <a:endCxn id="9" idx="0"/>
          </p:cNvCxnSpPr>
          <p:nvPr/>
        </p:nvCxnSpPr>
        <p:spPr>
          <a:xfrm flipH="1">
            <a:off x="-875319"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360D1C08-D4CD-4578-7DCC-1AB0C6885EA7}"/>
              </a:ext>
            </a:extLst>
          </p:cNvPr>
          <p:cNvSpPr/>
          <p:nvPr/>
        </p:nvSpPr>
        <p:spPr>
          <a:xfrm>
            <a:off x="-1640813"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BE3021B7-17C6-4D00-870B-77A99462C0C6}"/>
              </a:ext>
            </a:extLst>
          </p:cNvPr>
          <p:cNvCxnSpPr>
            <a:cxnSpLocks/>
            <a:stCxn id="9" idx="4"/>
            <a:endCxn id="26" idx="0"/>
          </p:cNvCxnSpPr>
          <p:nvPr/>
        </p:nvCxnSpPr>
        <p:spPr>
          <a:xfrm>
            <a:off x="-875319"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11">
            <a:extLst>
              <a:ext uri="{FF2B5EF4-FFF2-40B4-BE49-F238E27FC236}">
                <a16:creationId xmlns:a16="http://schemas.microsoft.com/office/drawing/2014/main" id="{28177C0D-48A4-DE0F-977B-E062E90CAE8F}"/>
              </a:ext>
            </a:extLst>
          </p:cNvPr>
          <p:cNvCxnSpPr>
            <a:cxnSpLocks/>
          </p:cNvCxnSpPr>
          <p:nvPr/>
        </p:nvCxnSpPr>
        <p:spPr>
          <a:xfrm flipH="1">
            <a:off x="-874718"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21522C13-63A3-3D22-779C-81DD5E0FA6CA}"/>
              </a:ext>
            </a:extLst>
          </p:cNvPr>
          <p:cNvSpPr/>
          <p:nvPr/>
        </p:nvSpPr>
        <p:spPr>
          <a:xfrm>
            <a:off x="-1646206"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6">
            <a:extLst>
              <a:ext uri="{FF2B5EF4-FFF2-40B4-BE49-F238E27FC236}">
                <a16:creationId xmlns:a16="http://schemas.microsoft.com/office/drawing/2014/main" id="{5E0FCA0B-11E9-ABAB-BDE9-BF462E632561}"/>
              </a:ext>
            </a:extLst>
          </p:cNvPr>
          <p:cNvCxnSpPr>
            <a:cxnSpLocks/>
          </p:cNvCxnSpPr>
          <p:nvPr/>
        </p:nvCxnSpPr>
        <p:spPr>
          <a:xfrm flipH="1">
            <a:off x="-878236"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39A1C151-CF69-43BA-5695-A3C094C7BD48}"/>
              </a:ext>
            </a:extLst>
          </p:cNvPr>
          <p:cNvPicPr>
            <a:picLocks noChangeAspect="1"/>
          </p:cNvPicPr>
          <p:nvPr/>
        </p:nvPicPr>
        <p:blipFill>
          <a:blip r:embed="rId3"/>
          <a:srcRect/>
          <a:stretch/>
        </p:blipFill>
        <p:spPr>
          <a:xfrm>
            <a:off x="1770761" y="2062493"/>
            <a:ext cx="7160699" cy="2864280"/>
          </a:xfrm>
          <a:prstGeom prst="rect">
            <a:avLst/>
          </a:prstGeom>
          <a:ln w="28575">
            <a:solidFill>
              <a:schemeClr val="bg1">
                <a:lumMod val="50000"/>
              </a:schemeClr>
            </a:solidFill>
          </a:ln>
        </p:spPr>
      </p:pic>
      <p:cxnSp>
        <p:nvCxnSpPr>
          <p:cNvPr id="1025" name="Connector: Curved 1024">
            <a:extLst>
              <a:ext uri="{FF2B5EF4-FFF2-40B4-BE49-F238E27FC236}">
                <a16:creationId xmlns:a16="http://schemas.microsoft.com/office/drawing/2014/main" id="{82AC8C98-CB1E-A119-4367-692C1330E07B}"/>
              </a:ext>
            </a:extLst>
          </p:cNvPr>
          <p:cNvCxnSpPr>
            <a:cxnSpLocks/>
          </p:cNvCxnSpPr>
          <p:nvPr/>
        </p:nvCxnSpPr>
        <p:spPr>
          <a:xfrm rot="16200000" flipH="1">
            <a:off x="2089453" y="2131807"/>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9F614BE1-5BDF-1802-C676-B21ADA2E715F}"/>
              </a:ext>
            </a:extLst>
          </p:cNvPr>
          <p:cNvSpPr/>
          <p:nvPr/>
        </p:nvSpPr>
        <p:spPr>
          <a:xfrm>
            <a:off x="-165863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2" name="Rectangle 11">
            <a:extLst>
              <a:ext uri="{FF2B5EF4-FFF2-40B4-BE49-F238E27FC236}">
                <a16:creationId xmlns:a16="http://schemas.microsoft.com/office/drawing/2014/main" id="{8C085939-B573-418D-6323-B1FE7969C5A7}"/>
              </a:ext>
            </a:extLst>
          </p:cNvPr>
          <p:cNvSpPr/>
          <p:nvPr/>
        </p:nvSpPr>
        <p:spPr>
          <a:xfrm>
            <a:off x="203629" y="4377226"/>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 name="!!7">
            <a:extLst>
              <a:ext uri="{FF2B5EF4-FFF2-40B4-BE49-F238E27FC236}">
                <a16:creationId xmlns:a16="http://schemas.microsoft.com/office/drawing/2014/main" id="{88F4662D-D066-4488-579D-D2CEA27DA32A}"/>
              </a:ext>
            </a:extLst>
          </p:cNvPr>
          <p:cNvCxnSpPr>
            <a:cxnSpLocks/>
            <a:endCxn id="12" idx="1"/>
          </p:cNvCxnSpPr>
          <p:nvPr/>
        </p:nvCxnSpPr>
        <p:spPr>
          <a:xfrm>
            <a:off x="-106748" y="4632485"/>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9">
            <a:extLst>
              <a:ext uri="{FF2B5EF4-FFF2-40B4-BE49-F238E27FC236}">
                <a16:creationId xmlns:a16="http://schemas.microsoft.com/office/drawing/2014/main" id="{81DCB263-CEB7-9C22-5CC5-E845DE22D02B}"/>
              </a:ext>
            </a:extLst>
          </p:cNvPr>
          <p:cNvCxnSpPr>
            <a:cxnSpLocks/>
            <a:stCxn id="12" idx="0"/>
          </p:cNvCxnSpPr>
          <p:nvPr/>
        </p:nvCxnSpPr>
        <p:spPr>
          <a:xfrm flipH="1" flipV="1">
            <a:off x="894490" y="3992382"/>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32" name="Connector: Curved 1031">
            <a:extLst>
              <a:ext uri="{FF2B5EF4-FFF2-40B4-BE49-F238E27FC236}">
                <a16:creationId xmlns:a16="http://schemas.microsoft.com/office/drawing/2014/main" id="{F863B3DC-7A1B-C102-3AC3-1C92536E4E3D}"/>
              </a:ext>
            </a:extLst>
          </p:cNvPr>
          <p:cNvCxnSpPr>
            <a:cxnSpLocks/>
          </p:cNvCxnSpPr>
          <p:nvPr/>
        </p:nvCxnSpPr>
        <p:spPr>
          <a:xfrm rot="10800000">
            <a:off x="6141378" y="2566398"/>
            <a:ext cx="267042" cy="192043"/>
          </a:xfrm>
          <a:prstGeom prst="curvedConnector3">
            <a:avLst>
              <a:gd name="adj1" fmla="val -7070"/>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E80F4805-457B-8D33-7FAD-F9F13E4D7BB0}"/>
              </a:ext>
            </a:extLst>
          </p:cNvPr>
          <p:cNvSpPr/>
          <p:nvPr/>
        </p:nvSpPr>
        <p:spPr>
          <a:xfrm>
            <a:off x="212539" y="3504332"/>
            <a:ext cx="1387409" cy="51443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Find two local maxima peaks (M1 and M2).</a:t>
            </a:r>
          </a:p>
        </p:txBody>
      </p:sp>
      <p:cxnSp>
        <p:nvCxnSpPr>
          <p:cNvPr id="17" name="!!8">
            <a:extLst>
              <a:ext uri="{FF2B5EF4-FFF2-40B4-BE49-F238E27FC236}">
                <a16:creationId xmlns:a16="http://schemas.microsoft.com/office/drawing/2014/main" id="{F3B2C51F-DD5B-9A07-08CB-4F8C6E939FF2}"/>
              </a:ext>
            </a:extLst>
          </p:cNvPr>
          <p:cNvCxnSpPr>
            <a:cxnSpLocks/>
            <a:stCxn id="16" idx="0"/>
          </p:cNvCxnSpPr>
          <p:nvPr/>
        </p:nvCxnSpPr>
        <p:spPr>
          <a:xfrm flipH="1" flipV="1">
            <a:off x="903401" y="3154333"/>
            <a:ext cx="2843" cy="34999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238B5A55-B24C-500C-45F9-567086CE6AB5}"/>
              </a:ext>
            </a:extLst>
          </p:cNvPr>
          <p:cNvSpPr/>
          <p:nvPr/>
        </p:nvSpPr>
        <p:spPr>
          <a:xfrm>
            <a:off x="3297378" y="856163"/>
            <a:ext cx="2533876" cy="870953"/>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Calculate common thresholds T1 (STE) and T2 (SC).</a:t>
            </a:r>
          </a:p>
        </p:txBody>
      </p:sp>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AE490ABA-9FE9-1989-4519-48B5586670B6}"/>
                  </a:ext>
                </a:extLst>
              </p:cNvPr>
              <p:cNvSpPr txBox="1"/>
              <p:nvPr/>
            </p:nvSpPr>
            <p:spPr>
              <a:xfrm>
                <a:off x="6030954" y="1032019"/>
                <a:ext cx="2514697" cy="883255"/>
              </a:xfrm>
              <a:prstGeom prst="rect">
                <a:avLst/>
              </a:prstGeom>
              <a:noFill/>
            </p:spPr>
            <p:txBody>
              <a:bodyPr wrap="square">
                <a:spAutoFit/>
              </a:bodyPr>
              <a:lstStyle/>
              <a:p>
                <a:pPr algn="ctr">
                  <a:spcAft>
                    <a:spcPts val="600"/>
                  </a:spcAft>
                </a:pPr>
                <a:r>
                  <a:rPr lang="en-US" sz="2000" dirty="0">
                    <a:solidFill>
                      <a:schemeClr val="bg1"/>
                    </a:solidFill>
                    <a:latin typeface="Montserrat" panose="00000500000000000000" pitchFamily="2" charset="0"/>
                  </a:rPr>
                  <a:t>T = </a:t>
                </a:r>
                <a14:m>
                  <m:oMath xmlns:m="http://schemas.openxmlformats.org/officeDocument/2006/math">
                    <m:f>
                      <m:fPr>
                        <m:ctrlPr>
                          <a:rPr lang="en-US" sz="2000" b="0" i="1" smtClean="0">
                            <a:solidFill>
                              <a:schemeClr val="bg1"/>
                            </a:solidFill>
                            <a:latin typeface="Cambria Math" panose="02040503050406030204" pitchFamily="18" charset="0"/>
                          </a:rPr>
                        </m:ctrlPr>
                      </m:fPr>
                      <m:num>
                        <m:r>
                          <a:rPr lang="en-US" sz="2000" b="0" i="1" smtClean="0">
                            <a:solidFill>
                              <a:schemeClr val="bg1"/>
                            </a:solidFill>
                            <a:latin typeface="Cambria Math" panose="02040503050406030204" pitchFamily="18" charset="0"/>
                          </a:rPr>
                          <m:t>𝑊</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𝑀</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𝑀</m:t>
                            </m:r>
                          </m:e>
                          <m:sub>
                            <m:r>
                              <a:rPr lang="en-US" sz="2000" b="0" i="1" smtClean="0">
                                <a:solidFill>
                                  <a:schemeClr val="bg1"/>
                                </a:solidFill>
                                <a:latin typeface="Cambria Math" panose="02040503050406030204" pitchFamily="18" charset="0"/>
                              </a:rPr>
                              <m:t>2</m:t>
                            </m:r>
                          </m:sub>
                        </m:sSub>
                      </m:num>
                      <m:den>
                        <m:r>
                          <a:rPr lang="en-US" sz="2000" b="0" i="1" smtClean="0">
                            <a:solidFill>
                              <a:schemeClr val="bg1"/>
                            </a:solidFill>
                            <a:latin typeface="Cambria Math" panose="02040503050406030204" pitchFamily="18" charset="0"/>
                          </a:rPr>
                          <m:t>𝑊</m:t>
                        </m:r>
                        <m:r>
                          <a:rPr lang="en-US" sz="2000" b="0" i="1" smtClean="0">
                            <a:solidFill>
                              <a:schemeClr val="bg1"/>
                            </a:solidFill>
                            <a:latin typeface="Cambria Math" panose="02040503050406030204" pitchFamily="18" charset="0"/>
                          </a:rPr>
                          <m:t>+1</m:t>
                        </m:r>
                      </m:den>
                    </m:f>
                  </m:oMath>
                </a14:m>
                <a:r>
                  <a:rPr lang="en-US" sz="2000" dirty="0">
                    <a:solidFill>
                      <a:schemeClr val="bg1"/>
                    </a:solidFill>
                    <a:latin typeface="Montserrat" panose="00000500000000000000" pitchFamily="2" charset="0"/>
                  </a:rPr>
                  <a:t> </a:t>
                </a:r>
              </a:p>
              <a:p>
                <a:pPr algn="ctr">
                  <a:spcAft>
                    <a:spcPts val="600"/>
                  </a:spcAft>
                </a:pPr>
                <a:r>
                  <a:rPr lang="en-US" sz="1800" i="1" dirty="0">
                    <a:solidFill>
                      <a:schemeClr val="bg1"/>
                    </a:solidFill>
                    <a:latin typeface="Montserrat" panose="00000500000000000000" pitchFamily="2" charset="0"/>
                  </a:rPr>
                  <a:t>(W is user-defined)</a:t>
                </a:r>
                <a:endParaRPr lang="vi-VN" sz="1800" i="1" dirty="0">
                  <a:solidFill>
                    <a:schemeClr val="bg1"/>
                  </a:solidFill>
                  <a:latin typeface="Montserrat" panose="00000500000000000000" pitchFamily="2" charset="0"/>
                </a:endParaRPr>
              </a:p>
            </p:txBody>
          </p:sp>
        </mc:Choice>
        <mc:Fallback>
          <p:sp>
            <p:nvSpPr>
              <p:cNvPr id="29" name="TextBox 28">
                <a:extLst>
                  <a:ext uri="{FF2B5EF4-FFF2-40B4-BE49-F238E27FC236}">
                    <a16:creationId xmlns:a16="http://schemas.microsoft.com/office/drawing/2014/main" id="{AE490ABA-9FE9-1989-4519-48B5586670B6}"/>
                  </a:ext>
                </a:extLst>
              </p:cNvPr>
              <p:cNvSpPr txBox="1">
                <a:spLocks noRot="1" noChangeAspect="1" noMove="1" noResize="1" noEditPoints="1" noAdjustHandles="1" noChangeArrowheads="1" noChangeShapeType="1" noTextEdit="1"/>
              </p:cNvSpPr>
              <p:nvPr/>
            </p:nvSpPr>
            <p:spPr>
              <a:xfrm>
                <a:off x="6030954" y="1032019"/>
                <a:ext cx="2514697" cy="883255"/>
              </a:xfrm>
              <a:prstGeom prst="rect">
                <a:avLst/>
              </a:prstGeom>
              <a:blipFill>
                <a:blip r:embed="rId4"/>
                <a:stretch>
                  <a:fillRect b="-10345"/>
                </a:stretch>
              </a:blipFill>
            </p:spPr>
            <p:txBody>
              <a:bodyPr/>
              <a:lstStyle/>
              <a:p>
                <a:r>
                  <a:rPr lang="en-US">
                    <a:noFill/>
                  </a:rPr>
                  <a:t> </a:t>
                </a:r>
              </a:p>
            </p:txBody>
          </p:sp>
        </mc:Fallback>
      </mc:AlternateContent>
    </p:spTree>
    <p:extLst>
      <p:ext uri="{BB962C8B-B14F-4D97-AF65-F5344CB8AC3E}">
        <p14:creationId xmlns:p14="http://schemas.microsoft.com/office/powerpoint/2010/main" val="54435572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42" presetClass="entr" presetSubtype="0" fill="hold" nodeType="after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1000"/>
                                        <p:tgtEl>
                                          <p:spTgt spid="17"/>
                                        </p:tgtEl>
                                      </p:cBhvr>
                                    </p:animEffect>
                                    <p:anim calcmode="lin" valueType="num">
                                      <p:cBhvr>
                                        <p:cTn id="14" dur="1000" fill="hold"/>
                                        <p:tgtEl>
                                          <p:spTgt spid="17"/>
                                        </p:tgtEl>
                                        <p:attrNameLst>
                                          <p:attrName>ppt_x</p:attrName>
                                        </p:attrNameLst>
                                      </p:cBhvr>
                                      <p:tavLst>
                                        <p:tav tm="0">
                                          <p:val>
                                            <p:strVal val="#ppt_x"/>
                                          </p:val>
                                        </p:tav>
                                        <p:tav tm="100000">
                                          <p:val>
                                            <p:strVal val="#ppt_x"/>
                                          </p:val>
                                        </p:tav>
                                      </p:tavLst>
                                    </p:anim>
                                    <p:anim calcmode="lin" valueType="num">
                                      <p:cBhvr>
                                        <p:cTn id="15"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B796D767-6EB0-B4AF-B835-592A69B1F284}"/>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F06EE655-8630-07F9-46F6-96E7D67F2C8F}"/>
              </a:ext>
            </a:extLst>
          </p:cNvPr>
          <p:cNvSpPr/>
          <p:nvPr/>
        </p:nvSpPr>
        <p:spPr>
          <a:xfrm>
            <a:off x="-1235771" y="1091553"/>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039" name="!!1">
            <a:extLst>
              <a:ext uri="{FF2B5EF4-FFF2-40B4-BE49-F238E27FC236}">
                <a16:creationId xmlns:a16="http://schemas.microsoft.com/office/drawing/2014/main" id="{56E81853-FA40-19D7-E6F0-D3EB37A2FB6E}"/>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Google Shape;1042;p31">
            <a:extLst>
              <a:ext uri="{FF2B5EF4-FFF2-40B4-BE49-F238E27FC236}">
                <a16:creationId xmlns:a16="http://schemas.microsoft.com/office/drawing/2014/main" id="{B17F94BC-13EA-AA2C-D4D8-4CD39E742DCD}"/>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C0FE6114-B0F8-FC54-B6FA-3B624A730779}"/>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24A15627-BDDC-63EA-CBA5-A6AF0FF501FC}"/>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3F4665A8-AB31-777B-03F9-52029D74B86A}"/>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33AC299B-D2FF-8DEF-B7EE-5BB7E0AD2A6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7C11BD3D-1DFA-7374-B90A-0435973D6CF9}"/>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E7945D62-536C-0265-361C-6CF389ADB03D}"/>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9" name="Parallelogram 8">
            <a:extLst>
              <a:ext uri="{FF2B5EF4-FFF2-40B4-BE49-F238E27FC236}">
                <a16:creationId xmlns:a16="http://schemas.microsoft.com/office/drawing/2014/main" id="{879D444A-71A3-086E-AF03-56677A8E10D5}"/>
              </a:ext>
            </a:extLst>
          </p:cNvPr>
          <p:cNvSpPr/>
          <p:nvPr/>
        </p:nvSpPr>
        <p:spPr>
          <a:xfrm>
            <a:off x="-1652802" y="1862079"/>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1" name="Straight Arrow Connector 10">
            <a:extLst>
              <a:ext uri="{FF2B5EF4-FFF2-40B4-BE49-F238E27FC236}">
                <a16:creationId xmlns:a16="http://schemas.microsoft.com/office/drawing/2014/main" id="{4179F25B-771D-EDA4-F065-4B39B877F1EA}"/>
              </a:ext>
            </a:extLst>
          </p:cNvPr>
          <p:cNvCxnSpPr>
            <a:cxnSpLocks/>
            <a:stCxn id="4" idx="4"/>
            <a:endCxn id="9" idx="0"/>
          </p:cNvCxnSpPr>
          <p:nvPr/>
        </p:nvCxnSpPr>
        <p:spPr>
          <a:xfrm flipH="1">
            <a:off x="-875319" y="1491728"/>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5">
            <a:extLst>
              <a:ext uri="{FF2B5EF4-FFF2-40B4-BE49-F238E27FC236}">
                <a16:creationId xmlns:a16="http://schemas.microsoft.com/office/drawing/2014/main" id="{A186C323-855B-C4B2-E38F-EEB1871F786A}"/>
              </a:ext>
            </a:extLst>
          </p:cNvPr>
          <p:cNvSpPr/>
          <p:nvPr/>
        </p:nvSpPr>
        <p:spPr>
          <a:xfrm>
            <a:off x="-1640813" y="2633380"/>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27" name="Straight Arrow Connector 26">
            <a:extLst>
              <a:ext uri="{FF2B5EF4-FFF2-40B4-BE49-F238E27FC236}">
                <a16:creationId xmlns:a16="http://schemas.microsoft.com/office/drawing/2014/main" id="{75508215-12AF-F336-B57E-50D2866D542E}"/>
              </a:ext>
            </a:extLst>
          </p:cNvPr>
          <p:cNvCxnSpPr>
            <a:cxnSpLocks/>
            <a:stCxn id="9" idx="4"/>
            <a:endCxn id="26" idx="0"/>
          </p:cNvCxnSpPr>
          <p:nvPr/>
        </p:nvCxnSpPr>
        <p:spPr>
          <a:xfrm>
            <a:off x="-875319" y="2262907"/>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11">
            <a:extLst>
              <a:ext uri="{FF2B5EF4-FFF2-40B4-BE49-F238E27FC236}">
                <a16:creationId xmlns:a16="http://schemas.microsoft.com/office/drawing/2014/main" id="{1147771C-D204-8633-5F8A-1E9A09A1E33A}"/>
              </a:ext>
            </a:extLst>
          </p:cNvPr>
          <p:cNvCxnSpPr>
            <a:cxnSpLocks/>
          </p:cNvCxnSpPr>
          <p:nvPr/>
        </p:nvCxnSpPr>
        <p:spPr>
          <a:xfrm flipH="1">
            <a:off x="-874718" y="3135801"/>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824879CB-E233-50E6-5BB1-9EB281C5582A}"/>
              </a:ext>
            </a:extLst>
          </p:cNvPr>
          <p:cNvSpPr/>
          <p:nvPr/>
        </p:nvSpPr>
        <p:spPr>
          <a:xfrm>
            <a:off x="-1646206" y="3504332"/>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0" name="!!6">
            <a:extLst>
              <a:ext uri="{FF2B5EF4-FFF2-40B4-BE49-F238E27FC236}">
                <a16:creationId xmlns:a16="http://schemas.microsoft.com/office/drawing/2014/main" id="{66C7B4DF-92A2-48BA-3DBE-5BFF8B8FD79D}"/>
              </a:ext>
            </a:extLst>
          </p:cNvPr>
          <p:cNvCxnSpPr>
            <a:cxnSpLocks/>
          </p:cNvCxnSpPr>
          <p:nvPr/>
        </p:nvCxnSpPr>
        <p:spPr>
          <a:xfrm flipH="1">
            <a:off x="-878236" y="4015534"/>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25" name="Connector: Curved 1024">
            <a:extLst>
              <a:ext uri="{FF2B5EF4-FFF2-40B4-BE49-F238E27FC236}">
                <a16:creationId xmlns:a16="http://schemas.microsoft.com/office/drawing/2014/main" id="{0B308247-0A9A-3871-DBF7-FFA25B5CF5D5}"/>
              </a:ext>
            </a:extLst>
          </p:cNvPr>
          <p:cNvCxnSpPr>
            <a:cxnSpLocks/>
          </p:cNvCxnSpPr>
          <p:nvPr/>
        </p:nvCxnSpPr>
        <p:spPr>
          <a:xfrm rot="16200000" flipH="1">
            <a:off x="2089453" y="2131807"/>
            <a:ext cx="255939" cy="198121"/>
          </a:xfrm>
          <a:prstGeom prst="curvedConnector3">
            <a:avLst>
              <a:gd name="adj1" fmla="val 88705"/>
            </a:avLst>
          </a:prstGeom>
          <a:ln w="28575">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6A5896AA-D4FB-B6F9-F18E-D240BA1AF2D4}"/>
              </a:ext>
            </a:extLst>
          </p:cNvPr>
          <p:cNvSpPr/>
          <p:nvPr/>
        </p:nvSpPr>
        <p:spPr>
          <a:xfrm>
            <a:off x="-1658635" y="4385073"/>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2" name="Rectangle 11">
            <a:extLst>
              <a:ext uri="{FF2B5EF4-FFF2-40B4-BE49-F238E27FC236}">
                <a16:creationId xmlns:a16="http://schemas.microsoft.com/office/drawing/2014/main" id="{39649B82-B80A-F4B0-9128-1E2BC146DA33}"/>
              </a:ext>
            </a:extLst>
          </p:cNvPr>
          <p:cNvSpPr/>
          <p:nvPr/>
        </p:nvSpPr>
        <p:spPr>
          <a:xfrm>
            <a:off x="203629" y="4377226"/>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 name="!!7">
            <a:extLst>
              <a:ext uri="{FF2B5EF4-FFF2-40B4-BE49-F238E27FC236}">
                <a16:creationId xmlns:a16="http://schemas.microsoft.com/office/drawing/2014/main" id="{DC5F4A5C-076C-C258-2EF7-E4A5CF0AFCD6}"/>
              </a:ext>
            </a:extLst>
          </p:cNvPr>
          <p:cNvCxnSpPr>
            <a:cxnSpLocks/>
            <a:endCxn id="12" idx="1"/>
          </p:cNvCxnSpPr>
          <p:nvPr/>
        </p:nvCxnSpPr>
        <p:spPr>
          <a:xfrm>
            <a:off x="-106748" y="4632485"/>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9">
            <a:extLst>
              <a:ext uri="{FF2B5EF4-FFF2-40B4-BE49-F238E27FC236}">
                <a16:creationId xmlns:a16="http://schemas.microsoft.com/office/drawing/2014/main" id="{4431849E-4929-551E-1465-08BB12DAF016}"/>
              </a:ext>
            </a:extLst>
          </p:cNvPr>
          <p:cNvCxnSpPr>
            <a:cxnSpLocks/>
            <a:stCxn id="12" idx="0"/>
          </p:cNvCxnSpPr>
          <p:nvPr/>
        </p:nvCxnSpPr>
        <p:spPr>
          <a:xfrm flipH="1" flipV="1">
            <a:off x="894490" y="3992382"/>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C6CD515C-4DE9-3099-BF00-EB1006DA5872}"/>
              </a:ext>
            </a:extLst>
          </p:cNvPr>
          <p:cNvSpPr/>
          <p:nvPr/>
        </p:nvSpPr>
        <p:spPr>
          <a:xfrm>
            <a:off x="212539" y="3504332"/>
            <a:ext cx="1387409" cy="51443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Find two local maxima peaks (M1 and M2).</a:t>
            </a:r>
          </a:p>
        </p:txBody>
      </p:sp>
      <p:cxnSp>
        <p:nvCxnSpPr>
          <p:cNvPr id="17" name="!!8">
            <a:extLst>
              <a:ext uri="{FF2B5EF4-FFF2-40B4-BE49-F238E27FC236}">
                <a16:creationId xmlns:a16="http://schemas.microsoft.com/office/drawing/2014/main" id="{0287EA34-730A-57C2-194A-247679EDBE40}"/>
              </a:ext>
            </a:extLst>
          </p:cNvPr>
          <p:cNvCxnSpPr>
            <a:cxnSpLocks/>
            <a:stCxn id="16" idx="0"/>
            <a:endCxn id="3" idx="2"/>
          </p:cNvCxnSpPr>
          <p:nvPr/>
        </p:nvCxnSpPr>
        <p:spPr>
          <a:xfrm flipV="1">
            <a:off x="906244" y="3151757"/>
            <a:ext cx="0" cy="352575"/>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3F2D94B1-57CA-EAD7-BE89-C03728E73D2B}"/>
              </a:ext>
            </a:extLst>
          </p:cNvPr>
          <p:cNvSpPr/>
          <p:nvPr/>
        </p:nvSpPr>
        <p:spPr>
          <a:xfrm>
            <a:off x="212539" y="2633380"/>
            <a:ext cx="1387409" cy="51837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Calculate common thresholds T1 (STE) and T2 (SC).</a:t>
            </a:r>
          </a:p>
        </p:txBody>
      </p:sp>
      <p:sp>
        <p:nvSpPr>
          <p:cNvPr id="19" name="Parallelogram 18">
            <a:extLst>
              <a:ext uri="{FF2B5EF4-FFF2-40B4-BE49-F238E27FC236}">
                <a16:creationId xmlns:a16="http://schemas.microsoft.com/office/drawing/2014/main" id="{8B695615-F1A3-CE97-BBF9-6275D6A9EAFC}"/>
              </a:ext>
            </a:extLst>
          </p:cNvPr>
          <p:cNvSpPr/>
          <p:nvPr/>
        </p:nvSpPr>
        <p:spPr>
          <a:xfrm>
            <a:off x="212539" y="1862078"/>
            <a:ext cx="1387409" cy="388071"/>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Thresholds T1 and T2.</a:t>
            </a:r>
          </a:p>
        </p:txBody>
      </p:sp>
      <p:cxnSp>
        <p:nvCxnSpPr>
          <p:cNvPr id="21" name="Straight Arrow Connector 20">
            <a:extLst>
              <a:ext uri="{FF2B5EF4-FFF2-40B4-BE49-F238E27FC236}">
                <a16:creationId xmlns:a16="http://schemas.microsoft.com/office/drawing/2014/main" id="{EF5930BA-C250-E5BF-FC94-7A36033095BE}"/>
              </a:ext>
            </a:extLst>
          </p:cNvPr>
          <p:cNvCxnSpPr>
            <a:cxnSpLocks/>
            <a:stCxn id="3" idx="0"/>
            <a:endCxn id="19" idx="4"/>
          </p:cNvCxnSpPr>
          <p:nvPr/>
        </p:nvCxnSpPr>
        <p:spPr>
          <a:xfrm flipV="1">
            <a:off x="906244" y="2250149"/>
            <a:ext cx="0" cy="3832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6" name="Oval 1025">
            <a:extLst>
              <a:ext uri="{FF2B5EF4-FFF2-40B4-BE49-F238E27FC236}">
                <a16:creationId xmlns:a16="http://schemas.microsoft.com/office/drawing/2014/main" id="{54EF6BD9-1C5D-A1F8-1139-DC41E6402DAA}"/>
              </a:ext>
            </a:extLst>
          </p:cNvPr>
          <p:cNvSpPr/>
          <p:nvPr/>
        </p:nvSpPr>
        <p:spPr>
          <a:xfrm>
            <a:off x="544589" y="1098639"/>
            <a:ext cx="723307" cy="400706"/>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End</a:t>
            </a:r>
          </a:p>
        </p:txBody>
      </p:sp>
      <p:cxnSp>
        <p:nvCxnSpPr>
          <p:cNvPr id="1027" name="Straight Arrow Connector 1026">
            <a:extLst>
              <a:ext uri="{FF2B5EF4-FFF2-40B4-BE49-F238E27FC236}">
                <a16:creationId xmlns:a16="http://schemas.microsoft.com/office/drawing/2014/main" id="{25A297A8-5034-3C08-4E44-98FB9D754875}"/>
              </a:ext>
            </a:extLst>
          </p:cNvPr>
          <p:cNvCxnSpPr>
            <a:cxnSpLocks/>
            <a:stCxn id="19" idx="0"/>
            <a:endCxn id="1026" idx="4"/>
          </p:cNvCxnSpPr>
          <p:nvPr/>
        </p:nvCxnSpPr>
        <p:spPr>
          <a:xfrm flipH="1" flipV="1">
            <a:off x="906243" y="1499345"/>
            <a:ext cx="1" cy="36273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9352003"/>
      </p:ext>
    </p:extLst>
  </p:cSld>
  <p:clrMapOvr>
    <a:masterClrMapping/>
  </p:clrMapOvr>
  <mc:AlternateContent xmlns:mc="http://schemas.openxmlformats.org/markup-compatibility/2006">
    <mc:Choice xmlns:p159="http://schemas.microsoft.com/office/powerpoint/2015/09/main" Requires="p159">
      <p:transition spd="slow" advClick="0" advTm="0">
        <p159:morph option="byObject"/>
      </p:transition>
    </mc:Choice>
    <mc:Fallback>
      <p:transition spd="slow" advClick="0" advTm="0">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FE9CB080-B18D-44EB-BD22-358A9C46A731}"/>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86AD058C-016F-49C1-7270-8D9424192794}"/>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FF81580A-7D30-897F-063A-EED26CD44214}"/>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B47F3D1E-F8AE-0743-3501-10A89E94F26B}"/>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6EC8A3C8-DE5E-9ACA-C08A-BBF4D1F127A4}"/>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99C4111D-1675-A487-7EA4-9753AA76BD8A}"/>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AECC2EA4-BFD7-33F7-51D6-7E5E08BDB96F}"/>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4355ED23-5D86-27DC-28AE-28A478E5594B}"/>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F662B2FF-D122-F521-A432-4FF0BC33588A}"/>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1362" name="Oval 1361">
            <a:extLst>
              <a:ext uri="{FF2B5EF4-FFF2-40B4-BE49-F238E27FC236}">
                <a16:creationId xmlns:a16="http://schemas.microsoft.com/office/drawing/2014/main" id="{470FA9D0-857C-9F88-0DF3-A4926DFDFFA2}"/>
              </a:ext>
            </a:extLst>
          </p:cNvPr>
          <p:cNvSpPr/>
          <p:nvPr/>
        </p:nvSpPr>
        <p:spPr>
          <a:xfrm>
            <a:off x="3067974" y="989934"/>
            <a:ext cx="723307" cy="40017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Start</a:t>
            </a:r>
          </a:p>
        </p:txBody>
      </p:sp>
      <p:sp>
        <p:nvSpPr>
          <p:cNvPr id="1363" name="Parallelogram 1362">
            <a:extLst>
              <a:ext uri="{FF2B5EF4-FFF2-40B4-BE49-F238E27FC236}">
                <a16:creationId xmlns:a16="http://schemas.microsoft.com/office/drawing/2014/main" id="{22D61890-63E8-CF8F-155B-91A48111B7C9}"/>
              </a:ext>
            </a:extLst>
          </p:cNvPr>
          <p:cNvSpPr/>
          <p:nvPr/>
        </p:nvSpPr>
        <p:spPr>
          <a:xfrm>
            <a:off x="2650943" y="1760460"/>
            <a:ext cx="1554965" cy="400828"/>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Audio Signals </a:t>
            </a:r>
          </a:p>
          <a:p>
            <a:pPr algn="ctr"/>
            <a:r>
              <a:rPr lang="en-US" sz="900" dirty="0">
                <a:latin typeface="Bahnschrift" panose="020B0502040204020203" pitchFamily="34" charset="0"/>
              </a:rPr>
              <a:t>(.wav and .lab files)</a:t>
            </a:r>
          </a:p>
        </p:txBody>
      </p:sp>
      <p:cxnSp>
        <p:nvCxnSpPr>
          <p:cNvPr id="1364" name="Straight Arrow Connector 1363">
            <a:extLst>
              <a:ext uri="{FF2B5EF4-FFF2-40B4-BE49-F238E27FC236}">
                <a16:creationId xmlns:a16="http://schemas.microsoft.com/office/drawing/2014/main" id="{BA61C93C-1D02-B2EA-7064-0AFBC59F6201}"/>
              </a:ext>
            </a:extLst>
          </p:cNvPr>
          <p:cNvCxnSpPr>
            <a:cxnSpLocks/>
            <a:stCxn id="1362" idx="4"/>
            <a:endCxn id="1363" idx="0"/>
          </p:cNvCxnSpPr>
          <p:nvPr/>
        </p:nvCxnSpPr>
        <p:spPr>
          <a:xfrm flipH="1">
            <a:off x="3428426" y="1390109"/>
            <a:ext cx="1202" cy="37035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5" name="!!5">
            <a:extLst>
              <a:ext uri="{FF2B5EF4-FFF2-40B4-BE49-F238E27FC236}">
                <a16:creationId xmlns:a16="http://schemas.microsoft.com/office/drawing/2014/main" id="{7F9F5A62-DBB1-041C-1AFD-3FA981AF4D79}"/>
              </a:ext>
            </a:extLst>
          </p:cNvPr>
          <p:cNvSpPr/>
          <p:nvPr/>
        </p:nvSpPr>
        <p:spPr>
          <a:xfrm>
            <a:off x="2662932" y="2531761"/>
            <a:ext cx="1535796" cy="502421"/>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Break the signals into 25ms frames, 10ms shift.</a:t>
            </a:r>
          </a:p>
        </p:txBody>
      </p:sp>
      <p:cxnSp>
        <p:nvCxnSpPr>
          <p:cNvPr id="1366" name="Straight Arrow Connector 1365">
            <a:extLst>
              <a:ext uri="{FF2B5EF4-FFF2-40B4-BE49-F238E27FC236}">
                <a16:creationId xmlns:a16="http://schemas.microsoft.com/office/drawing/2014/main" id="{AA915DA4-DD29-07D3-F037-5E8AA6396E15}"/>
              </a:ext>
            </a:extLst>
          </p:cNvPr>
          <p:cNvCxnSpPr>
            <a:cxnSpLocks/>
            <a:stCxn id="1363" idx="4"/>
            <a:endCxn id="1365" idx="0"/>
          </p:cNvCxnSpPr>
          <p:nvPr/>
        </p:nvCxnSpPr>
        <p:spPr>
          <a:xfrm>
            <a:off x="3428426" y="2161288"/>
            <a:ext cx="2404" cy="37047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67" name="!!11">
            <a:extLst>
              <a:ext uri="{FF2B5EF4-FFF2-40B4-BE49-F238E27FC236}">
                <a16:creationId xmlns:a16="http://schemas.microsoft.com/office/drawing/2014/main" id="{37F7A9CF-2A5B-D256-B518-4669251C3AD1}"/>
              </a:ext>
            </a:extLst>
          </p:cNvPr>
          <p:cNvCxnSpPr>
            <a:cxnSpLocks/>
          </p:cNvCxnSpPr>
          <p:nvPr/>
        </p:nvCxnSpPr>
        <p:spPr>
          <a:xfrm flipH="1">
            <a:off x="3429027" y="3034182"/>
            <a:ext cx="1803" cy="3685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8" name="Rectangle 1367">
            <a:extLst>
              <a:ext uri="{FF2B5EF4-FFF2-40B4-BE49-F238E27FC236}">
                <a16:creationId xmlns:a16="http://schemas.microsoft.com/office/drawing/2014/main" id="{D2791A8C-FB4D-D291-7641-EC91911EC6A9}"/>
              </a:ext>
            </a:extLst>
          </p:cNvPr>
          <p:cNvSpPr/>
          <p:nvPr/>
        </p:nvSpPr>
        <p:spPr>
          <a:xfrm>
            <a:off x="2657539" y="3402713"/>
            <a:ext cx="154297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Extract STE and Spectral Centroid (SC) features.</a:t>
            </a:r>
          </a:p>
        </p:txBody>
      </p:sp>
      <p:cxnSp>
        <p:nvCxnSpPr>
          <p:cNvPr id="1369" name="!!6">
            <a:extLst>
              <a:ext uri="{FF2B5EF4-FFF2-40B4-BE49-F238E27FC236}">
                <a16:creationId xmlns:a16="http://schemas.microsoft.com/office/drawing/2014/main" id="{63A363E9-97F4-3BD7-8C7C-16F8BA7AFD3E}"/>
              </a:ext>
            </a:extLst>
          </p:cNvPr>
          <p:cNvCxnSpPr>
            <a:cxnSpLocks/>
          </p:cNvCxnSpPr>
          <p:nvPr/>
        </p:nvCxnSpPr>
        <p:spPr>
          <a:xfrm flipH="1">
            <a:off x="3425509" y="3913915"/>
            <a:ext cx="3518" cy="36953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0" name="Rectangle 1369">
            <a:extLst>
              <a:ext uri="{FF2B5EF4-FFF2-40B4-BE49-F238E27FC236}">
                <a16:creationId xmlns:a16="http://schemas.microsoft.com/office/drawing/2014/main" id="{4A0C2EEB-906A-D686-AADB-913C54226172}"/>
              </a:ext>
            </a:extLst>
          </p:cNvPr>
          <p:cNvSpPr/>
          <p:nvPr/>
        </p:nvSpPr>
        <p:spPr>
          <a:xfrm>
            <a:off x="2645110" y="4283454"/>
            <a:ext cx="1560798" cy="51051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Merge data to compute a combined histogram.</a:t>
            </a:r>
          </a:p>
        </p:txBody>
      </p:sp>
      <p:sp>
        <p:nvSpPr>
          <p:cNvPr id="1371" name="Rectangle 1370">
            <a:extLst>
              <a:ext uri="{FF2B5EF4-FFF2-40B4-BE49-F238E27FC236}">
                <a16:creationId xmlns:a16="http://schemas.microsoft.com/office/drawing/2014/main" id="{7C58DA6B-834E-7311-E2B0-C02C0A25BC53}"/>
              </a:ext>
            </a:extLst>
          </p:cNvPr>
          <p:cNvSpPr/>
          <p:nvPr/>
        </p:nvSpPr>
        <p:spPr>
          <a:xfrm>
            <a:off x="4507374" y="4275607"/>
            <a:ext cx="1390926" cy="51120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Apply a smoothing filter to the histogram.</a:t>
            </a:r>
          </a:p>
        </p:txBody>
      </p:sp>
      <p:cxnSp>
        <p:nvCxnSpPr>
          <p:cNvPr id="1372" name="!!7">
            <a:extLst>
              <a:ext uri="{FF2B5EF4-FFF2-40B4-BE49-F238E27FC236}">
                <a16:creationId xmlns:a16="http://schemas.microsoft.com/office/drawing/2014/main" id="{103A86AB-9106-0D92-50D4-BE4F1D8BA3CE}"/>
              </a:ext>
            </a:extLst>
          </p:cNvPr>
          <p:cNvCxnSpPr>
            <a:cxnSpLocks/>
            <a:endCxn id="1371" idx="1"/>
          </p:cNvCxnSpPr>
          <p:nvPr/>
        </p:nvCxnSpPr>
        <p:spPr>
          <a:xfrm>
            <a:off x="4196997" y="4530866"/>
            <a:ext cx="310377" cy="342"/>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73" name="!!9">
            <a:extLst>
              <a:ext uri="{FF2B5EF4-FFF2-40B4-BE49-F238E27FC236}">
                <a16:creationId xmlns:a16="http://schemas.microsoft.com/office/drawing/2014/main" id="{EE0380F3-DAD8-AECB-75D4-9B1088049590}"/>
              </a:ext>
            </a:extLst>
          </p:cNvPr>
          <p:cNvCxnSpPr>
            <a:cxnSpLocks/>
            <a:stCxn id="1371" idx="0"/>
          </p:cNvCxnSpPr>
          <p:nvPr/>
        </p:nvCxnSpPr>
        <p:spPr>
          <a:xfrm flipH="1" flipV="1">
            <a:off x="5198235" y="3890763"/>
            <a:ext cx="4602" cy="38484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4" name="Rectangle 1373">
            <a:extLst>
              <a:ext uri="{FF2B5EF4-FFF2-40B4-BE49-F238E27FC236}">
                <a16:creationId xmlns:a16="http://schemas.microsoft.com/office/drawing/2014/main" id="{E9012D44-E2E8-3E50-5F7E-2E9DB1B67EC3}"/>
              </a:ext>
            </a:extLst>
          </p:cNvPr>
          <p:cNvSpPr/>
          <p:nvPr/>
        </p:nvSpPr>
        <p:spPr>
          <a:xfrm>
            <a:off x="4516284" y="3402713"/>
            <a:ext cx="1387409" cy="51443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Find two local maxima peaks (M1 and M2).</a:t>
            </a:r>
          </a:p>
        </p:txBody>
      </p:sp>
      <p:cxnSp>
        <p:nvCxnSpPr>
          <p:cNvPr id="1375" name="!!8">
            <a:extLst>
              <a:ext uri="{FF2B5EF4-FFF2-40B4-BE49-F238E27FC236}">
                <a16:creationId xmlns:a16="http://schemas.microsoft.com/office/drawing/2014/main" id="{FDBE05B8-A533-EB7B-7755-062D6098DD37}"/>
              </a:ext>
            </a:extLst>
          </p:cNvPr>
          <p:cNvCxnSpPr>
            <a:cxnSpLocks/>
            <a:stCxn id="1374" idx="0"/>
            <a:endCxn id="1026" idx="2"/>
          </p:cNvCxnSpPr>
          <p:nvPr/>
        </p:nvCxnSpPr>
        <p:spPr>
          <a:xfrm flipV="1">
            <a:off x="5209989" y="3050138"/>
            <a:ext cx="0" cy="352575"/>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6" name="Rectangle 1025">
            <a:extLst>
              <a:ext uri="{FF2B5EF4-FFF2-40B4-BE49-F238E27FC236}">
                <a16:creationId xmlns:a16="http://schemas.microsoft.com/office/drawing/2014/main" id="{E4488A7C-651E-52DD-F954-EC56D9A9E946}"/>
              </a:ext>
            </a:extLst>
          </p:cNvPr>
          <p:cNvSpPr/>
          <p:nvPr/>
        </p:nvSpPr>
        <p:spPr>
          <a:xfrm>
            <a:off x="4516284" y="2531761"/>
            <a:ext cx="1387409" cy="518377"/>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Calculate common thresholds T1 (STE) and T2 (SC).</a:t>
            </a:r>
          </a:p>
        </p:txBody>
      </p:sp>
      <p:sp>
        <p:nvSpPr>
          <p:cNvPr id="1027" name="Parallelogram 1026">
            <a:extLst>
              <a:ext uri="{FF2B5EF4-FFF2-40B4-BE49-F238E27FC236}">
                <a16:creationId xmlns:a16="http://schemas.microsoft.com/office/drawing/2014/main" id="{F7EBF915-4AF2-6A50-60C6-62A7433F4277}"/>
              </a:ext>
            </a:extLst>
          </p:cNvPr>
          <p:cNvSpPr/>
          <p:nvPr/>
        </p:nvSpPr>
        <p:spPr>
          <a:xfrm>
            <a:off x="4516284" y="1760459"/>
            <a:ext cx="1387409" cy="388071"/>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Thresholds T1 and T2.</a:t>
            </a:r>
          </a:p>
        </p:txBody>
      </p:sp>
      <p:cxnSp>
        <p:nvCxnSpPr>
          <p:cNvPr id="1028" name="Straight Arrow Connector 1027">
            <a:extLst>
              <a:ext uri="{FF2B5EF4-FFF2-40B4-BE49-F238E27FC236}">
                <a16:creationId xmlns:a16="http://schemas.microsoft.com/office/drawing/2014/main" id="{8BA90555-C719-EEC4-34BF-DDD91CBFD2C9}"/>
              </a:ext>
            </a:extLst>
          </p:cNvPr>
          <p:cNvCxnSpPr>
            <a:cxnSpLocks/>
            <a:stCxn id="1026" idx="0"/>
            <a:endCxn id="1027" idx="4"/>
          </p:cNvCxnSpPr>
          <p:nvPr/>
        </p:nvCxnSpPr>
        <p:spPr>
          <a:xfrm flipV="1">
            <a:off x="5209989" y="2148530"/>
            <a:ext cx="0" cy="38323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9" name="Oval 1028">
            <a:extLst>
              <a:ext uri="{FF2B5EF4-FFF2-40B4-BE49-F238E27FC236}">
                <a16:creationId xmlns:a16="http://schemas.microsoft.com/office/drawing/2014/main" id="{75218159-77DF-4D29-3EFC-590616AECAF9}"/>
              </a:ext>
            </a:extLst>
          </p:cNvPr>
          <p:cNvSpPr/>
          <p:nvPr/>
        </p:nvSpPr>
        <p:spPr>
          <a:xfrm>
            <a:off x="4848334" y="997020"/>
            <a:ext cx="723307" cy="400706"/>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900" dirty="0">
                <a:latin typeface="Bahnschrift" panose="020B0502040204020203" pitchFamily="34" charset="0"/>
              </a:rPr>
              <a:t>End</a:t>
            </a:r>
          </a:p>
        </p:txBody>
      </p:sp>
      <p:cxnSp>
        <p:nvCxnSpPr>
          <p:cNvPr id="1030" name="Straight Arrow Connector 1029">
            <a:extLst>
              <a:ext uri="{FF2B5EF4-FFF2-40B4-BE49-F238E27FC236}">
                <a16:creationId xmlns:a16="http://schemas.microsoft.com/office/drawing/2014/main" id="{3D8836AD-62C6-0A8B-0058-B97738C3A89E}"/>
              </a:ext>
            </a:extLst>
          </p:cNvPr>
          <p:cNvCxnSpPr>
            <a:cxnSpLocks/>
            <a:stCxn id="1027" idx="0"/>
            <a:endCxn id="1029" idx="4"/>
          </p:cNvCxnSpPr>
          <p:nvPr/>
        </p:nvCxnSpPr>
        <p:spPr>
          <a:xfrm flipH="1" flipV="1">
            <a:off x="5209988" y="1397726"/>
            <a:ext cx="1" cy="362733"/>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5159372"/>
      </p:ext>
    </p:extLst>
  </p:cSld>
  <p:clrMapOvr>
    <a:masterClrMapping/>
  </p:clrMapOvr>
  <mc:AlternateContent xmlns:mc="http://schemas.openxmlformats.org/markup-compatibility/2006">
    <mc:Choice xmlns:p159="http://schemas.microsoft.com/office/powerpoint/2015/09/main" Requires="p159">
      <p:transition spd="slow" advTm="0">
        <p159:morph option="byObject"/>
      </p:transition>
    </mc:Choice>
    <mc:Fallback>
      <p:transition spd="slow" advTm="0">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C8279F2A-F879-CF30-012D-47DB157014B0}"/>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34DB8CD4-3852-9684-8E23-562B5C20DB3C}"/>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AAF3342E-22A0-2C25-1F09-CA115E2BD839}"/>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A6CD70A2-A925-A8DA-82FD-601D78DDC6A3}"/>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D7734340-C6B4-8D09-F8EE-E2CE39608FCD}"/>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66570CBD-BAAF-DFF2-52D3-C55CBF1F8E04}"/>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A7685BAE-EFED-3950-952E-3C83312054DB}"/>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C67645B0-A8CA-5775-3CCA-9A296AC80F0A}"/>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9B903870-EF3B-17D7-6B17-00D6FDE59DC4}"/>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1362" name="Oval 1361">
            <a:extLst>
              <a:ext uri="{FF2B5EF4-FFF2-40B4-BE49-F238E27FC236}">
                <a16:creationId xmlns:a16="http://schemas.microsoft.com/office/drawing/2014/main" id="{D36F2877-C96D-8069-D2E6-036DBC20DB20}"/>
              </a:ext>
            </a:extLst>
          </p:cNvPr>
          <p:cNvSpPr/>
          <p:nvPr/>
        </p:nvSpPr>
        <p:spPr>
          <a:xfrm>
            <a:off x="1488238" y="855845"/>
            <a:ext cx="1775303" cy="585409"/>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Start</a:t>
            </a:r>
          </a:p>
        </p:txBody>
      </p:sp>
      <p:sp>
        <p:nvSpPr>
          <p:cNvPr id="1363" name="Parallelogram 1362">
            <a:extLst>
              <a:ext uri="{FF2B5EF4-FFF2-40B4-BE49-F238E27FC236}">
                <a16:creationId xmlns:a16="http://schemas.microsoft.com/office/drawing/2014/main" id="{61213716-E964-87BA-FE68-7F56E405CAED}"/>
              </a:ext>
            </a:extLst>
          </p:cNvPr>
          <p:cNvSpPr/>
          <p:nvPr/>
        </p:nvSpPr>
        <p:spPr>
          <a:xfrm>
            <a:off x="492193" y="1601552"/>
            <a:ext cx="3767942" cy="586364"/>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Audio Signals </a:t>
            </a:r>
          </a:p>
          <a:p>
            <a:pPr algn="ctr"/>
            <a:r>
              <a:rPr lang="en-US" sz="1800" dirty="0">
                <a:latin typeface="Bahnschrift" panose="020B0502040204020203" pitchFamily="34" charset="0"/>
              </a:rPr>
              <a:t>(.wav and .lab files)</a:t>
            </a:r>
          </a:p>
        </p:txBody>
      </p:sp>
      <p:cxnSp>
        <p:nvCxnSpPr>
          <p:cNvPr id="1364" name="Straight Arrow Connector 1363">
            <a:extLst>
              <a:ext uri="{FF2B5EF4-FFF2-40B4-BE49-F238E27FC236}">
                <a16:creationId xmlns:a16="http://schemas.microsoft.com/office/drawing/2014/main" id="{C93C98B3-72C7-18A5-E36E-2CE6680C98DA}"/>
              </a:ext>
            </a:extLst>
          </p:cNvPr>
          <p:cNvCxnSpPr>
            <a:cxnSpLocks/>
            <a:stCxn id="1362" idx="4"/>
            <a:endCxn id="1363" idx="0"/>
          </p:cNvCxnSpPr>
          <p:nvPr/>
        </p:nvCxnSpPr>
        <p:spPr>
          <a:xfrm>
            <a:off x="2375890" y="1441254"/>
            <a:ext cx="274" cy="160298"/>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5" name="!!5">
            <a:extLst>
              <a:ext uri="{FF2B5EF4-FFF2-40B4-BE49-F238E27FC236}">
                <a16:creationId xmlns:a16="http://schemas.microsoft.com/office/drawing/2014/main" id="{D53BD525-4D8F-36AD-AC12-24E111F704DA}"/>
              </a:ext>
            </a:extLst>
          </p:cNvPr>
          <p:cNvSpPr/>
          <p:nvPr/>
        </p:nvSpPr>
        <p:spPr>
          <a:xfrm>
            <a:off x="483002" y="2368886"/>
            <a:ext cx="3781727" cy="73498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Break the signals into 25ms frames, 10ms shift.</a:t>
            </a:r>
          </a:p>
        </p:txBody>
      </p:sp>
      <p:cxnSp>
        <p:nvCxnSpPr>
          <p:cNvPr id="1366" name="Straight Arrow Connector 1365">
            <a:extLst>
              <a:ext uri="{FF2B5EF4-FFF2-40B4-BE49-F238E27FC236}">
                <a16:creationId xmlns:a16="http://schemas.microsoft.com/office/drawing/2014/main" id="{EEEB7B57-303D-7965-DA50-DEB6C0DB0CFE}"/>
              </a:ext>
            </a:extLst>
          </p:cNvPr>
          <p:cNvCxnSpPr>
            <a:cxnSpLocks/>
            <a:stCxn id="1363" idx="4"/>
            <a:endCxn id="1365" idx="0"/>
          </p:cNvCxnSpPr>
          <p:nvPr/>
        </p:nvCxnSpPr>
        <p:spPr>
          <a:xfrm flipH="1">
            <a:off x="2373866" y="2187916"/>
            <a:ext cx="2298" cy="180970"/>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67" name="!!11">
            <a:extLst>
              <a:ext uri="{FF2B5EF4-FFF2-40B4-BE49-F238E27FC236}">
                <a16:creationId xmlns:a16="http://schemas.microsoft.com/office/drawing/2014/main" id="{1B9DEDE8-2DFC-CCA2-0192-160A521CE9A0}"/>
              </a:ext>
            </a:extLst>
          </p:cNvPr>
          <p:cNvCxnSpPr>
            <a:cxnSpLocks/>
            <a:stCxn id="1365" idx="2"/>
            <a:endCxn id="1368" idx="0"/>
          </p:cNvCxnSpPr>
          <p:nvPr/>
        </p:nvCxnSpPr>
        <p:spPr>
          <a:xfrm>
            <a:off x="2373866" y="3103868"/>
            <a:ext cx="4594" cy="178446"/>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68" name="Rectangle 1367">
            <a:extLst>
              <a:ext uri="{FF2B5EF4-FFF2-40B4-BE49-F238E27FC236}">
                <a16:creationId xmlns:a16="http://schemas.microsoft.com/office/drawing/2014/main" id="{C70A2519-88B3-C7DB-D0B7-298B2ED5C3D3}"/>
              </a:ext>
            </a:extLst>
          </p:cNvPr>
          <p:cNvSpPr/>
          <p:nvPr/>
        </p:nvSpPr>
        <p:spPr>
          <a:xfrm>
            <a:off x="492191" y="3282314"/>
            <a:ext cx="3772537" cy="747828"/>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Extract STE and Spectral Centroid (SC) features.</a:t>
            </a:r>
          </a:p>
        </p:txBody>
      </p:sp>
      <p:cxnSp>
        <p:nvCxnSpPr>
          <p:cNvPr id="1369" name="!!6">
            <a:extLst>
              <a:ext uri="{FF2B5EF4-FFF2-40B4-BE49-F238E27FC236}">
                <a16:creationId xmlns:a16="http://schemas.microsoft.com/office/drawing/2014/main" id="{3BE0464A-F2F2-0BA5-A0F0-455B07DA9605}"/>
              </a:ext>
            </a:extLst>
          </p:cNvPr>
          <p:cNvCxnSpPr>
            <a:cxnSpLocks/>
            <a:stCxn id="1368" idx="2"/>
            <a:endCxn id="1370" idx="0"/>
          </p:cNvCxnSpPr>
          <p:nvPr/>
        </p:nvCxnSpPr>
        <p:spPr>
          <a:xfrm>
            <a:off x="2378460" y="4030142"/>
            <a:ext cx="0" cy="168625"/>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0" name="Rectangle 1369">
            <a:extLst>
              <a:ext uri="{FF2B5EF4-FFF2-40B4-BE49-F238E27FC236}">
                <a16:creationId xmlns:a16="http://schemas.microsoft.com/office/drawing/2014/main" id="{E2ABC7DC-F9D9-51B2-982D-1D6CB361F51F}"/>
              </a:ext>
            </a:extLst>
          </p:cNvPr>
          <p:cNvSpPr/>
          <p:nvPr/>
        </p:nvSpPr>
        <p:spPr>
          <a:xfrm>
            <a:off x="492191" y="4198767"/>
            <a:ext cx="3772537" cy="746826"/>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Merge data to compute a combined histogram.</a:t>
            </a:r>
          </a:p>
        </p:txBody>
      </p:sp>
      <p:sp>
        <p:nvSpPr>
          <p:cNvPr id="1371" name="Rectangle 1370">
            <a:extLst>
              <a:ext uri="{FF2B5EF4-FFF2-40B4-BE49-F238E27FC236}">
                <a16:creationId xmlns:a16="http://schemas.microsoft.com/office/drawing/2014/main" id="{9C10273F-48A2-F4E2-D3C3-EBC75983A56F}"/>
              </a:ext>
            </a:extLst>
          </p:cNvPr>
          <p:cNvSpPr/>
          <p:nvPr/>
        </p:nvSpPr>
        <p:spPr>
          <a:xfrm>
            <a:off x="4739869" y="4198767"/>
            <a:ext cx="3413924" cy="747828"/>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Apply a smoothing filter to the histogram.</a:t>
            </a:r>
          </a:p>
        </p:txBody>
      </p:sp>
      <p:cxnSp>
        <p:nvCxnSpPr>
          <p:cNvPr id="1372" name="!!7">
            <a:extLst>
              <a:ext uri="{FF2B5EF4-FFF2-40B4-BE49-F238E27FC236}">
                <a16:creationId xmlns:a16="http://schemas.microsoft.com/office/drawing/2014/main" id="{34322E68-F94F-81A5-EDEC-B6A788AFA9D2}"/>
              </a:ext>
            </a:extLst>
          </p:cNvPr>
          <p:cNvCxnSpPr>
            <a:cxnSpLocks/>
            <a:stCxn id="1370" idx="3"/>
            <a:endCxn id="1371" idx="1"/>
          </p:cNvCxnSpPr>
          <p:nvPr/>
        </p:nvCxnSpPr>
        <p:spPr>
          <a:xfrm>
            <a:off x="4264728" y="4572180"/>
            <a:ext cx="475141" cy="501"/>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73" name="!!9">
            <a:extLst>
              <a:ext uri="{FF2B5EF4-FFF2-40B4-BE49-F238E27FC236}">
                <a16:creationId xmlns:a16="http://schemas.microsoft.com/office/drawing/2014/main" id="{13E0733F-3605-869F-C790-667D1B41A9E4}"/>
              </a:ext>
            </a:extLst>
          </p:cNvPr>
          <p:cNvCxnSpPr>
            <a:cxnSpLocks/>
            <a:stCxn id="1371" idx="0"/>
            <a:endCxn id="1374" idx="2"/>
          </p:cNvCxnSpPr>
          <p:nvPr/>
        </p:nvCxnSpPr>
        <p:spPr>
          <a:xfrm flipH="1" flipV="1">
            <a:off x="6442515" y="4032503"/>
            <a:ext cx="4316" cy="166264"/>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74" name="Rectangle 1373">
            <a:extLst>
              <a:ext uri="{FF2B5EF4-FFF2-40B4-BE49-F238E27FC236}">
                <a16:creationId xmlns:a16="http://schemas.microsoft.com/office/drawing/2014/main" id="{B22E2504-75F0-4BC5-4D2B-41A4987106F7}"/>
              </a:ext>
            </a:extLst>
          </p:cNvPr>
          <p:cNvSpPr/>
          <p:nvPr/>
        </p:nvSpPr>
        <p:spPr>
          <a:xfrm>
            <a:off x="4739869" y="3279953"/>
            <a:ext cx="3405292" cy="75255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Find two local maxima peaks (M1 and M2).</a:t>
            </a:r>
          </a:p>
        </p:txBody>
      </p:sp>
      <p:cxnSp>
        <p:nvCxnSpPr>
          <p:cNvPr id="1375" name="!!8">
            <a:extLst>
              <a:ext uri="{FF2B5EF4-FFF2-40B4-BE49-F238E27FC236}">
                <a16:creationId xmlns:a16="http://schemas.microsoft.com/office/drawing/2014/main" id="{F58E5B47-FE5D-9735-BA95-AE0F107A9E28}"/>
              </a:ext>
            </a:extLst>
          </p:cNvPr>
          <p:cNvCxnSpPr>
            <a:cxnSpLocks/>
            <a:stCxn id="1374" idx="0"/>
            <a:endCxn id="1026" idx="2"/>
          </p:cNvCxnSpPr>
          <p:nvPr/>
        </p:nvCxnSpPr>
        <p:spPr>
          <a:xfrm flipV="1">
            <a:off x="6442515" y="3105187"/>
            <a:ext cx="0" cy="174766"/>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6" name="Rectangle 1025">
            <a:extLst>
              <a:ext uri="{FF2B5EF4-FFF2-40B4-BE49-F238E27FC236}">
                <a16:creationId xmlns:a16="http://schemas.microsoft.com/office/drawing/2014/main" id="{950FBD15-76B9-AC89-6E3F-264F4F173C97}"/>
              </a:ext>
            </a:extLst>
          </p:cNvPr>
          <p:cNvSpPr/>
          <p:nvPr/>
        </p:nvSpPr>
        <p:spPr>
          <a:xfrm>
            <a:off x="4739869" y="2346863"/>
            <a:ext cx="3405292" cy="758324"/>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Calculate common thresholds T1 (STE) and T2 (SC).</a:t>
            </a:r>
          </a:p>
        </p:txBody>
      </p:sp>
      <p:sp>
        <p:nvSpPr>
          <p:cNvPr id="1027" name="Parallelogram 1026">
            <a:extLst>
              <a:ext uri="{FF2B5EF4-FFF2-40B4-BE49-F238E27FC236}">
                <a16:creationId xmlns:a16="http://schemas.microsoft.com/office/drawing/2014/main" id="{6430820D-1689-4CDB-B588-78CF7C6E267A}"/>
              </a:ext>
            </a:extLst>
          </p:cNvPr>
          <p:cNvSpPr/>
          <p:nvPr/>
        </p:nvSpPr>
        <p:spPr>
          <a:xfrm>
            <a:off x="4739869" y="1576465"/>
            <a:ext cx="3405292" cy="567702"/>
          </a:xfrm>
          <a:prstGeom prst="parallelogram">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Thresholds T1 and T2.</a:t>
            </a:r>
          </a:p>
        </p:txBody>
      </p:sp>
      <p:cxnSp>
        <p:nvCxnSpPr>
          <p:cNvPr id="1028" name="Straight Arrow Connector 1027">
            <a:extLst>
              <a:ext uri="{FF2B5EF4-FFF2-40B4-BE49-F238E27FC236}">
                <a16:creationId xmlns:a16="http://schemas.microsoft.com/office/drawing/2014/main" id="{82DBF5D2-3DCA-465F-FE26-C47DD8B6FF2D}"/>
              </a:ext>
            </a:extLst>
          </p:cNvPr>
          <p:cNvCxnSpPr>
            <a:cxnSpLocks/>
            <a:stCxn id="1026" idx="0"/>
            <a:endCxn id="1027" idx="4"/>
          </p:cNvCxnSpPr>
          <p:nvPr/>
        </p:nvCxnSpPr>
        <p:spPr>
          <a:xfrm flipV="1">
            <a:off x="6442515" y="2144167"/>
            <a:ext cx="0" cy="202696"/>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29" name="Oval 1028">
            <a:extLst>
              <a:ext uri="{FF2B5EF4-FFF2-40B4-BE49-F238E27FC236}">
                <a16:creationId xmlns:a16="http://schemas.microsoft.com/office/drawing/2014/main" id="{89D7CD43-53F1-AAAF-8060-DE9FE4CE407E}"/>
              </a:ext>
            </a:extLst>
          </p:cNvPr>
          <p:cNvSpPr/>
          <p:nvPr/>
        </p:nvSpPr>
        <p:spPr>
          <a:xfrm>
            <a:off x="5563495" y="849331"/>
            <a:ext cx="1775303" cy="586185"/>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800" dirty="0">
                <a:latin typeface="Bahnschrift" panose="020B0502040204020203" pitchFamily="34" charset="0"/>
              </a:rPr>
              <a:t>End</a:t>
            </a:r>
          </a:p>
        </p:txBody>
      </p:sp>
      <p:cxnSp>
        <p:nvCxnSpPr>
          <p:cNvPr id="1030" name="Straight Arrow Connector 1029">
            <a:extLst>
              <a:ext uri="{FF2B5EF4-FFF2-40B4-BE49-F238E27FC236}">
                <a16:creationId xmlns:a16="http://schemas.microsoft.com/office/drawing/2014/main" id="{792D6799-3100-88D4-B6B3-05E16D228CEF}"/>
              </a:ext>
            </a:extLst>
          </p:cNvPr>
          <p:cNvCxnSpPr>
            <a:cxnSpLocks/>
            <a:stCxn id="1027" idx="0"/>
            <a:endCxn id="1029" idx="4"/>
          </p:cNvCxnSpPr>
          <p:nvPr/>
        </p:nvCxnSpPr>
        <p:spPr>
          <a:xfrm flipV="1">
            <a:off x="6442515" y="1435516"/>
            <a:ext cx="8632" cy="140949"/>
          </a:xfrm>
          <a:prstGeom prst="straightConnector1">
            <a:avLst/>
          </a:prstGeom>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2141811"/>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573BB466-4D8F-5C93-CA1E-2D2D1EAE0E5F}"/>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FC3119D8-40E1-B269-71D7-2A947AB35FFA}"/>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IDEA</a:t>
            </a:r>
            <a:endParaRPr dirty="0"/>
          </a:p>
        </p:txBody>
      </p:sp>
      <p:grpSp>
        <p:nvGrpSpPr>
          <p:cNvPr id="1042" name="!!2">
            <a:extLst>
              <a:ext uri="{FF2B5EF4-FFF2-40B4-BE49-F238E27FC236}">
                <a16:creationId xmlns:a16="http://schemas.microsoft.com/office/drawing/2014/main" id="{687CE046-BCEB-FA88-F684-0175B0369BC7}"/>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DAD49D8B-1BD0-64FF-4DC9-DA4707734A3D}"/>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A7F1F5AB-824D-9FA5-9D0A-4C94235843F3}"/>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0D1AB4DC-9EC5-8866-FC2D-E61A0B081C00}"/>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7787BBC6-0477-0D82-61DF-65C763410D74}"/>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82C431F5-76F2-7467-0F24-2F5EA1BE57E4}"/>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 name="Google Shape;1039;p31">
            <a:extLst>
              <a:ext uri="{FF2B5EF4-FFF2-40B4-BE49-F238E27FC236}">
                <a16:creationId xmlns:a16="http://schemas.microsoft.com/office/drawing/2014/main" id="{23A51C8D-569D-6CB7-DAD4-A703DCCC2D6C}"/>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pic>
        <p:nvPicPr>
          <p:cNvPr id="3" name="Picture 2">
            <a:extLst>
              <a:ext uri="{FF2B5EF4-FFF2-40B4-BE49-F238E27FC236}">
                <a16:creationId xmlns:a16="http://schemas.microsoft.com/office/drawing/2014/main" id="{C755936D-1E14-84D5-0720-A787F7A1FCE2}"/>
              </a:ext>
            </a:extLst>
          </p:cNvPr>
          <p:cNvPicPr>
            <a:picLocks noChangeAspect="1"/>
          </p:cNvPicPr>
          <p:nvPr/>
        </p:nvPicPr>
        <p:blipFill>
          <a:blip r:embed="rId3"/>
          <a:stretch>
            <a:fillRect/>
          </a:stretch>
        </p:blipFill>
        <p:spPr>
          <a:xfrm>
            <a:off x="2142641" y="821950"/>
            <a:ext cx="4858718" cy="2643809"/>
          </a:xfrm>
          <a:prstGeom prst="rect">
            <a:avLst/>
          </a:prstGeom>
        </p:spPr>
      </p:pic>
      <p:sp>
        <p:nvSpPr>
          <p:cNvPr id="5" name="Rectangle: Rounded Corners 4">
            <a:extLst>
              <a:ext uri="{FF2B5EF4-FFF2-40B4-BE49-F238E27FC236}">
                <a16:creationId xmlns:a16="http://schemas.microsoft.com/office/drawing/2014/main" id="{6A966F3C-2D73-3311-56A0-BA6CF78CE414}"/>
              </a:ext>
            </a:extLst>
          </p:cNvPr>
          <p:cNvSpPr/>
          <p:nvPr/>
        </p:nvSpPr>
        <p:spPr>
          <a:xfrm>
            <a:off x="485702" y="3629452"/>
            <a:ext cx="8416130" cy="1338761"/>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1497;p43">
            <a:extLst>
              <a:ext uri="{FF2B5EF4-FFF2-40B4-BE49-F238E27FC236}">
                <a16:creationId xmlns:a16="http://schemas.microsoft.com/office/drawing/2014/main" id="{1C6BF66D-38CA-A925-1912-E0F3A498C556}"/>
              </a:ext>
            </a:extLst>
          </p:cNvPr>
          <p:cNvSpPr txBox="1">
            <a:spLocks/>
          </p:cNvSpPr>
          <p:nvPr/>
        </p:nvSpPr>
        <p:spPr>
          <a:xfrm>
            <a:off x="533173" y="3561855"/>
            <a:ext cx="8357254" cy="156682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spcAft>
                <a:spcPts val="600"/>
              </a:spcAft>
            </a:pPr>
            <a:r>
              <a:rPr lang="fr-FR" dirty="0" err="1">
                <a:solidFill>
                  <a:schemeClr val="accent6"/>
                </a:solidFill>
              </a:rPr>
              <a:t>Repeat</a:t>
            </a:r>
            <a:r>
              <a:rPr lang="fr-FR" dirty="0">
                <a:solidFill>
                  <a:schemeClr val="accent6"/>
                </a:solidFill>
              </a:rPr>
              <a:t> the </a:t>
            </a:r>
            <a:r>
              <a:rPr lang="fr-FR" dirty="0" err="1">
                <a:solidFill>
                  <a:schemeClr val="accent6"/>
                </a:solidFill>
              </a:rPr>
              <a:t>algorithm</a:t>
            </a:r>
            <a:r>
              <a:rPr lang="fr-FR" dirty="0">
                <a:solidFill>
                  <a:schemeClr val="accent6"/>
                </a:solidFill>
              </a:rPr>
              <a:t> for </a:t>
            </a:r>
            <a:r>
              <a:rPr lang="fr-FR" dirty="0" err="1">
                <a:solidFill>
                  <a:schemeClr val="accent6"/>
                </a:solidFill>
              </a:rPr>
              <a:t>each</a:t>
            </a:r>
            <a:r>
              <a:rPr lang="fr-FR" dirty="0">
                <a:solidFill>
                  <a:schemeClr val="accent6"/>
                </a:solidFill>
              </a:rPr>
              <a:t> signal. After </a:t>
            </a:r>
            <a:r>
              <a:rPr lang="fr-FR" dirty="0" err="1">
                <a:solidFill>
                  <a:schemeClr val="accent6"/>
                </a:solidFill>
              </a:rPr>
              <a:t>computing</a:t>
            </a:r>
            <a:r>
              <a:rPr lang="fr-FR" dirty="0">
                <a:solidFill>
                  <a:schemeClr val="accent6"/>
                </a:solidFill>
              </a:rPr>
              <a:t> the </a:t>
            </a:r>
            <a:r>
              <a:rPr lang="fr-FR" dirty="0" err="1">
                <a:solidFill>
                  <a:schemeClr val="accent6"/>
                </a:solidFill>
              </a:rPr>
              <a:t>histograms</a:t>
            </a:r>
            <a:r>
              <a:rPr lang="fr-FR" dirty="0">
                <a:solidFill>
                  <a:schemeClr val="accent6"/>
                </a:solidFill>
              </a:rPr>
              <a:t> and </a:t>
            </a:r>
            <a:r>
              <a:rPr lang="fr-FR" dirty="0" err="1">
                <a:solidFill>
                  <a:schemeClr val="accent6"/>
                </a:solidFill>
              </a:rPr>
              <a:t>filtering</a:t>
            </a:r>
            <a:r>
              <a:rPr lang="fr-FR" dirty="0">
                <a:solidFill>
                  <a:schemeClr val="accent6"/>
                </a:solidFill>
              </a:rPr>
              <a:t>, for </a:t>
            </a:r>
            <a:r>
              <a:rPr lang="fr-FR" dirty="0" err="1">
                <a:solidFill>
                  <a:schemeClr val="accent6"/>
                </a:solidFill>
              </a:rPr>
              <a:t>each</a:t>
            </a:r>
            <a:r>
              <a:rPr lang="fr-FR" dirty="0">
                <a:solidFill>
                  <a:schemeClr val="accent6"/>
                </a:solidFill>
              </a:rPr>
              <a:t> frame:</a:t>
            </a:r>
          </a:p>
          <a:p>
            <a:pPr marL="285750" indent="-285750">
              <a:spcAft>
                <a:spcPts val="600"/>
              </a:spcAft>
              <a:buFont typeface="Arial" panose="020B0604020202020204" pitchFamily="34" charset="0"/>
              <a:buChar char="•"/>
            </a:pPr>
            <a:r>
              <a:rPr lang="fr-FR" b="1" dirty="0">
                <a:solidFill>
                  <a:schemeClr val="accent6"/>
                </a:solidFill>
              </a:rPr>
              <a:t>(If STE &gt; T1 &amp; SC &gt; T2) OR (STE &gt; T1_high) =&gt; Speech.</a:t>
            </a:r>
          </a:p>
          <a:p>
            <a:pPr marL="285750" indent="-285750">
              <a:spcAft>
                <a:spcPts val="600"/>
              </a:spcAft>
              <a:buFont typeface="Arial" panose="020B0604020202020204" pitchFamily="34" charset="0"/>
              <a:buChar char="•"/>
            </a:pPr>
            <a:r>
              <a:rPr lang="fr-FR" b="1" dirty="0" err="1">
                <a:solidFill>
                  <a:schemeClr val="accent6"/>
                </a:solidFill>
              </a:rPr>
              <a:t>Otherwise</a:t>
            </a:r>
            <a:r>
              <a:rPr lang="fr-FR" b="1" dirty="0">
                <a:solidFill>
                  <a:schemeClr val="accent6"/>
                </a:solidFill>
              </a:rPr>
              <a:t> =&gt; Silence.</a:t>
            </a:r>
          </a:p>
        </p:txBody>
      </p:sp>
    </p:spTree>
    <p:extLst>
      <p:ext uri="{BB962C8B-B14F-4D97-AF65-F5344CB8AC3E}">
        <p14:creationId xmlns:p14="http://schemas.microsoft.com/office/powerpoint/2010/main" val="471639748"/>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BBB64E80-2AFD-4024-C758-DBE5D43595D7}"/>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CA7DD994-586D-7B2D-70B1-3171696CC885}"/>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RESULTS</a:t>
            </a:r>
            <a:endParaRPr dirty="0"/>
          </a:p>
        </p:txBody>
      </p:sp>
      <p:grpSp>
        <p:nvGrpSpPr>
          <p:cNvPr id="1042" name="!!2">
            <a:extLst>
              <a:ext uri="{FF2B5EF4-FFF2-40B4-BE49-F238E27FC236}">
                <a16:creationId xmlns:a16="http://schemas.microsoft.com/office/drawing/2014/main" id="{B02BEDBA-F80B-CF46-D15E-E98BA84B8DCC}"/>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20914233-AD18-ABF3-F15B-27EC3AB4AA95}"/>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45306388-4C74-44EC-4C7B-37346EBD8B8B}"/>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B10DCA8B-4816-3591-B08A-FBD45D7D6D2F}"/>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52AF4926-7922-F0D1-E6A5-25CCE11FCAC8}"/>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DF9ECB84-AF08-C8A3-4C0B-44A7A833B961}"/>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57A206E4-D89F-4A0C-F831-AA91D21EF6D9}"/>
              </a:ext>
            </a:extLst>
          </p:cNvPr>
          <p:cNvGrpSpPr/>
          <p:nvPr/>
        </p:nvGrpSpPr>
        <p:grpSpPr>
          <a:xfrm>
            <a:off x="6534261" y="3873255"/>
            <a:ext cx="713803" cy="706547"/>
            <a:chOff x="-4017975" y="616650"/>
            <a:chExt cx="814100" cy="805825"/>
          </a:xfrm>
        </p:grpSpPr>
        <p:sp>
          <p:nvSpPr>
            <p:cNvPr id="1057" name="Google Shape;1057;p31">
              <a:extLst>
                <a:ext uri="{FF2B5EF4-FFF2-40B4-BE49-F238E27FC236}">
                  <a16:creationId xmlns:a16="http://schemas.microsoft.com/office/drawing/2014/main" id="{A34877D8-8800-0FE5-F9F9-D91F985E4CB0}"/>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61DC2670-85AE-7734-D831-208F369EB85E}"/>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A9D83F79-D074-766F-F8DD-8AB828DA2C9A}"/>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6DE13288-27CF-04BB-A514-816D0699393A}"/>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DFB397CE-2C24-D5C5-FC9A-2648D9564AFA}"/>
              </a:ext>
            </a:extLst>
          </p:cNvPr>
          <p:cNvGrpSpPr/>
          <p:nvPr/>
        </p:nvGrpSpPr>
        <p:grpSpPr>
          <a:xfrm>
            <a:off x="7454805" y="3307393"/>
            <a:ext cx="1040638" cy="901375"/>
            <a:chOff x="8457538" y="810363"/>
            <a:chExt cx="1040638" cy="901375"/>
          </a:xfrm>
        </p:grpSpPr>
        <p:grpSp>
          <p:nvGrpSpPr>
            <p:cNvPr id="1062" name="Google Shape;1062;p31">
              <a:extLst>
                <a:ext uri="{FF2B5EF4-FFF2-40B4-BE49-F238E27FC236}">
                  <a16:creationId xmlns:a16="http://schemas.microsoft.com/office/drawing/2014/main" id="{EBFD08EE-1932-2DA2-B066-1C203A7AC132}"/>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451D2108-EFDB-1078-FB35-A1F85CD97275}"/>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D30E673E-F8FF-8F91-5D2D-9932B14269E7}"/>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0D73536D-A430-B482-BA4C-987248AD40A8}"/>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E975A1CF-A150-CC92-4DF2-62D4987DE435}"/>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FD40B423-6EEC-B1B1-7606-207159164CD3}"/>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C50023D5-603F-8028-3325-807AFDA8ACBF}"/>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Google Shape;1039;p31">
            <a:extLst>
              <a:ext uri="{FF2B5EF4-FFF2-40B4-BE49-F238E27FC236}">
                <a16:creationId xmlns:a16="http://schemas.microsoft.com/office/drawing/2014/main" id="{B4212C92-78FB-FB68-8F06-5FCE53297EDD}"/>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5" name="Rectangle: Rounded Corners 4">
            <a:extLst>
              <a:ext uri="{FF2B5EF4-FFF2-40B4-BE49-F238E27FC236}">
                <a16:creationId xmlns:a16="http://schemas.microsoft.com/office/drawing/2014/main" id="{36329DB4-A4F7-8580-6985-30D07C530228}"/>
              </a:ext>
            </a:extLst>
          </p:cNvPr>
          <p:cNvSpPr/>
          <p:nvPr/>
        </p:nvSpPr>
        <p:spPr>
          <a:xfrm>
            <a:off x="217259" y="3196143"/>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pic>
        <p:nvPicPr>
          <p:cNvPr id="8" name="Picture 7">
            <a:extLst>
              <a:ext uri="{FF2B5EF4-FFF2-40B4-BE49-F238E27FC236}">
                <a16:creationId xmlns:a16="http://schemas.microsoft.com/office/drawing/2014/main" id="{F144B0DA-CC53-3B59-360A-6074DE7CA3A7}"/>
              </a:ext>
            </a:extLst>
          </p:cNvPr>
          <p:cNvPicPr>
            <a:picLocks noChangeAspect="1"/>
          </p:cNvPicPr>
          <p:nvPr/>
        </p:nvPicPr>
        <p:blipFill>
          <a:blip r:embed="rId3"/>
          <a:stretch>
            <a:fillRect/>
          </a:stretch>
        </p:blipFill>
        <p:spPr>
          <a:xfrm>
            <a:off x="217260" y="811081"/>
            <a:ext cx="4194462" cy="2282362"/>
          </a:xfrm>
          <a:prstGeom prst="rect">
            <a:avLst/>
          </a:prstGeom>
        </p:spPr>
      </p:pic>
      <p:pic>
        <p:nvPicPr>
          <p:cNvPr id="12" name="Picture 11">
            <a:extLst>
              <a:ext uri="{FF2B5EF4-FFF2-40B4-BE49-F238E27FC236}">
                <a16:creationId xmlns:a16="http://schemas.microsoft.com/office/drawing/2014/main" id="{DAE648EA-9C66-3A54-4595-8902E85E8061}"/>
              </a:ext>
            </a:extLst>
          </p:cNvPr>
          <p:cNvPicPr>
            <a:picLocks noChangeAspect="1"/>
          </p:cNvPicPr>
          <p:nvPr/>
        </p:nvPicPr>
        <p:blipFill>
          <a:blip r:embed="rId4"/>
          <a:srcRect/>
          <a:stretch/>
        </p:blipFill>
        <p:spPr>
          <a:xfrm>
            <a:off x="4725646" y="830849"/>
            <a:ext cx="4194463" cy="2282362"/>
          </a:xfrm>
          <a:prstGeom prst="rect">
            <a:avLst/>
          </a:prstGeom>
        </p:spPr>
      </p:pic>
      <p:sp>
        <p:nvSpPr>
          <p:cNvPr id="15" name="TextBox 14">
            <a:extLst>
              <a:ext uri="{FF2B5EF4-FFF2-40B4-BE49-F238E27FC236}">
                <a16:creationId xmlns:a16="http://schemas.microsoft.com/office/drawing/2014/main" id="{57D049D6-5D2A-102F-BB7E-C6A31B5CDE13}"/>
              </a:ext>
            </a:extLst>
          </p:cNvPr>
          <p:cNvSpPr txBox="1"/>
          <p:nvPr/>
        </p:nvSpPr>
        <p:spPr>
          <a:xfrm>
            <a:off x="210627" y="3215937"/>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10ms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10ms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Highly accurate, very few errors.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STE effectively captures low-frequency male voice energy. The 10ms error is just frame shift.</a:t>
            </a:r>
          </a:p>
        </p:txBody>
      </p:sp>
      <p:sp>
        <p:nvSpPr>
          <p:cNvPr id="17" name="Rectangle: Rounded Corners 16">
            <a:extLst>
              <a:ext uri="{FF2B5EF4-FFF2-40B4-BE49-F238E27FC236}">
                <a16:creationId xmlns:a16="http://schemas.microsoft.com/office/drawing/2014/main" id="{D6CCB1A6-6781-A538-C011-7980AC10C07B}"/>
              </a:ext>
            </a:extLst>
          </p:cNvPr>
          <p:cNvSpPr/>
          <p:nvPr/>
        </p:nvSpPr>
        <p:spPr>
          <a:xfrm>
            <a:off x="4732278" y="3180969"/>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sp>
        <p:nvSpPr>
          <p:cNvPr id="19" name="TextBox 18">
            <a:extLst>
              <a:ext uri="{FF2B5EF4-FFF2-40B4-BE49-F238E27FC236}">
                <a16:creationId xmlns:a16="http://schemas.microsoft.com/office/drawing/2014/main" id="{A613D1E4-B279-B506-DBA7-60CDAA6F156E}"/>
              </a:ext>
            </a:extLst>
          </p:cNvPr>
          <p:cNvSpPr txBox="1"/>
          <p:nvPr/>
        </p:nvSpPr>
        <p:spPr>
          <a:xfrm>
            <a:off x="4725646" y="3200763"/>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20ms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22.36ms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Slight boundary deviation at speech edges.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Female voices contain unvoiced sounds (low STE) at word edges, causing early or late cuts.</a:t>
            </a:r>
          </a:p>
        </p:txBody>
      </p:sp>
    </p:spTree>
    <p:extLst>
      <p:ext uri="{BB962C8B-B14F-4D97-AF65-F5344CB8AC3E}">
        <p14:creationId xmlns:p14="http://schemas.microsoft.com/office/powerpoint/2010/main" val="2038032505"/>
      </p:ext>
    </p:extLst>
  </p:cSld>
  <p:clrMapOvr>
    <a:masterClrMapping/>
  </p:clrMapOvr>
  <mc:AlternateContent xmlns:mc="http://schemas.openxmlformats.org/markup-compatibility/2006">
    <mc:Choice xmlns:p14="http://schemas.microsoft.com/office/powerpoint/2010/main" Requires="p14">
      <p:transition spd="slow" p14:dur="1300">
        <p14:pan dir="u"/>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4002A1B9-CA64-CD7D-7396-0D60F1D497C6}"/>
            </a:ext>
          </a:extLst>
        </p:cNvPr>
        <p:cNvGrpSpPr/>
        <p:nvPr/>
      </p:nvGrpSpPr>
      <p:grpSpPr>
        <a:xfrm>
          <a:off x="0" y="0"/>
          <a:ext cx="0" cy="0"/>
          <a:chOff x="0" y="0"/>
          <a:chExt cx="0" cy="0"/>
        </a:xfrm>
      </p:grpSpPr>
      <p:sp>
        <p:nvSpPr>
          <p:cNvPr id="1039" name="!!1">
            <a:extLst>
              <a:ext uri="{FF2B5EF4-FFF2-40B4-BE49-F238E27FC236}">
                <a16:creationId xmlns:a16="http://schemas.microsoft.com/office/drawing/2014/main" id="{B9BC1AE3-942C-EAA5-EFAE-C5F60976E8A2}"/>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lvl="0"/>
            <a:r>
              <a:rPr lang="en" dirty="0"/>
              <a:t>HISTOGRAM: </a:t>
            </a:r>
            <a:r>
              <a:rPr lang="en" dirty="0">
                <a:solidFill>
                  <a:schemeClr val="bg1">
                    <a:lumMod val="50000"/>
                  </a:schemeClr>
                </a:solidFill>
              </a:rPr>
              <a:t>RESULTS</a:t>
            </a:r>
            <a:endParaRPr dirty="0"/>
          </a:p>
        </p:txBody>
      </p:sp>
      <p:grpSp>
        <p:nvGrpSpPr>
          <p:cNvPr id="1042" name="!!2">
            <a:extLst>
              <a:ext uri="{FF2B5EF4-FFF2-40B4-BE49-F238E27FC236}">
                <a16:creationId xmlns:a16="http://schemas.microsoft.com/office/drawing/2014/main" id="{BEEF7A84-76C6-8CA2-362C-5B53467FA770}"/>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072CA85C-0034-11A6-CB00-2FF5E21A0929}"/>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9AB5759E-B0DE-EFD8-8D54-4C5458EBCB5C}"/>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9BCF3092-ACA8-F77F-8E72-0648B759D8AB}"/>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A307BA63-8820-E91E-B338-F2F0C170E601}"/>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3D21C0A7-2399-B436-8A1C-D3058C240A97}"/>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a:extLst>
              <a:ext uri="{FF2B5EF4-FFF2-40B4-BE49-F238E27FC236}">
                <a16:creationId xmlns:a16="http://schemas.microsoft.com/office/drawing/2014/main" id="{5384EEE6-F196-08EC-F289-209583F2BC7D}"/>
              </a:ext>
            </a:extLst>
          </p:cNvPr>
          <p:cNvGrpSpPr/>
          <p:nvPr/>
        </p:nvGrpSpPr>
        <p:grpSpPr>
          <a:xfrm>
            <a:off x="6534261" y="3873255"/>
            <a:ext cx="713803" cy="706547"/>
            <a:chOff x="-4017975" y="616650"/>
            <a:chExt cx="814100" cy="805825"/>
          </a:xfrm>
        </p:grpSpPr>
        <p:sp>
          <p:nvSpPr>
            <p:cNvPr id="1057" name="Google Shape;1057;p31">
              <a:extLst>
                <a:ext uri="{FF2B5EF4-FFF2-40B4-BE49-F238E27FC236}">
                  <a16:creationId xmlns:a16="http://schemas.microsoft.com/office/drawing/2014/main" id="{ABA082D5-E2A6-D421-E9F0-60C6B0233496}"/>
                </a:ext>
              </a:extLst>
            </p:cNvPr>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a:extLst>
                <a:ext uri="{FF2B5EF4-FFF2-40B4-BE49-F238E27FC236}">
                  <a16:creationId xmlns:a16="http://schemas.microsoft.com/office/drawing/2014/main" id="{145718A2-BFD9-FBF2-2571-78844AE8B378}"/>
                </a:ext>
              </a:extLst>
            </p:cNvPr>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a:extLst>
                <a:ext uri="{FF2B5EF4-FFF2-40B4-BE49-F238E27FC236}">
                  <a16:creationId xmlns:a16="http://schemas.microsoft.com/office/drawing/2014/main" id="{50670144-0624-270C-0903-1FB2AE3471DD}"/>
                </a:ext>
              </a:extLst>
            </p:cNvPr>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a:extLst>
                <a:ext uri="{FF2B5EF4-FFF2-40B4-BE49-F238E27FC236}">
                  <a16:creationId xmlns:a16="http://schemas.microsoft.com/office/drawing/2014/main" id="{8BA894CC-DFC7-116C-C66F-8BC3F905A521}"/>
                </a:ext>
              </a:extLst>
            </p:cNvPr>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a:extLst>
              <a:ext uri="{FF2B5EF4-FFF2-40B4-BE49-F238E27FC236}">
                <a16:creationId xmlns:a16="http://schemas.microsoft.com/office/drawing/2014/main" id="{9A397F70-AB92-FA6E-ECFE-6C64A2708DE0}"/>
              </a:ext>
            </a:extLst>
          </p:cNvPr>
          <p:cNvGrpSpPr/>
          <p:nvPr/>
        </p:nvGrpSpPr>
        <p:grpSpPr>
          <a:xfrm>
            <a:off x="7454805" y="3307393"/>
            <a:ext cx="1040638" cy="901375"/>
            <a:chOff x="8457538" y="810363"/>
            <a:chExt cx="1040638" cy="901375"/>
          </a:xfrm>
        </p:grpSpPr>
        <p:grpSp>
          <p:nvGrpSpPr>
            <p:cNvPr id="1062" name="Google Shape;1062;p31">
              <a:extLst>
                <a:ext uri="{FF2B5EF4-FFF2-40B4-BE49-F238E27FC236}">
                  <a16:creationId xmlns:a16="http://schemas.microsoft.com/office/drawing/2014/main" id="{1E39EC80-582B-D036-0E2A-D536EB64D59F}"/>
                </a:ext>
              </a:extLst>
            </p:cNvPr>
            <p:cNvGrpSpPr/>
            <p:nvPr/>
          </p:nvGrpSpPr>
          <p:grpSpPr>
            <a:xfrm>
              <a:off x="8781450" y="810363"/>
              <a:ext cx="716725" cy="901375"/>
              <a:chOff x="-3888525" y="-2483300"/>
              <a:chExt cx="716725" cy="901375"/>
            </a:xfrm>
          </p:grpSpPr>
          <p:sp>
            <p:nvSpPr>
              <p:cNvPr id="1063" name="Google Shape;1063;p31">
                <a:extLst>
                  <a:ext uri="{FF2B5EF4-FFF2-40B4-BE49-F238E27FC236}">
                    <a16:creationId xmlns:a16="http://schemas.microsoft.com/office/drawing/2014/main" id="{AFEDC292-24C6-175B-8486-989FEA2CFD62}"/>
                  </a:ext>
                </a:extLst>
              </p:cNvPr>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a:extLst>
                  <a:ext uri="{FF2B5EF4-FFF2-40B4-BE49-F238E27FC236}">
                    <a16:creationId xmlns:a16="http://schemas.microsoft.com/office/drawing/2014/main" id="{8559F879-1D1C-42E8-40F1-CD97DB01E0E0}"/>
                  </a:ext>
                </a:extLst>
              </p:cNvPr>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a:extLst>
                <a:ext uri="{FF2B5EF4-FFF2-40B4-BE49-F238E27FC236}">
                  <a16:creationId xmlns:a16="http://schemas.microsoft.com/office/drawing/2014/main" id="{22AFC743-C9FC-730D-41E9-22DC00EF6333}"/>
                </a:ext>
              </a:extLst>
            </p:cNvPr>
            <p:cNvGrpSpPr/>
            <p:nvPr/>
          </p:nvGrpSpPr>
          <p:grpSpPr>
            <a:xfrm>
              <a:off x="8457538" y="1331488"/>
              <a:ext cx="323925" cy="323650"/>
              <a:chOff x="1608625" y="299800"/>
              <a:chExt cx="323925" cy="323650"/>
            </a:xfrm>
          </p:grpSpPr>
          <p:sp>
            <p:nvSpPr>
              <p:cNvPr id="1066" name="Google Shape;1066;p31">
                <a:extLst>
                  <a:ext uri="{FF2B5EF4-FFF2-40B4-BE49-F238E27FC236}">
                    <a16:creationId xmlns:a16="http://schemas.microsoft.com/office/drawing/2014/main" id="{24F708B6-9855-F9F8-97B5-1A94871CA281}"/>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a:extLst>
                  <a:ext uri="{FF2B5EF4-FFF2-40B4-BE49-F238E27FC236}">
                    <a16:creationId xmlns:a16="http://schemas.microsoft.com/office/drawing/2014/main" id="{9B7379B0-91F2-5FD6-15C5-4227E4852BBA}"/>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a:extLst>
                  <a:ext uri="{FF2B5EF4-FFF2-40B4-BE49-F238E27FC236}">
                    <a16:creationId xmlns:a16="http://schemas.microsoft.com/office/drawing/2014/main" id="{389045BE-0BDF-CDB1-D1B7-9515124F1F3B}"/>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3" name="!!3">
            <a:extLst>
              <a:ext uri="{FF2B5EF4-FFF2-40B4-BE49-F238E27FC236}">
                <a16:creationId xmlns:a16="http://schemas.microsoft.com/office/drawing/2014/main" id="{7ABC50A4-2FB0-4BEB-0595-859396B65F15}"/>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
        <p:nvSpPr>
          <p:cNvPr id="5" name="Rectangle: Rounded Corners 4">
            <a:extLst>
              <a:ext uri="{FF2B5EF4-FFF2-40B4-BE49-F238E27FC236}">
                <a16:creationId xmlns:a16="http://schemas.microsoft.com/office/drawing/2014/main" id="{7145A651-5D2D-F128-9E9E-508F0189480C}"/>
              </a:ext>
            </a:extLst>
          </p:cNvPr>
          <p:cNvSpPr/>
          <p:nvPr/>
        </p:nvSpPr>
        <p:spPr>
          <a:xfrm>
            <a:off x="217259" y="3196143"/>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pic>
        <p:nvPicPr>
          <p:cNvPr id="8" name="Picture 7">
            <a:extLst>
              <a:ext uri="{FF2B5EF4-FFF2-40B4-BE49-F238E27FC236}">
                <a16:creationId xmlns:a16="http://schemas.microsoft.com/office/drawing/2014/main" id="{C4800F51-3FAC-87BA-A407-CB3E7E88143D}"/>
              </a:ext>
            </a:extLst>
          </p:cNvPr>
          <p:cNvPicPr>
            <a:picLocks noChangeAspect="1"/>
          </p:cNvPicPr>
          <p:nvPr/>
        </p:nvPicPr>
        <p:blipFill>
          <a:blip r:embed="rId3"/>
          <a:srcRect/>
          <a:stretch/>
        </p:blipFill>
        <p:spPr>
          <a:xfrm>
            <a:off x="223891" y="811081"/>
            <a:ext cx="4187830" cy="2282362"/>
          </a:xfrm>
          <a:prstGeom prst="rect">
            <a:avLst/>
          </a:prstGeom>
        </p:spPr>
      </p:pic>
      <p:pic>
        <p:nvPicPr>
          <p:cNvPr id="12" name="Picture 11">
            <a:extLst>
              <a:ext uri="{FF2B5EF4-FFF2-40B4-BE49-F238E27FC236}">
                <a16:creationId xmlns:a16="http://schemas.microsoft.com/office/drawing/2014/main" id="{5713EA30-6899-EBD5-0D64-B0F8A737EFFC}"/>
              </a:ext>
            </a:extLst>
          </p:cNvPr>
          <p:cNvPicPr>
            <a:picLocks noChangeAspect="1"/>
          </p:cNvPicPr>
          <p:nvPr/>
        </p:nvPicPr>
        <p:blipFill>
          <a:blip r:embed="rId4"/>
          <a:srcRect/>
          <a:stretch/>
        </p:blipFill>
        <p:spPr>
          <a:xfrm>
            <a:off x="4732278" y="830849"/>
            <a:ext cx="4104499" cy="2282362"/>
          </a:xfrm>
          <a:prstGeom prst="rect">
            <a:avLst/>
          </a:prstGeom>
        </p:spPr>
      </p:pic>
      <p:sp>
        <p:nvSpPr>
          <p:cNvPr id="15" name="TextBox 14">
            <a:extLst>
              <a:ext uri="{FF2B5EF4-FFF2-40B4-BE49-F238E27FC236}">
                <a16:creationId xmlns:a16="http://schemas.microsoft.com/office/drawing/2014/main" id="{D6B8491E-6EB2-9D5B-6268-3D8C11E589DC}"/>
              </a:ext>
            </a:extLst>
          </p:cNvPr>
          <p:cNvSpPr txBox="1"/>
          <p:nvPr/>
        </p:nvSpPr>
        <p:spPr>
          <a:xfrm>
            <a:off x="210627" y="3215937"/>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10ms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10ms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Highly accurate, very few errors.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STE effectively captures low-frequency male voice energy. The 10ms error is just frame shift.</a:t>
            </a:r>
          </a:p>
        </p:txBody>
      </p:sp>
      <p:sp>
        <p:nvSpPr>
          <p:cNvPr id="17" name="Rectangle: Rounded Corners 16">
            <a:extLst>
              <a:ext uri="{FF2B5EF4-FFF2-40B4-BE49-F238E27FC236}">
                <a16:creationId xmlns:a16="http://schemas.microsoft.com/office/drawing/2014/main" id="{78A0B343-3568-2015-7FF1-65F207B074A3}"/>
              </a:ext>
            </a:extLst>
          </p:cNvPr>
          <p:cNvSpPr/>
          <p:nvPr/>
        </p:nvSpPr>
        <p:spPr>
          <a:xfrm>
            <a:off x="4732278" y="3180969"/>
            <a:ext cx="4194462" cy="1829098"/>
          </a:xfrm>
          <a:prstGeom prst="roundRect">
            <a:avLst>
              <a:gd name="adj" fmla="val 13124"/>
            </a:avLst>
          </a:prstGeom>
          <a:solidFill>
            <a:schemeClr val="accent6"/>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solidFill>
                <a:srgbClr val="00B050"/>
              </a:solidFill>
              <a:latin typeface="Montserrat" panose="00000500000000000000" pitchFamily="2" charset="0"/>
            </a:endParaRPr>
          </a:p>
        </p:txBody>
      </p:sp>
      <p:sp>
        <p:nvSpPr>
          <p:cNvPr id="19" name="TextBox 18">
            <a:extLst>
              <a:ext uri="{FF2B5EF4-FFF2-40B4-BE49-F238E27FC236}">
                <a16:creationId xmlns:a16="http://schemas.microsoft.com/office/drawing/2014/main" id="{FF4813CC-8F7C-97B9-7B23-10BF0CA6AD6F}"/>
              </a:ext>
            </a:extLst>
          </p:cNvPr>
          <p:cNvSpPr txBox="1"/>
          <p:nvPr/>
        </p:nvSpPr>
        <p:spPr>
          <a:xfrm>
            <a:off x="4725646" y="3200763"/>
            <a:ext cx="4111131" cy="1846659"/>
          </a:xfrm>
          <a:prstGeom prst="rect">
            <a:avLst/>
          </a:prstGeom>
          <a:noFill/>
        </p:spPr>
        <p:txBody>
          <a:bodyPr wrap="square" rtlCol="0">
            <a:spAutoFit/>
          </a:bodyPr>
          <a:lstStyle/>
          <a:p>
            <a:pPr algn="ctr"/>
            <a:r>
              <a:rPr lang="en-US" sz="1800" dirty="0">
                <a:solidFill>
                  <a:schemeClr val="bg1"/>
                </a:solidFill>
                <a:latin typeface="Montserrat" panose="00000500000000000000" pitchFamily="2" charset="0"/>
              </a:rPr>
              <a:t>MAE </a:t>
            </a:r>
            <a:r>
              <a:rPr lang="en-US" sz="2400" b="1" dirty="0">
                <a:solidFill>
                  <a:srgbClr val="00B050"/>
                </a:solidFill>
                <a:latin typeface="Montserrat" panose="00000500000000000000" pitchFamily="2" charset="0"/>
              </a:rPr>
              <a:t>15ms</a:t>
            </a:r>
            <a:r>
              <a:rPr lang="en-US" sz="2000" dirty="0">
                <a:solidFill>
                  <a:schemeClr val="accent6"/>
                </a:solidFill>
                <a:latin typeface="Montserrat" panose="00000500000000000000" pitchFamily="2" charset="0"/>
              </a:rPr>
              <a:t> </a:t>
            </a:r>
            <a:r>
              <a:rPr lang="en-US" sz="1800" dirty="0">
                <a:solidFill>
                  <a:schemeClr val="bg1"/>
                </a:solidFill>
                <a:latin typeface="Montserrat" panose="00000500000000000000" pitchFamily="2" charset="0"/>
              </a:rPr>
              <a:t>| RMSE </a:t>
            </a:r>
            <a:r>
              <a:rPr lang="en-US" sz="2400" b="1" dirty="0">
                <a:solidFill>
                  <a:srgbClr val="00B050"/>
                </a:solidFill>
                <a:latin typeface="Montserrat" panose="00000500000000000000" pitchFamily="2" charset="0"/>
              </a:rPr>
              <a:t>15.81ms</a:t>
            </a:r>
            <a:endParaRPr lang="en-US" sz="1800" b="1" dirty="0">
              <a:solidFill>
                <a:srgbClr val="00B050"/>
              </a:solidFill>
              <a:latin typeface="Montserrat" panose="00000500000000000000" pitchFamily="2" charset="0"/>
            </a:endParaRP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Accuracy:</a:t>
            </a:r>
            <a:r>
              <a:rPr lang="en-US" sz="1800" dirty="0">
                <a:solidFill>
                  <a:schemeClr val="bg1"/>
                </a:solidFill>
                <a:latin typeface="Bahnschrift" panose="020B0502040204020203" pitchFamily="34" charset="0"/>
              </a:rPr>
              <a:t> Slight boundary deviation at speech edges.</a:t>
            </a:r>
          </a:p>
          <a:p>
            <a:pPr marL="285750" indent="-285750">
              <a:buFont typeface="Arial" panose="020B0604020202020204" pitchFamily="34" charset="0"/>
              <a:buChar char="•"/>
            </a:pPr>
            <a:r>
              <a:rPr lang="en-US" sz="1800" b="1" dirty="0">
                <a:solidFill>
                  <a:srgbClr val="C00000"/>
                </a:solidFill>
                <a:latin typeface="Bahnschrift" panose="020B0502040204020203" pitchFamily="34" charset="0"/>
              </a:rPr>
              <a:t>Reason:</a:t>
            </a:r>
            <a:r>
              <a:rPr lang="en-US" sz="1800" dirty="0">
                <a:solidFill>
                  <a:schemeClr val="bg1"/>
                </a:solidFill>
                <a:latin typeface="Bahnschrift" panose="020B0502040204020203" pitchFamily="34" charset="0"/>
              </a:rPr>
              <a:t> Female voices contain unvoiced sounds (low STE) at word edges, causing early or late cuts.</a:t>
            </a:r>
          </a:p>
        </p:txBody>
      </p:sp>
    </p:spTree>
    <p:extLst>
      <p:ext uri="{BB962C8B-B14F-4D97-AF65-F5344CB8AC3E}">
        <p14:creationId xmlns:p14="http://schemas.microsoft.com/office/powerpoint/2010/main" val="1442633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036"/>
        <p:cNvGrpSpPr/>
        <p:nvPr/>
      </p:nvGrpSpPr>
      <p:grpSpPr>
        <a:xfrm>
          <a:off x="0" y="0"/>
          <a:ext cx="0" cy="0"/>
          <a:chOff x="0" y="0"/>
          <a:chExt cx="0" cy="0"/>
        </a:xfrm>
      </p:grpSpPr>
      <p:pic>
        <p:nvPicPr>
          <p:cNvPr id="16" name="Picture 15">
            <a:extLst>
              <a:ext uri="{FF2B5EF4-FFF2-40B4-BE49-F238E27FC236}">
                <a16:creationId xmlns:a16="http://schemas.microsoft.com/office/drawing/2014/main" id="{06C0A9A5-8F61-0581-1607-EE2CD992640C}"/>
              </a:ext>
            </a:extLst>
          </p:cNvPr>
          <p:cNvPicPr>
            <a:picLocks noChangeAspect="1"/>
          </p:cNvPicPr>
          <p:nvPr/>
        </p:nvPicPr>
        <p:blipFill>
          <a:blip r:embed="rId3"/>
          <a:stretch>
            <a:fillRect/>
          </a:stretch>
        </p:blipFill>
        <p:spPr>
          <a:xfrm>
            <a:off x="156123" y="1541281"/>
            <a:ext cx="4408193" cy="2479609"/>
          </a:xfrm>
          <a:prstGeom prst="rect">
            <a:avLst/>
          </a:prstGeom>
        </p:spPr>
      </p:pic>
      <p:sp>
        <p:nvSpPr>
          <p:cNvPr id="1039" name="Google Shape;1039;p31"/>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HISTOGRAM ALGORITHM</a:t>
            </a:r>
            <a:endParaRPr dirty="0"/>
          </a:p>
        </p:txBody>
      </p:sp>
      <p:sp>
        <p:nvSpPr>
          <p:cNvPr id="1041" name="Google Shape;1041;p31"/>
          <p:cNvSpPr txBox="1">
            <a:spLocks noGrp="1"/>
          </p:cNvSpPr>
          <p:nvPr>
            <p:ph type="subTitle" idx="2"/>
          </p:nvPr>
        </p:nvSpPr>
        <p:spPr>
          <a:xfrm>
            <a:off x="509804" y="1351663"/>
            <a:ext cx="3895804" cy="3384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dirty="0"/>
              <a:t>Dữ liệu Raster (Ảnh Pixel)</a:t>
            </a:r>
            <a:endParaRPr dirty="0"/>
          </a:p>
        </p:txBody>
      </p:sp>
      <p:grpSp>
        <p:nvGrpSpPr>
          <p:cNvPr id="1042" name="Google Shape;1042;p31"/>
          <p:cNvGrpSpPr/>
          <p:nvPr/>
        </p:nvGrpSpPr>
        <p:grpSpPr>
          <a:xfrm>
            <a:off x="1603466" y="612293"/>
            <a:ext cx="5921700" cy="192184"/>
            <a:chOff x="902597" y="1069304"/>
            <a:chExt cx="5921700" cy="192184"/>
          </a:xfrm>
        </p:grpSpPr>
        <p:grpSp>
          <p:nvGrpSpPr>
            <p:cNvPr id="1043" name="Google Shape;1043;p31"/>
            <p:cNvGrpSpPr/>
            <p:nvPr/>
          </p:nvGrpSpPr>
          <p:grpSpPr>
            <a:xfrm>
              <a:off x="902597" y="1069304"/>
              <a:ext cx="5864700" cy="192184"/>
              <a:chOff x="2335097" y="1069304"/>
              <a:chExt cx="5864700" cy="192184"/>
            </a:xfrm>
          </p:grpSpPr>
          <p:sp>
            <p:nvSpPr>
              <p:cNvPr id="1044" name="Google Shape;1044;p31"/>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 name="Google Shape;1056;p31"/>
          <p:cNvGrpSpPr/>
          <p:nvPr/>
        </p:nvGrpSpPr>
        <p:grpSpPr>
          <a:xfrm>
            <a:off x="6534260" y="3849310"/>
            <a:ext cx="713803" cy="706547"/>
            <a:chOff x="-4017975" y="616650"/>
            <a:chExt cx="814100" cy="805825"/>
          </a:xfrm>
        </p:grpSpPr>
        <p:sp>
          <p:nvSpPr>
            <p:cNvPr id="1057" name="Google Shape;1057;p31"/>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31"/>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31"/>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31"/>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grpSp>
        <p:nvGrpSpPr>
          <p:cNvPr id="1061" name="Google Shape;1061;p31"/>
          <p:cNvGrpSpPr/>
          <p:nvPr/>
        </p:nvGrpSpPr>
        <p:grpSpPr>
          <a:xfrm>
            <a:off x="7454804" y="3283448"/>
            <a:ext cx="1040638" cy="901375"/>
            <a:chOff x="8457538" y="810363"/>
            <a:chExt cx="1040638" cy="901375"/>
          </a:xfrm>
        </p:grpSpPr>
        <p:grpSp>
          <p:nvGrpSpPr>
            <p:cNvPr id="1062" name="Google Shape;1062;p31"/>
            <p:cNvGrpSpPr/>
            <p:nvPr/>
          </p:nvGrpSpPr>
          <p:grpSpPr>
            <a:xfrm>
              <a:off x="8781450" y="810363"/>
              <a:ext cx="716725" cy="901375"/>
              <a:chOff x="-3888525" y="-2483300"/>
              <a:chExt cx="716725" cy="901375"/>
            </a:xfrm>
          </p:grpSpPr>
          <p:sp>
            <p:nvSpPr>
              <p:cNvPr id="1063" name="Google Shape;1063;p31"/>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31"/>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 name="Google Shape;1065;p31"/>
            <p:cNvGrpSpPr/>
            <p:nvPr/>
          </p:nvGrpSpPr>
          <p:grpSpPr>
            <a:xfrm>
              <a:off x="8457538" y="1331488"/>
              <a:ext cx="323925" cy="323650"/>
              <a:chOff x="1608625" y="299800"/>
              <a:chExt cx="323925" cy="323650"/>
            </a:xfrm>
          </p:grpSpPr>
          <p:sp>
            <p:nvSpPr>
              <p:cNvPr id="1066" name="Google Shape;1066;p31"/>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31"/>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31"/>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 name="Google Shape;1497;p43">
            <a:extLst>
              <a:ext uri="{FF2B5EF4-FFF2-40B4-BE49-F238E27FC236}">
                <a16:creationId xmlns:a16="http://schemas.microsoft.com/office/drawing/2014/main" id="{98B8EB03-34AE-BB25-C24D-E4537FDD4A60}"/>
              </a:ext>
            </a:extLst>
          </p:cNvPr>
          <p:cNvSpPr txBox="1">
            <a:spLocks/>
          </p:cNvSpPr>
          <p:nvPr/>
        </p:nvSpPr>
        <p:spPr>
          <a:xfrm>
            <a:off x="1611150" y="729236"/>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Nhu </a:t>
            </a:r>
            <a:r>
              <a:rPr lang="fr-FR" dirty="0" err="1">
                <a:solidFill>
                  <a:schemeClr val="bg1"/>
                </a:solidFill>
              </a:rPr>
              <a:t>cầu</a:t>
            </a:r>
            <a:r>
              <a:rPr lang="fr-FR" dirty="0">
                <a:solidFill>
                  <a:schemeClr val="bg1"/>
                </a:solidFill>
              </a:rPr>
              <a:t> </a:t>
            </a:r>
            <a:r>
              <a:rPr lang="fr-FR" dirty="0" err="1">
                <a:solidFill>
                  <a:schemeClr val="bg1"/>
                </a:solidFill>
              </a:rPr>
              <a:t>số</a:t>
            </a:r>
            <a:r>
              <a:rPr lang="fr-FR" dirty="0">
                <a:solidFill>
                  <a:schemeClr val="bg1"/>
                </a:solidFill>
              </a:rPr>
              <a:t> </a:t>
            </a:r>
            <a:r>
              <a:rPr lang="fr-FR" dirty="0" err="1">
                <a:solidFill>
                  <a:schemeClr val="bg1"/>
                </a:solidFill>
              </a:rPr>
              <a:t>hóa</a:t>
            </a:r>
            <a:r>
              <a:rPr lang="fr-FR" dirty="0">
                <a:solidFill>
                  <a:schemeClr val="bg1"/>
                </a:solidFill>
              </a:rPr>
              <a:t> </a:t>
            </a:r>
            <a:r>
              <a:rPr lang="fr-FR" dirty="0" err="1">
                <a:solidFill>
                  <a:schemeClr val="bg1"/>
                </a:solidFill>
              </a:rPr>
              <a:t>cấu</a:t>
            </a:r>
            <a:r>
              <a:rPr lang="fr-FR" dirty="0">
                <a:solidFill>
                  <a:schemeClr val="bg1"/>
                </a:solidFill>
              </a:rPr>
              <a:t> </a:t>
            </a:r>
            <a:r>
              <a:rPr lang="fr-FR" dirty="0" err="1">
                <a:solidFill>
                  <a:schemeClr val="bg1"/>
                </a:solidFill>
              </a:rPr>
              <a:t>trúc</a:t>
            </a:r>
            <a:r>
              <a:rPr lang="fr-FR" dirty="0">
                <a:solidFill>
                  <a:schemeClr val="bg1"/>
                </a:solidFill>
              </a:rPr>
              <a:t> </a:t>
            </a:r>
            <a:r>
              <a:rPr lang="fr-FR" dirty="0" err="1">
                <a:solidFill>
                  <a:schemeClr val="bg1"/>
                </a:solidFill>
              </a:rPr>
              <a:t>Vector</a:t>
            </a:r>
            <a:endParaRPr lang="fr-FR" dirty="0">
              <a:solidFill>
                <a:schemeClr val="bg1"/>
              </a:solidFill>
            </a:endParaRPr>
          </a:p>
        </p:txBody>
      </p:sp>
      <p:sp>
        <p:nvSpPr>
          <p:cNvPr id="14" name="Rectangle: Rounded Corners 13">
            <a:extLst>
              <a:ext uri="{FF2B5EF4-FFF2-40B4-BE49-F238E27FC236}">
                <a16:creationId xmlns:a16="http://schemas.microsoft.com/office/drawing/2014/main" id="{D2FAD1AA-090F-E04E-AC82-30E14B197F7F}"/>
              </a:ext>
            </a:extLst>
          </p:cNvPr>
          <p:cNvSpPr/>
          <p:nvPr/>
        </p:nvSpPr>
        <p:spPr>
          <a:xfrm>
            <a:off x="326075" y="1251606"/>
            <a:ext cx="4020082" cy="2933217"/>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Google Shape;1040;p31"/>
          <p:cNvSpPr txBox="1">
            <a:spLocks noGrp="1"/>
          </p:cNvSpPr>
          <p:nvPr>
            <p:ph type="subTitle" idx="1"/>
          </p:nvPr>
        </p:nvSpPr>
        <p:spPr>
          <a:xfrm>
            <a:off x="535625" y="3425921"/>
            <a:ext cx="3634592" cy="739806"/>
          </a:xfrm>
          <a:prstGeom prst="rect">
            <a:avLst/>
          </a:prstGeom>
        </p:spPr>
        <p:txBody>
          <a:bodyPr spcFirstLastPara="1" wrap="square" lIns="91425" tIns="0" rIns="91425" bIns="0" anchor="ctr" anchorCtr="0">
            <a:noAutofit/>
          </a:bodyPr>
          <a:lstStyle/>
          <a:p>
            <a:pPr marL="285750" lvl="0" indent="-285750" algn="l" rtl="0">
              <a:lnSpc>
                <a:spcPct val="150000"/>
              </a:lnSpc>
              <a:spcBef>
                <a:spcPts val="0"/>
              </a:spcBef>
              <a:spcAft>
                <a:spcPts val="0"/>
              </a:spcAft>
              <a:buClr>
                <a:schemeClr val="bg1"/>
              </a:buClr>
              <a:buFont typeface="Arial" panose="020B0604020202020204" pitchFamily="34" charset="0"/>
              <a:buChar char="•"/>
            </a:pPr>
            <a:r>
              <a:rPr lang="en-US" sz="1200" dirty="0" err="1">
                <a:solidFill>
                  <a:schemeClr val="bg1"/>
                </a:solidFill>
              </a:rPr>
              <a:t>Điểm</a:t>
            </a:r>
            <a:r>
              <a:rPr lang="en-US" sz="1200" dirty="0">
                <a:solidFill>
                  <a:schemeClr val="bg1"/>
                </a:solidFill>
              </a:rPr>
              <a:t> </a:t>
            </a:r>
            <a:r>
              <a:rPr lang="en-US" sz="1200" dirty="0" err="1">
                <a:solidFill>
                  <a:schemeClr val="bg1"/>
                </a:solidFill>
              </a:rPr>
              <a:t>ảnh</a:t>
            </a:r>
            <a:r>
              <a:rPr lang="en-US" sz="1200" dirty="0">
                <a:solidFill>
                  <a:schemeClr val="bg1"/>
                </a:solidFill>
              </a:rPr>
              <a:t> </a:t>
            </a:r>
            <a:r>
              <a:rPr lang="en-US" sz="1200" dirty="0" err="1">
                <a:solidFill>
                  <a:schemeClr val="bg1"/>
                </a:solidFill>
              </a:rPr>
              <a:t>rời</a:t>
            </a:r>
            <a:r>
              <a:rPr lang="en-US" sz="1200" dirty="0">
                <a:solidFill>
                  <a:schemeClr val="bg1"/>
                </a:solidFill>
              </a:rPr>
              <a:t> </a:t>
            </a:r>
            <a:r>
              <a:rPr lang="en-US" sz="1200" dirty="0" err="1">
                <a:solidFill>
                  <a:schemeClr val="bg1"/>
                </a:solidFill>
              </a:rPr>
              <a:t>rạc</a:t>
            </a:r>
            <a:r>
              <a:rPr lang="en-US" sz="1200" dirty="0">
                <a:solidFill>
                  <a:schemeClr val="bg1"/>
                </a:solidFill>
              </a:rPr>
              <a:t>, </a:t>
            </a:r>
            <a:r>
              <a:rPr lang="en-US" sz="1200" dirty="0" err="1">
                <a:solidFill>
                  <a:schemeClr val="bg1"/>
                </a:solidFill>
              </a:rPr>
              <a:t>vỡ</a:t>
            </a:r>
            <a:r>
              <a:rPr lang="en-US" sz="1200" dirty="0">
                <a:solidFill>
                  <a:schemeClr val="bg1"/>
                </a:solidFill>
              </a:rPr>
              <a:t> </a:t>
            </a:r>
            <a:r>
              <a:rPr lang="en-US" sz="1200" dirty="0" err="1">
                <a:solidFill>
                  <a:schemeClr val="bg1"/>
                </a:solidFill>
              </a:rPr>
              <a:t>hạt</a:t>
            </a:r>
            <a:r>
              <a:rPr lang="en-US" sz="1200" dirty="0">
                <a:solidFill>
                  <a:schemeClr val="bg1"/>
                </a:solidFill>
              </a:rPr>
              <a:t> </a:t>
            </a:r>
            <a:r>
              <a:rPr lang="en-US" sz="1200" dirty="0" err="1">
                <a:solidFill>
                  <a:schemeClr val="bg1"/>
                </a:solidFill>
              </a:rPr>
              <a:t>khi</a:t>
            </a:r>
            <a:r>
              <a:rPr lang="en-US" sz="1200" dirty="0">
                <a:solidFill>
                  <a:schemeClr val="bg1"/>
                </a:solidFill>
              </a:rPr>
              <a:t> </a:t>
            </a:r>
            <a:r>
              <a:rPr lang="en-US" sz="1200" dirty="0" err="1">
                <a:solidFill>
                  <a:schemeClr val="bg1"/>
                </a:solidFill>
              </a:rPr>
              <a:t>phóng</a:t>
            </a:r>
            <a:r>
              <a:rPr lang="en-US" sz="1200" dirty="0">
                <a:solidFill>
                  <a:schemeClr val="bg1"/>
                </a:solidFill>
              </a:rPr>
              <a:t> to.</a:t>
            </a:r>
          </a:p>
          <a:p>
            <a:pPr marL="285750" lvl="0" indent="-285750" algn="l" rtl="0">
              <a:lnSpc>
                <a:spcPct val="150000"/>
              </a:lnSpc>
              <a:spcBef>
                <a:spcPts val="0"/>
              </a:spcBef>
              <a:spcAft>
                <a:spcPts val="0"/>
              </a:spcAft>
              <a:buClr>
                <a:schemeClr val="bg1"/>
              </a:buClr>
              <a:buFont typeface="Arial" panose="020B0604020202020204" pitchFamily="34" charset="0"/>
              <a:buChar char="•"/>
            </a:pPr>
            <a:r>
              <a:rPr lang="en-US" sz="1200" dirty="0" err="1">
                <a:solidFill>
                  <a:schemeClr val="bg1"/>
                </a:solidFill>
              </a:rPr>
              <a:t>Tốn</a:t>
            </a:r>
            <a:r>
              <a:rPr lang="en-US" sz="1200" dirty="0">
                <a:solidFill>
                  <a:schemeClr val="bg1"/>
                </a:solidFill>
              </a:rPr>
              <a:t> </a:t>
            </a:r>
            <a:r>
              <a:rPr lang="en-US" sz="1200" dirty="0" err="1">
                <a:solidFill>
                  <a:schemeClr val="bg1"/>
                </a:solidFill>
              </a:rPr>
              <a:t>không</a:t>
            </a:r>
            <a:r>
              <a:rPr lang="en-US" sz="1200" dirty="0">
                <a:solidFill>
                  <a:schemeClr val="bg1"/>
                </a:solidFill>
              </a:rPr>
              <a:t> </a:t>
            </a:r>
            <a:r>
              <a:rPr lang="en-US" sz="1200" dirty="0" err="1">
                <a:solidFill>
                  <a:schemeClr val="bg1"/>
                </a:solidFill>
              </a:rPr>
              <a:t>gian</a:t>
            </a:r>
            <a:r>
              <a:rPr lang="en-US" sz="1200" dirty="0">
                <a:solidFill>
                  <a:schemeClr val="bg1"/>
                </a:solidFill>
              </a:rPr>
              <a:t> </a:t>
            </a:r>
            <a:r>
              <a:rPr lang="en-US" sz="1200" dirty="0" err="1">
                <a:solidFill>
                  <a:schemeClr val="bg1"/>
                </a:solidFill>
              </a:rPr>
              <a:t>lưu</a:t>
            </a:r>
            <a:r>
              <a:rPr lang="en-US" sz="1200" dirty="0">
                <a:solidFill>
                  <a:schemeClr val="bg1"/>
                </a:solidFill>
              </a:rPr>
              <a:t> </a:t>
            </a:r>
            <a:r>
              <a:rPr lang="en-US" sz="1200" dirty="0" err="1">
                <a:solidFill>
                  <a:schemeClr val="bg1"/>
                </a:solidFill>
              </a:rPr>
              <a:t>trữ</a:t>
            </a:r>
            <a:r>
              <a:rPr lang="en-US" sz="1200" dirty="0">
                <a:solidFill>
                  <a:schemeClr val="bg1"/>
                </a:solidFill>
              </a:rPr>
              <a:t> </a:t>
            </a:r>
            <a:r>
              <a:rPr lang="en-US" sz="1200" dirty="0" err="1">
                <a:solidFill>
                  <a:schemeClr val="bg1"/>
                </a:solidFill>
              </a:rPr>
              <a:t>không</a:t>
            </a:r>
            <a:r>
              <a:rPr lang="en-US" sz="1200" dirty="0">
                <a:solidFill>
                  <a:schemeClr val="bg1"/>
                </a:solidFill>
              </a:rPr>
              <a:t> </a:t>
            </a:r>
            <a:r>
              <a:rPr lang="en-US" sz="1200" dirty="0" err="1">
                <a:solidFill>
                  <a:schemeClr val="bg1"/>
                </a:solidFill>
              </a:rPr>
              <a:t>cần</a:t>
            </a:r>
            <a:r>
              <a:rPr lang="en-US" sz="1200" dirty="0">
                <a:solidFill>
                  <a:schemeClr val="bg1"/>
                </a:solidFill>
              </a:rPr>
              <a:t> </a:t>
            </a:r>
            <a:r>
              <a:rPr lang="en-US" sz="1200" dirty="0" err="1">
                <a:solidFill>
                  <a:schemeClr val="bg1"/>
                </a:solidFill>
              </a:rPr>
              <a:t>thiết</a:t>
            </a:r>
            <a:r>
              <a:rPr lang="en-US" sz="1200" dirty="0">
                <a:solidFill>
                  <a:schemeClr val="bg1"/>
                </a:solidFill>
              </a:rPr>
              <a:t>.</a:t>
            </a:r>
            <a:endParaRPr sz="1200" dirty="0">
              <a:solidFill>
                <a:schemeClr val="bg1"/>
              </a:solidFill>
            </a:endParaRPr>
          </a:p>
        </p:txBody>
      </p:sp>
      <p:pic>
        <p:nvPicPr>
          <p:cNvPr id="17" name="Picture 16">
            <a:extLst>
              <a:ext uri="{FF2B5EF4-FFF2-40B4-BE49-F238E27FC236}">
                <a16:creationId xmlns:a16="http://schemas.microsoft.com/office/drawing/2014/main" id="{13DEFB42-981A-802F-11A6-9825244D90AB}"/>
              </a:ext>
            </a:extLst>
          </p:cNvPr>
          <p:cNvPicPr>
            <a:picLocks noChangeAspect="1"/>
          </p:cNvPicPr>
          <p:nvPr/>
        </p:nvPicPr>
        <p:blipFill>
          <a:blip r:embed="rId4"/>
          <a:srcRect/>
          <a:stretch/>
        </p:blipFill>
        <p:spPr>
          <a:xfrm>
            <a:off x="4587503" y="1541281"/>
            <a:ext cx="4408193" cy="2479608"/>
          </a:xfrm>
          <a:prstGeom prst="rect">
            <a:avLst/>
          </a:prstGeom>
        </p:spPr>
      </p:pic>
      <p:sp>
        <p:nvSpPr>
          <p:cNvPr id="18" name="Google Shape;1041;p31">
            <a:extLst>
              <a:ext uri="{FF2B5EF4-FFF2-40B4-BE49-F238E27FC236}">
                <a16:creationId xmlns:a16="http://schemas.microsoft.com/office/drawing/2014/main" id="{C2166FB8-1B19-C38B-69FC-5EAAAA994FC8}"/>
              </a:ext>
            </a:extLst>
          </p:cNvPr>
          <p:cNvSpPr txBox="1">
            <a:spLocks/>
          </p:cNvSpPr>
          <p:nvPr/>
        </p:nvSpPr>
        <p:spPr>
          <a:xfrm>
            <a:off x="4748045" y="1351662"/>
            <a:ext cx="4088943" cy="62075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dirty="0" err="1"/>
              <a:t>Cấu</a:t>
            </a:r>
            <a:r>
              <a:rPr lang="en-US" dirty="0"/>
              <a:t> </a:t>
            </a:r>
            <a:r>
              <a:rPr lang="en-US" dirty="0" err="1"/>
              <a:t>trúc</a:t>
            </a:r>
            <a:r>
              <a:rPr lang="en-US" dirty="0"/>
              <a:t> Vector </a:t>
            </a:r>
          </a:p>
          <a:p>
            <a:pPr marL="0" indent="0" algn="ctr"/>
            <a:r>
              <a:rPr lang="en-US" dirty="0"/>
              <a:t>(</a:t>
            </a:r>
            <a:r>
              <a:rPr lang="en-US" dirty="0" err="1"/>
              <a:t>Toán</a:t>
            </a:r>
            <a:r>
              <a:rPr lang="en-US" dirty="0"/>
              <a:t> </a:t>
            </a:r>
            <a:r>
              <a:rPr lang="en-US" dirty="0" err="1"/>
              <a:t>học</a:t>
            </a:r>
            <a:r>
              <a:rPr lang="en-US" dirty="0"/>
              <a:t> B-Spline)</a:t>
            </a:r>
          </a:p>
        </p:txBody>
      </p:sp>
      <p:sp>
        <p:nvSpPr>
          <p:cNvPr id="19" name="Rectangle: Rounded Corners 18">
            <a:extLst>
              <a:ext uri="{FF2B5EF4-FFF2-40B4-BE49-F238E27FC236}">
                <a16:creationId xmlns:a16="http://schemas.microsoft.com/office/drawing/2014/main" id="{6D07F87A-7222-D1B5-50C0-D2192CAE529B}"/>
              </a:ext>
            </a:extLst>
          </p:cNvPr>
          <p:cNvSpPr/>
          <p:nvPr/>
        </p:nvSpPr>
        <p:spPr>
          <a:xfrm>
            <a:off x="4757455" y="1251606"/>
            <a:ext cx="4020082" cy="2933217"/>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Google Shape;1040;p31">
            <a:extLst>
              <a:ext uri="{FF2B5EF4-FFF2-40B4-BE49-F238E27FC236}">
                <a16:creationId xmlns:a16="http://schemas.microsoft.com/office/drawing/2014/main" id="{3FB833F5-4C62-1853-ADA8-BFCA02534781}"/>
              </a:ext>
            </a:extLst>
          </p:cNvPr>
          <p:cNvSpPr txBox="1">
            <a:spLocks/>
          </p:cNvSpPr>
          <p:nvPr/>
        </p:nvSpPr>
        <p:spPr>
          <a:xfrm>
            <a:off x="4881733" y="3425921"/>
            <a:ext cx="3895804" cy="739806"/>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285750" indent="-285750">
              <a:lnSpc>
                <a:spcPct val="150000"/>
              </a:lnSpc>
              <a:buClr>
                <a:schemeClr val="bg1"/>
              </a:buClr>
              <a:buFont typeface="Arial" panose="020B0604020202020204" pitchFamily="34" charset="0"/>
              <a:buChar char="•"/>
            </a:pPr>
            <a:r>
              <a:rPr lang="en-US" sz="1200" dirty="0">
                <a:solidFill>
                  <a:schemeClr val="bg1"/>
                </a:solidFill>
              </a:rPr>
              <a:t>Bảo </a:t>
            </a:r>
            <a:r>
              <a:rPr lang="en-US" sz="1200" dirty="0" err="1">
                <a:solidFill>
                  <a:schemeClr val="bg1"/>
                </a:solidFill>
              </a:rPr>
              <a:t>toàn</a:t>
            </a:r>
            <a:r>
              <a:rPr lang="en-US" sz="1200" dirty="0">
                <a:solidFill>
                  <a:schemeClr val="bg1"/>
                </a:solidFill>
              </a:rPr>
              <a:t> </a:t>
            </a:r>
            <a:r>
              <a:rPr lang="en-US" sz="1200" dirty="0" err="1">
                <a:solidFill>
                  <a:schemeClr val="bg1"/>
                </a:solidFill>
              </a:rPr>
              <a:t>độ</a:t>
            </a:r>
            <a:r>
              <a:rPr lang="en-US" sz="1200" dirty="0">
                <a:solidFill>
                  <a:schemeClr val="bg1"/>
                </a:solidFill>
              </a:rPr>
              <a:t> </a:t>
            </a:r>
            <a:r>
              <a:rPr lang="en-US" sz="1200" dirty="0" err="1">
                <a:solidFill>
                  <a:schemeClr val="bg1"/>
                </a:solidFill>
              </a:rPr>
              <a:t>phân</a:t>
            </a:r>
            <a:r>
              <a:rPr lang="en-US" sz="1200" dirty="0">
                <a:solidFill>
                  <a:schemeClr val="bg1"/>
                </a:solidFill>
              </a:rPr>
              <a:t> </a:t>
            </a:r>
            <a:r>
              <a:rPr lang="en-US" sz="1200" dirty="0" err="1">
                <a:solidFill>
                  <a:schemeClr val="bg1"/>
                </a:solidFill>
              </a:rPr>
              <a:t>giải</a:t>
            </a:r>
            <a:r>
              <a:rPr lang="en-US" sz="1200" dirty="0">
                <a:solidFill>
                  <a:schemeClr val="bg1"/>
                </a:solidFill>
              </a:rPr>
              <a:t> </a:t>
            </a:r>
            <a:r>
              <a:rPr lang="en-US" sz="1200" dirty="0" err="1">
                <a:solidFill>
                  <a:schemeClr val="bg1"/>
                </a:solidFill>
              </a:rPr>
              <a:t>vô</a:t>
            </a:r>
            <a:r>
              <a:rPr lang="en-US" sz="1200" dirty="0">
                <a:solidFill>
                  <a:schemeClr val="bg1"/>
                </a:solidFill>
              </a:rPr>
              <a:t> </a:t>
            </a:r>
            <a:r>
              <a:rPr lang="en-US" sz="1200" dirty="0" err="1">
                <a:solidFill>
                  <a:schemeClr val="bg1"/>
                </a:solidFill>
              </a:rPr>
              <a:t>hạn</a:t>
            </a:r>
            <a:r>
              <a:rPr lang="en-US" sz="1200" dirty="0">
                <a:solidFill>
                  <a:schemeClr val="bg1"/>
                </a:solidFill>
              </a:rPr>
              <a:t>.</a:t>
            </a:r>
            <a:endParaRPr lang="vi-VN" sz="1200" dirty="0">
              <a:solidFill>
                <a:schemeClr val="bg1"/>
              </a:solidFill>
            </a:endParaRPr>
          </a:p>
          <a:p>
            <a:pPr marL="285750" indent="-285750">
              <a:lnSpc>
                <a:spcPct val="150000"/>
              </a:lnSpc>
              <a:buClr>
                <a:schemeClr val="bg1"/>
              </a:buClr>
              <a:buFont typeface="Arial" panose="020B0604020202020204" pitchFamily="34" charset="0"/>
              <a:buChar char="•"/>
            </a:pPr>
            <a:r>
              <a:rPr lang="en-US" sz="1200" dirty="0" err="1">
                <a:solidFill>
                  <a:schemeClr val="bg1"/>
                </a:solidFill>
              </a:rPr>
              <a:t>Ứng</a:t>
            </a:r>
            <a:r>
              <a:rPr lang="en-US" sz="1200" dirty="0">
                <a:solidFill>
                  <a:schemeClr val="bg1"/>
                </a:solidFill>
              </a:rPr>
              <a:t> </a:t>
            </a:r>
            <a:r>
              <a:rPr lang="en-US" sz="1200" dirty="0" err="1">
                <a:solidFill>
                  <a:schemeClr val="bg1"/>
                </a:solidFill>
              </a:rPr>
              <a:t>dụng</a:t>
            </a:r>
            <a:r>
              <a:rPr lang="en-US" sz="1200" dirty="0">
                <a:solidFill>
                  <a:schemeClr val="bg1"/>
                </a:solidFill>
              </a:rPr>
              <a:t> </a:t>
            </a:r>
            <a:r>
              <a:rPr lang="en-US" sz="1200" dirty="0" err="1">
                <a:solidFill>
                  <a:schemeClr val="bg1"/>
                </a:solidFill>
              </a:rPr>
              <a:t>trực</a:t>
            </a:r>
            <a:r>
              <a:rPr lang="en-US" sz="1200" dirty="0">
                <a:solidFill>
                  <a:schemeClr val="bg1"/>
                </a:solidFill>
              </a:rPr>
              <a:t> </a:t>
            </a:r>
            <a:r>
              <a:rPr lang="en-US" sz="1200" dirty="0" err="1">
                <a:solidFill>
                  <a:schemeClr val="bg1"/>
                </a:solidFill>
              </a:rPr>
              <a:t>tiếp</a:t>
            </a:r>
            <a:r>
              <a:rPr lang="en-US" sz="1200" dirty="0">
                <a:solidFill>
                  <a:schemeClr val="bg1"/>
                </a:solidFill>
              </a:rPr>
              <a:t> </a:t>
            </a:r>
            <a:r>
              <a:rPr lang="en-US" sz="1200" dirty="0" err="1">
                <a:solidFill>
                  <a:schemeClr val="bg1"/>
                </a:solidFill>
              </a:rPr>
              <a:t>cho</a:t>
            </a:r>
            <a:r>
              <a:rPr lang="en-US" sz="1200" dirty="0">
                <a:solidFill>
                  <a:schemeClr val="bg1"/>
                </a:solidFill>
              </a:rPr>
              <a:t> </a:t>
            </a:r>
            <a:r>
              <a:rPr lang="en-US" sz="1200" dirty="0" err="1">
                <a:solidFill>
                  <a:schemeClr val="bg1"/>
                </a:solidFill>
              </a:rPr>
              <a:t>thiết</a:t>
            </a:r>
            <a:r>
              <a:rPr lang="en-US" sz="1200" dirty="0">
                <a:solidFill>
                  <a:schemeClr val="bg1"/>
                </a:solidFill>
              </a:rPr>
              <a:t> </a:t>
            </a:r>
            <a:r>
              <a:rPr lang="en-US" sz="1200" dirty="0" err="1">
                <a:solidFill>
                  <a:schemeClr val="bg1"/>
                </a:solidFill>
              </a:rPr>
              <a:t>kế</a:t>
            </a:r>
            <a:r>
              <a:rPr lang="en-US" sz="1200" dirty="0">
                <a:solidFill>
                  <a:schemeClr val="bg1"/>
                </a:solidFill>
              </a:rPr>
              <a:t> CAD/CAM.</a:t>
            </a:r>
            <a:endParaRPr lang="vi-VN" sz="1200" dirty="0">
              <a:solidFill>
                <a:schemeClr val="bg1"/>
              </a:solidFill>
            </a:endParaRPr>
          </a:p>
        </p:txBody>
      </p:sp>
      <p:sp>
        <p:nvSpPr>
          <p:cNvPr id="21" name="Rectangle: Rounded Corners 20">
            <a:extLst>
              <a:ext uri="{FF2B5EF4-FFF2-40B4-BE49-F238E27FC236}">
                <a16:creationId xmlns:a16="http://schemas.microsoft.com/office/drawing/2014/main" id="{212655B9-5E3F-A3BA-83C9-604F95B5C63C}"/>
              </a:ext>
            </a:extLst>
          </p:cNvPr>
          <p:cNvSpPr/>
          <p:nvPr/>
        </p:nvSpPr>
        <p:spPr>
          <a:xfrm>
            <a:off x="1161896" y="4310565"/>
            <a:ext cx="6785869"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Google Shape;1497;p43">
            <a:extLst>
              <a:ext uri="{FF2B5EF4-FFF2-40B4-BE49-F238E27FC236}">
                <a16:creationId xmlns:a16="http://schemas.microsoft.com/office/drawing/2014/main" id="{D822D1B6-B57D-6D91-685C-C0DD8B459907}"/>
              </a:ext>
            </a:extLst>
          </p:cNvPr>
          <p:cNvSpPr txBox="1">
            <a:spLocks/>
          </p:cNvSpPr>
          <p:nvPr/>
        </p:nvSpPr>
        <p:spPr>
          <a:xfrm>
            <a:off x="1209367" y="4310564"/>
            <a:ext cx="6738398"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b="1" dirty="0" err="1">
                <a:solidFill>
                  <a:schemeClr val="accent6"/>
                </a:solidFill>
              </a:rPr>
              <a:t>Mục</a:t>
            </a:r>
            <a:r>
              <a:rPr lang="fr-FR" b="1" dirty="0">
                <a:solidFill>
                  <a:schemeClr val="accent6"/>
                </a:solidFill>
              </a:rPr>
              <a:t> </a:t>
            </a:r>
            <a:r>
              <a:rPr lang="fr-FR" b="1" dirty="0" err="1">
                <a:solidFill>
                  <a:schemeClr val="accent6"/>
                </a:solidFill>
              </a:rPr>
              <a:t>tiêu</a:t>
            </a:r>
            <a:r>
              <a:rPr lang="fr-FR" b="1" dirty="0">
                <a:solidFill>
                  <a:schemeClr val="accent6"/>
                </a:solidFill>
              </a:rPr>
              <a:t>: </a:t>
            </a:r>
            <a:r>
              <a:rPr lang="fr-FR" dirty="0" err="1">
                <a:solidFill>
                  <a:schemeClr val="accent6"/>
                </a:solidFill>
              </a:rPr>
              <a:t>Chuyển</a:t>
            </a:r>
            <a:r>
              <a:rPr lang="fr-FR" dirty="0">
                <a:solidFill>
                  <a:schemeClr val="accent6"/>
                </a:solidFill>
              </a:rPr>
              <a:t> </a:t>
            </a:r>
            <a:r>
              <a:rPr lang="fr-FR" dirty="0" err="1">
                <a:solidFill>
                  <a:schemeClr val="accent6"/>
                </a:solidFill>
              </a:rPr>
              <a:t>đổi</a:t>
            </a:r>
            <a:r>
              <a:rPr lang="fr-FR" dirty="0">
                <a:solidFill>
                  <a:schemeClr val="accent6"/>
                </a:solidFill>
              </a:rPr>
              <a:t> </a:t>
            </a:r>
            <a:r>
              <a:rPr lang="fr-FR" dirty="0" err="1">
                <a:solidFill>
                  <a:schemeClr val="accent6"/>
                </a:solidFill>
              </a:rPr>
              <a:t>quỹ</a:t>
            </a:r>
            <a:r>
              <a:rPr lang="fr-FR" dirty="0">
                <a:solidFill>
                  <a:schemeClr val="accent6"/>
                </a:solidFill>
              </a:rPr>
              <a:t> </a:t>
            </a:r>
            <a:r>
              <a:rPr lang="fr-FR" dirty="0" err="1">
                <a:solidFill>
                  <a:schemeClr val="accent6"/>
                </a:solidFill>
              </a:rPr>
              <a:t>đạo</a:t>
            </a:r>
            <a:r>
              <a:rPr lang="fr-FR" dirty="0">
                <a:solidFill>
                  <a:schemeClr val="accent6"/>
                </a:solidFill>
              </a:rPr>
              <a:t> </a:t>
            </a:r>
            <a:r>
              <a:rPr lang="fr-FR" dirty="0" err="1">
                <a:solidFill>
                  <a:schemeClr val="accent6"/>
                </a:solidFill>
              </a:rPr>
              <a:t>chữ</a:t>
            </a:r>
            <a:r>
              <a:rPr lang="fr-FR" dirty="0">
                <a:solidFill>
                  <a:schemeClr val="accent6"/>
                </a:solidFill>
              </a:rPr>
              <a:t> </a:t>
            </a:r>
            <a:r>
              <a:rPr lang="fr-FR" dirty="0" err="1">
                <a:solidFill>
                  <a:schemeClr val="accent6"/>
                </a:solidFill>
              </a:rPr>
              <a:t>ký</a:t>
            </a:r>
            <a:r>
              <a:rPr lang="fr-FR" dirty="0">
                <a:solidFill>
                  <a:schemeClr val="accent6"/>
                </a:solidFill>
              </a:rPr>
              <a:t> </a:t>
            </a:r>
            <a:r>
              <a:rPr lang="fr-FR" dirty="0" err="1">
                <a:solidFill>
                  <a:schemeClr val="accent6"/>
                </a:solidFill>
              </a:rPr>
              <a:t>từ</a:t>
            </a:r>
            <a:r>
              <a:rPr lang="fr-FR" dirty="0">
                <a:solidFill>
                  <a:schemeClr val="accent6"/>
                </a:solidFill>
              </a:rPr>
              <a:t> ma </a:t>
            </a:r>
            <a:r>
              <a:rPr lang="fr-FR" dirty="0" err="1">
                <a:solidFill>
                  <a:schemeClr val="accent6"/>
                </a:solidFill>
              </a:rPr>
              <a:t>trận</a:t>
            </a:r>
            <a:r>
              <a:rPr lang="fr-FR" dirty="0">
                <a:solidFill>
                  <a:schemeClr val="accent6"/>
                </a:solidFill>
              </a:rPr>
              <a:t> </a:t>
            </a:r>
            <a:r>
              <a:rPr lang="fr-FR" dirty="0" err="1">
                <a:solidFill>
                  <a:schemeClr val="accent6"/>
                </a:solidFill>
              </a:rPr>
              <a:t>điểm</a:t>
            </a:r>
            <a:r>
              <a:rPr lang="fr-FR" dirty="0">
                <a:solidFill>
                  <a:schemeClr val="accent6"/>
                </a:solidFill>
              </a:rPr>
              <a:t> </a:t>
            </a:r>
            <a:r>
              <a:rPr lang="fr-FR" dirty="0" err="1">
                <a:solidFill>
                  <a:schemeClr val="accent6"/>
                </a:solidFill>
              </a:rPr>
              <a:t>ảnh</a:t>
            </a:r>
            <a:r>
              <a:rPr lang="fr-FR" dirty="0">
                <a:solidFill>
                  <a:schemeClr val="accent6"/>
                </a:solidFill>
              </a:rPr>
              <a:t> </a:t>
            </a:r>
            <a:r>
              <a:rPr lang="fr-FR" dirty="0" err="1">
                <a:solidFill>
                  <a:schemeClr val="accent6"/>
                </a:solidFill>
              </a:rPr>
              <a:t>tĩnh</a:t>
            </a:r>
            <a:r>
              <a:rPr lang="fr-FR" dirty="0">
                <a:solidFill>
                  <a:schemeClr val="accent6"/>
                </a:solidFill>
              </a:rPr>
              <a:t> sang </a:t>
            </a:r>
            <a:r>
              <a:rPr lang="fr-FR" dirty="0" err="1">
                <a:solidFill>
                  <a:schemeClr val="accent6"/>
                </a:solidFill>
              </a:rPr>
              <a:t>cấu</a:t>
            </a:r>
            <a:r>
              <a:rPr lang="fr-FR" dirty="0">
                <a:solidFill>
                  <a:schemeClr val="accent6"/>
                </a:solidFill>
              </a:rPr>
              <a:t> </a:t>
            </a:r>
            <a:r>
              <a:rPr lang="fr-FR" dirty="0" err="1">
                <a:solidFill>
                  <a:schemeClr val="accent6"/>
                </a:solidFill>
              </a:rPr>
              <a:t>trúc</a:t>
            </a:r>
            <a:r>
              <a:rPr lang="fr-FR" dirty="0">
                <a:solidFill>
                  <a:schemeClr val="accent6"/>
                </a:solidFill>
              </a:rPr>
              <a:t> </a:t>
            </a:r>
            <a:r>
              <a:rPr lang="fr-FR" dirty="0" err="1">
                <a:solidFill>
                  <a:schemeClr val="accent6"/>
                </a:solidFill>
              </a:rPr>
              <a:t>tham</a:t>
            </a:r>
            <a:r>
              <a:rPr lang="fr-FR" dirty="0">
                <a:solidFill>
                  <a:schemeClr val="accent6"/>
                </a:solidFill>
              </a:rPr>
              <a:t> </a:t>
            </a:r>
            <a:r>
              <a:rPr lang="fr-FR" dirty="0" err="1">
                <a:solidFill>
                  <a:schemeClr val="accent6"/>
                </a:solidFill>
              </a:rPr>
              <a:t>số</a:t>
            </a:r>
            <a:r>
              <a:rPr lang="fr-FR" dirty="0">
                <a:solidFill>
                  <a:schemeClr val="accent6"/>
                </a:solidFill>
              </a:rPr>
              <a:t> B-</a:t>
            </a:r>
            <a:r>
              <a:rPr lang="fr-FR" dirty="0" err="1">
                <a:solidFill>
                  <a:schemeClr val="accent6"/>
                </a:solidFill>
              </a:rPr>
              <a:t>Spline</a:t>
            </a:r>
            <a:r>
              <a:rPr lang="fr-FR" dirty="0">
                <a:solidFill>
                  <a:schemeClr val="accent6"/>
                </a:solidFill>
              </a:rPr>
              <a:t> Non-Uniform </a:t>
            </a:r>
            <a:r>
              <a:rPr lang="fr-FR" dirty="0" err="1">
                <a:solidFill>
                  <a:schemeClr val="accent6"/>
                </a:solidFill>
              </a:rPr>
              <a:t>mượt</a:t>
            </a:r>
            <a:r>
              <a:rPr lang="fr-FR" dirty="0">
                <a:solidFill>
                  <a:schemeClr val="accent6"/>
                </a:solidFill>
              </a:rPr>
              <a:t> </a:t>
            </a:r>
            <a:r>
              <a:rPr lang="fr-FR" dirty="0" err="1">
                <a:solidFill>
                  <a:schemeClr val="accent6"/>
                </a:solidFill>
              </a:rPr>
              <a:t>mà</a:t>
            </a:r>
            <a:r>
              <a:rPr lang="fr-FR" dirty="0">
                <a:solidFill>
                  <a:schemeClr val="accent6"/>
                </a:solidFill>
              </a:rPr>
              <a:t>. </a:t>
            </a:r>
          </a:p>
        </p:txBody>
      </p:sp>
      <p:sp>
        <p:nvSpPr>
          <p:cNvPr id="23" name="Google Shape;1039;p31">
            <a:extLst>
              <a:ext uri="{FF2B5EF4-FFF2-40B4-BE49-F238E27FC236}">
                <a16:creationId xmlns:a16="http://schemas.microsoft.com/office/drawing/2014/main" id="{7D09DD21-CE10-881E-3B68-3B9BCB40E47D}"/>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F202B36A-2DA8-B7E6-06D8-7A1D27BDD97A}"/>
            </a:ext>
          </a:extLst>
        </p:cNvPr>
        <p:cNvGrpSpPr/>
        <p:nvPr/>
      </p:nvGrpSpPr>
      <p:grpSpPr>
        <a:xfrm>
          <a:off x="0" y="0"/>
          <a:ext cx="0" cy="0"/>
          <a:chOff x="0" y="0"/>
          <a:chExt cx="0" cy="0"/>
        </a:xfrm>
      </p:grpSpPr>
      <p:pic>
        <p:nvPicPr>
          <p:cNvPr id="25" name="Picture 24">
            <a:extLst>
              <a:ext uri="{FF2B5EF4-FFF2-40B4-BE49-F238E27FC236}">
                <a16:creationId xmlns:a16="http://schemas.microsoft.com/office/drawing/2014/main" id="{F86972EF-14A4-9B26-913F-3FF4AB444BCA}"/>
              </a:ext>
            </a:extLst>
          </p:cNvPr>
          <p:cNvPicPr>
            <a:picLocks noChangeAspect="1"/>
          </p:cNvPicPr>
          <p:nvPr/>
        </p:nvPicPr>
        <p:blipFill>
          <a:blip r:embed="rId3"/>
          <a:srcRect/>
          <a:stretch/>
        </p:blipFill>
        <p:spPr>
          <a:xfrm>
            <a:off x="2357170" y="1462351"/>
            <a:ext cx="4408192" cy="2479608"/>
          </a:xfrm>
          <a:prstGeom prst="rect">
            <a:avLst/>
          </a:prstGeom>
        </p:spPr>
      </p:pic>
      <p:pic>
        <p:nvPicPr>
          <p:cNvPr id="16" name="Picture 15">
            <a:extLst>
              <a:ext uri="{FF2B5EF4-FFF2-40B4-BE49-F238E27FC236}">
                <a16:creationId xmlns:a16="http://schemas.microsoft.com/office/drawing/2014/main" id="{ED3EEF30-8F66-61BB-9CD2-D1B559741034}"/>
              </a:ext>
            </a:extLst>
          </p:cNvPr>
          <p:cNvPicPr>
            <a:picLocks noChangeAspect="1"/>
          </p:cNvPicPr>
          <p:nvPr/>
        </p:nvPicPr>
        <p:blipFill>
          <a:blip r:embed="rId4"/>
          <a:srcRect/>
          <a:stretch/>
        </p:blipFill>
        <p:spPr>
          <a:xfrm>
            <a:off x="-689498" y="1535314"/>
            <a:ext cx="4408193" cy="2479608"/>
          </a:xfrm>
          <a:prstGeom prst="rect">
            <a:avLst/>
          </a:prstGeom>
        </p:spPr>
      </p:pic>
      <p:sp>
        <p:nvSpPr>
          <p:cNvPr id="1039" name="Google Shape;1039;p31">
            <a:extLst>
              <a:ext uri="{FF2B5EF4-FFF2-40B4-BE49-F238E27FC236}">
                <a16:creationId xmlns:a16="http://schemas.microsoft.com/office/drawing/2014/main" id="{3574CBC3-91BC-0D1F-A3E8-EBCE2CE13824}"/>
              </a:ext>
            </a:extLst>
          </p:cNvPr>
          <p:cNvSpPr txBox="1">
            <a:spLocks noGrp="1"/>
          </p:cNvSpPr>
          <p:nvPr>
            <p:ph type="title"/>
          </p:nvPr>
        </p:nvSpPr>
        <p:spPr>
          <a:xfrm>
            <a:off x="775166" y="118260"/>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PHÁT BIỂU BÀI TOÁN</a:t>
            </a:r>
            <a:endParaRPr dirty="0"/>
          </a:p>
        </p:txBody>
      </p:sp>
      <p:grpSp>
        <p:nvGrpSpPr>
          <p:cNvPr id="1042" name="Google Shape;1042;p31">
            <a:extLst>
              <a:ext uri="{FF2B5EF4-FFF2-40B4-BE49-F238E27FC236}">
                <a16:creationId xmlns:a16="http://schemas.microsoft.com/office/drawing/2014/main" id="{22E3D3C8-5597-118E-3884-CF7D28491C0E}"/>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8F636B78-8241-7016-4655-293CD54DC13B}"/>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26D0CC2C-25E9-451C-B7CF-6F4A384AE366}"/>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A2957DE2-327D-EF22-5DC7-FB3F30F33DA2}"/>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7A44CCFC-0407-DA4B-84C8-6C009ED9465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593299BA-4FAD-E1A1-6382-388566D477F9}"/>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 name="Google Shape;1497;p43">
            <a:extLst>
              <a:ext uri="{FF2B5EF4-FFF2-40B4-BE49-F238E27FC236}">
                <a16:creationId xmlns:a16="http://schemas.microsoft.com/office/drawing/2014/main" id="{61168AEB-6D91-5180-907F-C3A2F904984B}"/>
              </a:ext>
            </a:extLst>
          </p:cNvPr>
          <p:cNvSpPr txBox="1">
            <a:spLocks/>
          </p:cNvSpPr>
          <p:nvPr/>
        </p:nvSpPr>
        <p:spPr>
          <a:xfrm>
            <a:off x="1587931" y="69190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Ba </a:t>
            </a:r>
            <a:r>
              <a:rPr lang="fr-FR" dirty="0" err="1">
                <a:solidFill>
                  <a:schemeClr val="bg1"/>
                </a:solidFill>
              </a:rPr>
              <a:t>thách</a:t>
            </a:r>
            <a:r>
              <a:rPr lang="fr-FR" dirty="0">
                <a:solidFill>
                  <a:schemeClr val="bg1"/>
                </a:solidFill>
              </a:rPr>
              <a:t> </a:t>
            </a:r>
            <a:r>
              <a:rPr lang="fr-FR" dirty="0" err="1">
                <a:solidFill>
                  <a:schemeClr val="bg1"/>
                </a:solidFill>
              </a:rPr>
              <a:t>thức</a:t>
            </a:r>
            <a:r>
              <a:rPr lang="fr-FR" dirty="0">
                <a:solidFill>
                  <a:schemeClr val="bg1"/>
                </a:solidFill>
              </a:rPr>
              <a:t> </a:t>
            </a:r>
            <a:r>
              <a:rPr lang="fr-FR" dirty="0" err="1">
                <a:solidFill>
                  <a:schemeClr val="bg1"/>
                </a:solidFill>
              </a:rPr>
              <a:t>kỹ</a:t>
            </a:r>
            <a:r>
              <a:rPr lang="fr-FR" dirty="0">
                <a:solidFill>
                  <a:schemeClr val="bg1"/>
                </a:solidFill>
              </a:rPr>
              <a:t> </a:t>
            </a:r>
            <a:r>
              <a:rPr lang="fr-FR" dirty="0" err="1">
                <a:solidFill>
                  <a:schemeClr val="bg1"/>
                </a:solidFill>
              </a:rPr>
              <a:t>thuật</a:t>
            </a:r>
            <a:r>
              <a:rPr lang="fr-FR" dirty="0">
                <a:solidFill>
                  <a:schemeClr val="bg1"/>
                </a:solidFill>
              </a:rPr>
              <a:t> </a:t>
            </a:r>
            <a:r>
              <a:rPr lang="fr-FR" dirty="0" err="1">
                <a:solidFill>
                  <a:schemeClr val="bg1"/>
                </a:solidFill>
              </a:rPr>
              <a:t>cốt</a:t>
            </a:r>
            <a:r>
              <a:rPr lang="fr-FR" dirty="0">
                <a:solidFill>
                  <a:schemeClr val="bg1"/>
                </a:solidFill>
              </a:rPr>
              <a:t> </a:t>
            </a:r>
            <a:r>
              <a:rPr lang="fr-FR" dirty="0" err="1">
                <a:solidFill>
                  <a:schemeClr val="bg1"/>
                </a:solidFill>
              </a:rPr>
              <a:t>lõi</a:t>
            </a:r>
            <a:endParaRPr lang="fr-FR" dirty="0">
              <a:solidFill>
                <a:schemeClr val="bg1"/>
              </a:solidFill>
            </a:endParaRPr>
          </a:p>
        </p:txBody>
      </p:sp>
      <p:sp>
        <p:nvSpPr>
          <p:cNvPr id="14" name="Rectangle: Rounded Corners 13">
            <a:extLst>
              <a:ext uri="{FF2B5EF4-FFF2-40B4-BE49-F238E27FC236}">
                <a16:creationId xmlns:a16="http://schemas.microsoft.com/office/drawing/2014/main" id="{0012BC2C-26EF-596F-5F19-8EEC9B80D3AB}"/>
              </a:ext>
            </a:extLst>
          </p:cNvPr>
          <p:cNvSpPr/>
          <p:nvPr/>
        </p:nvSpPr>
        <p:spPr>
          <a:xfrm>
            <a:off x="103238" y="1289738"/>
            <a:ext cx="2868828" cy="367429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Google Shape;1040;p31">
            <a:extLst>
              <a:ext uri="{FF2B5EF4-FFF2-40B4-BE49-F238E27FC236}">
                <a16:creationId xmlns:a16="http://schemas.microsoft.com/office/drawing/2014/main" id="{AD35B4F5-7D27-9391-2B53-029427BD9499}"/>
              </a:ext>
            </a:extLst>
          </p:cNvPr>
          <p:cNvSpPr txBox="1">
            <a:spLocks noGrp="1"/>
          </p:cNvSpPr>
          <p:nvPr>
            <p:ph type="subTitle" idx="1"/>
          </p:nvPr>
        </p:nvSpPr>
        <p:spPr>
          <a:xfrm>
            <a:off x="93213" y="3614515"/>
            <a:ext cx="2863906" cy="1047029"/>
          </a:xfrm>
          <a:prstGeom prst="rect">
            <a:avLst/>
          </a:prstGeom>
        </p:spPr>
        <p:txBody>
          <a:bodyPr spcFirstLastPara="1" wrap="square" lIns="91425" tIns="0" rIns="91425" bIns="0" anchor="ctr" anchorCtr="0">
            <a:noAutofit/>
          </a:bodyPr>
          <a:lstStyle/>
          <a:p>
            <a:pPr marL="0" lvl="0" indent="0" algn="ctr">
              <a:lnSpc>
                <a:spcPct val="150000"/>
              </a:lnSpc>
              <a:buClr>
                <a:schemeClr val="bg1"/>
              </a:buClr>
            </a:pPr>
            <a:r>
              <a:rPr lang="en-US" sz="1400" dirty="0" err="1"/>
              <a:t>Ảnh</a:t>
            </a:r>
            <a:r>
              <a:rPr lang="en-US" sz="1400" dirty="0"/>
              <a:t> scan </a:t>
            </a:r>
            <a:r>
              <a:rPr lang="en-US" sz="1400" dirty="0" err="1"/>
              <a:t>có</a:t>
            </a:r>
            <a:r>
              <a:rPr lang="en-US" sz="1400" dirty="0"/>
              <a:t> </a:t>
            </a:r>
            <a:r>
              <a:rPr lang="en-US" sz="1400" dirty="0" err="1"/>
              <a:t>độ</a:t>
            </a:r>
            <a:r>
              <a:rPr lang="en-US" sz="1400" dirty="0"/>
              <a:t> </a:t>
            </a:r>
            <a:r>
              <a:rPr lang="en-US" sz="1400" dirty="0" err="1"/>
              <a:t>sáng</a:t>
            </a:r>
            <a:r>
              <a:rPr lang="en-US" sz="1400" dirty="0"/>
              <a:t> </a:t>
            </a:r>
            <a:r>
              <a:rPr lang="en-US" sz="1400" dirty="0" err="1"/>
              <a:t>không</a:t>
            </a:r>
            <a:r>
              <a:rPr lang="en-US" sz="1400" dirty="0"/>
              <a:t> </a:t>
            </a:r>
            <a:r>
              <a:rPr lang="en-US" sz="1400" dirty="0" err="1"/>
              <a:t>đều</a:t>
            </a:r>
            <a:r>
              <a:rPr lang="en-US" sz="1400" dirty="0"/>
              <a:t>, </a:t>
            </a:r>
            <a:r>
              <a:rPr lang="en-US" sz="1400" dirty="0" err="1"/>
              <a:t>độ</a:t>
            </a:r>
            <a:r>
              <a:rPr lang="en-US" sz="1400" dirty="0"/>
              <a:t> </a:t>
            </a:r>
            <a:r>
              <a:rPr lang="en-US" sz="1400" dirty="0" err="1"/>
              <a:t>dày</a:t>
            </a:r>
            <a:r>
              <a:rPr lang="en-US" sz="1400" dirty="0"/>
              <a:t> </a:t>
            </a:r>
            <a:r>
              <a:rPr lang="en-US" sz="1400" dirty="0" err="1"/>
              <a:t>nét</a:t>
            </a:r>
            <a:r>
              <a:rPr lang="en-US" sz="1400" dirty="0"/>
              <a:t> </a:t>
            </a:r>
            <a:r>
              <a:rPr lang="en-US" sz="1400" dirty="0" err="1"/>
              <a:t>bút</a:t>
            </a:r>
            <a:r>
              <a:rPr lang="en-US" sz="1400" dirty="0"/>
              <a:t> dao </a:t>
            </a:r>
            <a:r>
              <a:rPr lang="en-US" sz="1400" dirty="0" err="1"/>
              <a:t>động</a:t>
            </a:r>
            <a:r>
              <a:rPr lang="en-US" sz="1400" dirty="0"/>
              <a:t>. </a:t>
            </a:r>
            <a:r>
              <a:rPr lang="en-US" sz="1400" dirty="0" err="1"/>
              <a:t>Yêu</a:t>
            </a:r>
            <a:r>
              <a:rPr lang="en-US" sz="1400" dirty="0"/>
              <a:t> </a:t>
            </a:r>
            <a:r>
              <a:rPr lang="en-US" sz="1400" dirty="0" err="1"/>
              <a:t>cầu</a:t>
            </a:r>
            <a:r>
              <a:rPr lang="en-US" sz="1400" dirty="0"/>
              <a:t> </a:t>
            </a:r>
            <a:r>
              <a:rPr lang="en-US" sz="1400" dirty="0" err="1"/>
              <a:t>đưa</a:t>
            </a:r>
            <a:r>
              <a:rPr lang="en-US" sz="1400" dirty="0"/>
              <a:t> </a:t>
            </a:r>
            <a:r>
              <a:rPr lang="en-US" sz="1400" dirty="0" err="1"/>
              <a:t>về</a:t>
            </a:r>
            <a:r>
              <a:rPr lang="en-US" sz="1400" dirty="0"/>
              <a:t> </a:t>
            </a:r>
            <a:r>
              <a:rPr lang="en-US" sz="1400" dirty="0" err="1"/>
              <a:t>dạng</a:t>
            </a:r>
            <a:r>
              <a:rPr lang="en-US" sz="1400" dirty="0"/>
              <a:t> </a:t>
            </a:r>
            <a:r>
              <a:rPr lang="en-US" sz="1400" dirty="0" err="1"/>
              <a:t>khung</a:t>
            </a:r>
            <a:r>
              <a:rPr lang="en-US" sz="1400" dirty="0"/>
              <a:t> </a:t>
            </a:r>
            <a:r>
              <a:rPr lang="en-US" sz="1400" dirty="0" err="1"/>
              <a:t>xương</a:t>
            </a:r>
            <a:r>
              <a:rPr lang="en-US" sz="1400" dirty="0"/>
              <a:t> </a:t>
            </a:r>
            <a:r>
              <a:rPr lang="en-US" sz="1400" dirty="0" err="1"/>
              <a:t>đúng</a:t>
            </a:r>
            <a:r>
              <a:rPr lang="en-US" sz="1400" dirty="0"/>
              <a:t> 1 pixel.</a:t>
            </a:r>
            <a:endParaRPr sz="1400" dirty="0">
              <a:solidFill>
                <a:schemeClr val="bg1"/>
              </a:solidFill>
            </a:endParaRPr>
          </a:p>
        </p:txBody>
      </p:sp>
      <p:sp>
        <p:nvSpPr>
          <p:cNvPr id="23" name="Google Shape;1039;p31">
            <a:extLst>
              <a:ext uri="{FF2B5EF4-FFF2-40B4-BE49-F238E27FC236}">
                <a16:creationId xmlns:a16="http://schemas.microsoft.com/office/drawing/2014/main" id="{E49149C7-A500-F17D-AA12-4A73218A2238}"/>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02</a:t>
            </a:r>
          </a:p>
        </p:txBody>
      </p:sp>
      <p:sp>
        <p:nvSpPr>
          <p:cNvPr id="2" name="Rectangle: Rounded Corners 1">
            <a:extLst>
              <a:ext uri="{FF2B5EF4-FFF2-40B4-BE49-F238E27FC236}">
                <a16:creationId xmlns:a16="http://schemas.microsoft.com/office/drawing/2014/main" id="{777C2AD8-C24C-25C3-6993-1DD369786774}"/>
              </a:ext>
            </a:extLst>
          </p:cNvPr>
          <p:cNvSpPr/>
          <p:nvPr/>
        </p:nvSpPr>
        <p:spPr>
          <a:xfrm>
            <a:off x="232398" y="1390052"/>
            <a:ext cx="2610507" cy="568415"/>
          </a:xfrm>
          <a:prstGeom prst="roundRect">
            <a:avLst>
              <a:gd name="adj" fmla="val 4705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Google Shape;1041;p31">
            <a:extLst>
              <a:ext uri="{FF2B5EF4-FFF2-40B4-BE49-F238E27FC236}">
                <a16:creationId xmlns:a16="http://schemas.microsoft.com/office/drawing/2014/main" id="{05F9B2BA-2BBA-EC0C-1E72-3AC3559F2F91}"/>
              </a:ext>
            </a:extLst>
          </p:cNvPr>
          <p:cNvSpPr txBox="1">
            <a:spLocks noGrp="1"/>
          </p:cNvSpPr>
          <p:nvPr>
            <p:ph type="subTitle" idx="2"/>
          </p:nvPr>
        </p:nvSpPr>
        <p:spPr>
          <a:xfrm>
            <a:off x="232398" y="1389795"/>
            <a:ext cx="2610507" cy="568672"/>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sz="1650" dirty="0">
                <a:solidFill>
                  <a:schemeClr val="accent6"/>
                </a:solidFill>
              </a:rPr>
              <a:t>Nhiễu &amp; Hình thái</a:t>
            </a:r>
            <a:endParaRPr sz="1650" dirty="0">
              <a:solidFill>
                <a:schemeClr val="accent6"/>
              </a:solidFill>
            </a:endParaRPr>
          </a:p>
        </p:txBody>
      </p:sp>
      <p:sp>
        <p:nvSpPr>
          <p:cNvPr id="8" name="Rectangle: Rounded Corners 7">
            <a:extLst>
              <a:ext uri="{FF2B5EF4-FFF2-40B4-BE49-F238E27FC236}">
                <a16:creationId xmlns:a16="http://schemas.microsoft.com/office/drawing/2014/main" id="{73B9B763-697C-7459-21E0-7EC298F58EC7}"/>
              </a:ext>
            </a:extLst>
          </p:cNvPr>
          <p:cNvSpPr/>
          <p:nvPr/>
        </p:nvSpPr>
        <p:spPr>
          <a:xfrm>
            <a:off x="3126853" y="1272794"/>
            <a:ext cx="2868828" cy="367429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Google Shape;1040;p31">
            <a:extLst>
              <a:ext uri="{FF2B5EF4-FFF2-40B4-BE49-F238E27FC236}">
                <a16:creationId xmlns:a16="http://schemas.microsoft.com/office/drawing/2014/main" id="{76BAD51C-FD64-B50E-CF9F-4236138FA9AC}"/>
              </a:ext>
            </a:extLst>
          </p:cNvPr>
          <p:cNvSpPr txBox="1">
            <a:spLocks/>
          </p:cNvSpPr>
          <p:nvPr/>
        </p:nvSpPr>
        <p:spPr>
          <a:xfrm>
            <a:off x="3116828" y="3597571"/>
            <a:ext cx="2863906" cy="104702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lnSpc>
                <a:spcPct val="150000"/>
              </a:lnSpc>
              <a:buClr>
                <a:schemeClr val="bg1"/>
              </a:buClr>
            </a:pPr>
            <a:r>
              <a:rPr lang="en-US" sz="1400" dirty="0" err="1"/>
              <a:t>Hiện</a:t>
            </a:r>
            <a:r>
              <a:rPr lang="en-US" sz="1400" dirty="0"/>
              <a:t> </a:t>
            </a:r>
            <a:r>
              <a:rPr lang="en-US" sz="1400" dirty="0" err="1"/>
              <a:t>tượng</a:t>
            </a:r>
            <a:r>
              <a:rPr lang="en-US" sz="1400" dirty="0"/>
              <a:t> </a:t>
            </a:r>
            <a:r>
              <a:rPr lang="en-US" sz="1400" dirty="0" err="1"/>
              <a:t>nhảy</a:t>
            </a:r>
            <a:r>
              <a:rPr lang="en-US" sz="1400" dirty="0"/>
              <a:t> </a:t>
            </a:r>
            <a:r>
              <a:rPr lang="en-US" sz="1400" dirty="0" err="1"/>
              <a:t>nét</a:t>
            </a:r>
            <a:r>
              <a:rPr lang="en-US" sz="1400" dirty="0"/>
              <a:t> (track jumping) </a:t>
            </a:r>
            <a:r>
              <a:rPr lang="en-US" sz="1400" dirty="0" err="1"/>
              <a:t>hoặc</a:t>
            </a:r>
            <a:r>
              <a:rPr lang="en-US" sz="1400" dirty="0"/>
              <a:t> </a:t>
            </a:r>
            <a:r>
              <a:rPr lang="en-US" sz="1400" dirty="0" err="1"/>
              <a:t>kẹt</a:t>
            </a:r>
            <a:r>
              <a:rPr lang="en-US" sz="1400" dirty="0"/>
              <a:t> </a:t>
            </a:r>
            <a:r>
              <a:rPr lang="en-US" sz="1400" dirty="0" err="1"/>
              <a:t>vòng</a:t>
            </a:r>
            <a:r>
              <a:rPr lang="en-US" sz="1400" dirty="0"/>
              <a:t> </a:t>
            </a:r>
            <a:r>
              <a:rPr lang="en-US" sz="1400" dirty="0" err="1"/>
              <a:t>lặp</a:t>
            </a:r>
            <a:r>
              <a:rPr lang="en-US" sz="1400" dirty="0"/>
              <a:t> </a:t>
            </a:r>
            <a:r>
              <a:rPr lang="en-US" sz="1400" dirty="0" err="1"/>
              <a:t>tại</a:t>
            </a:r>
            <a:r>
              <a:rPr lang="en-US" sz="1400" dirty="0"/>
              <a:t> </a:t>
            </a:r>
            <a:r>
              <a:rPr lang="en-US" sz="1400" dirty="0" err="1"/>
              <a:t>các</a:t>
            </a:r>
            <a:r>
              <a:rPr lang="en-US" sz="1400" dirty="0"/>
              <a:t> </a:t>
            </a:r>
            <a:r>
              <a:rPr lang="en-US" sz="1400" dirty="0" err="1"/>
              <a:t>giao</a:t>
            </a:r>
            <a:r>
              <a:rPr lang="en-US" sz="1400" dirty="0"/>
              <a:t> </a:t>
            </a:r>
            <a:r>
              <a:rPr lang="en-US" sz="1400" dirty="0" err="1"/>
              <a:t>điểm</a:t>
            </a:r>
            <a:r>
              <a:rPr lang="en-US" sz="1400" dirty="0"/>
              <a:t> </a:t>
            </a:r>
            <a:r>
              <a:rPr lang="en-US" sz="1400" dirty="0" err="1"/>
              <a:t>đan</a:t>
            </a:r>
            <a:r>
              <a:rPr lang="en-US" sz="1400" dirty="0"/>
              <a:t> </a:t>
            </a:r>
            <a:r>
              <a:rPr lang="en-US" sz="1400" dirty="0" err="1"/>
              <a:t>chéo</a:t>
            </a:r>
            <a:r>
              <a:rPr lang="en-US" sz="1400" dirty="0"/>
              <a:t> </a:t>
            </a:r>
            <a:r>
              <a:rPr lang="en-US" sz="1400" dirty="0" err="1"/>
              <a:t>của</a:t>
            </a:r>
            <a:r>
              <a:rPr lang="en-US" sz="1400" dirty="0"/>
              <a:t> </a:t>
            </a:r>
            <a:r>
              <a:rPr lang="en-US" sz="1400" dirty="0" err="1"/>
              <a:t>nét</a:t>
            </a:r>
            <a:r>
              <a:rPr lang="en-US" sz="1400" dirty="0"/>
              <a:t> </a:t>
            </a:r>
            <a:r>
              <a:rPr lang="en-US" sz="1400" dirty="0" err="1"/>
              <a:t>móc</a:t>
            </a:r>
            <a:r>
              <a:rPr lang="en-US" sz="1400" dirty="0"/>
              <a:t>.</a:t>
            </a:r>
            <a:endParaRPr lang="vi-VN" sz="1400" dirty="0">
              <a:solidFill>
                <a:schemeClr val="bg1"/>
              </a:solidFill>
            </a:endParaRPr>
          </a:p>
        </p:txBody>
      </p:sp>
      <p:sp>
        <p:nvSpPr>
          <p:cNvPr id="10" name="Rectangle: Rounded Corners 9">
            <a:extLst>
              <a:ext uri="{FF2B5EF4-FFF2-40B4-BE49-F238E27FC236}">
                <a16:creationId xmlns:a16="http://schemas.microsoft.com/office/drawing/2014/main" id="{D80A1B4C-5341-CA60-C135-404170F693BF}"/>
              </a:ext>
            </a:extLst>
          </p:cNvPr>
          <p:cNvSpPr/>
          <p:nvPr/>
        </p:nvSpPr>
        <p:spPr>
          <a:xfrm>
            <a:off x="3256013" y="1373108"/>
            <a:ext cx="2610507" cy="568415"/>
          </a:xfrm>
          <a:prstGeom prst="roundRect">
            <a:avLst>
              <a:gd name="adj" fmla="val 4705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1041;p31">
            <a:extLst>
              <a:ext uri="{FF2B5EF4-FFF2-40B4-BE49-F238E27FC236}">
                <a16:creationId xmlns:a16="http://schemas.microsoft.com/office/drawing/2014/main" id="{3F7216D3-64D6-1E92-A9A8-33D53FDFDB07}"/>
              </a:ext>
            </a:extLst>
          </p:cNvPr>
          <p:cNvSpPr txBox="1">
            <a:spLocks/>
          </p:cNvSpPr>
          <p:nvPr/>
        </p:nvSpPr>
        <p:spPr>
          <a:xfrm>
            <a:off x="3256013" y="1372851"/>
            <a:ext cx="2610507" cy="568672"/>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650" dirty="0" err="1">
                <a:solidFill>
                  <a:schemeClr val="accent6"/>
                </a:solidFill>
              </a:rPr>
              <a:t>Mất</a:t>
            </a:r>
            <a:r>
              <a:rPr lang="en-US" sz="1650" dirty="0">
                <a:solidFill>
                  <a:schemeClr val="accent6"/>
                </a:solidFill>
              </a:rPr>
              <a:t> </a:t>
            </a:r>
            <a:r>
              <a:rPr lang="en-US" sz="1650" dirty="0" err="1">
                <a:solidFill>
                  <a:schemeClr val="accent6"/>
                </a:solidFill>
              </a:rPr>
              <a:t>kết</a:t>
            </a:r>
            <a:r>
              <a:rPr lang="en-US" sz="1650" dirty="0">
                <a:solidFill>
                  <a:schemeClr val="accent6"/>
                </a:solidFill>
              </a:rPr>
              <a:t> </a:t>
            </a:r>
            <a:r>
              <a:rPr lang="en-US" sz="1650" dirty="0" err="1">
                <a:solidFill>
                  <a:schemeClr val="accent6"/>
                </a:solidFill>
              </a:rPr>
              <a:t>nối</a:t>
            </a:r>
            <a:r>
              <a:rPr lang="en-US" sz="1650" dirty="0">
                <a:solidFill>
                  <a:schemeClr val="accent6"/>
                </a:solidFill>
              </a:rPr>
              <a:t> Topology</a:t>
            </a:r>
          </a:p>
        </p:txBody>
      </p:sp>
      <p:sp>
        <p:nvSpPr>
          <p:cNvPr id="12" name="Rectangle: Rounded Corners 11">
            <a:extLst>
              <a:ext uri="{FF2B5EF4-FFF2-40B4-BE49-F238E27FC236}">
                <a16:creationId xmlns:a16="http://schemas.microsoft.com/office/drawing/2014/main" id="{D28E5C38-7AE7-6E18-DA22-7190DDFCDE15}"/>
              </a:ext>
            </a:extLst>
          </p:cNvPr>
          <p:cNvSpPr/>
          <p:nvPr/>
        </p:nvSpPr>
        <p:spPr>
          <a:xfrm>
            <a:off x="6145546" y="1274270"/>
            <a:ext cx="2868828" cy="367429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Google Shape;1040;p31">
            <a:extLst>
              <a:ext uri="{FF2B5EF4-FFF2-40B4-BE49-F238E27FC236}">
                <a16:creationId xmlns:a16="http://schemas.microsoft.com/office/drawing/2014/main" id="{5104D149-5305-6F49-F61C-6FEA388F3B9B}"/>
              </a:ext>
            </a:extLst>
          </p:cNvPr>
          <p:cNvSpPr txBox="1">
            <a:spLocks/>
          </p:cNvSpPr>
          <p:nvPr/>
        </p:nvSpPr>
        <p:spPr>
          <a:xfrm>
            <a:off x="6135521" y="3599047"/>
            <a:ext cx="2863906" cy="104702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lnSpc>
                <a:spcPct val="150000"/>
              </a:lnSpc>
              <a:buClr>
                <a:schemeClr val="bg1"/>
              </a:buClr>
            </a:pPr>
            <a:r>
              <a:rPr lang="en-US" sz="1400" dirty="0" err="1"/>
              <a:t>Ép</a:t>
            </a:r>
            <a:r>
              <a:rPr lang="en-US" sz="1400" dirty="0"/>
              <a:t> </a:t>
            </a:r>
            <a:r>
              <a:rPr lang="en-US" sz="1400" dirty="0" err="1"/>
              <a:t>đường</a:t>
            </a:r>
            <a:r>
              <a:rPr lang="en-US" sz="1400" dirty="0"/>
              <a:t> B-Spline </a:t>
            </a:r>
            <a:r>
              <a:rPr lang="en-US" sz="1400" dirty="0" err="1"/>
              <a:t>đi</a:t>
            </a:r>
            <a:r>
              <a:rPr lang="en-US" sz="1400" dirty="0"/>
              <a:t> qua </a:t>
            </a:r>
            <a:r>
              <a:rPr lang="en-US" sz="1400" dirty="0" err="1"/>
              <a:t>hàng</a:t>
            </a:r>
            <a:r>
              <a:rPr lang="en-US" sz="1400" dirty="0"/>
              <a:t> </a:t>
            </a:r>
            <a:r>
              <a:rPr lang="en-US" sz="1400" dirty="0" err="1"/>
              <a:t>ngàn</a:t>
            </a:r>
            <a:r>
              <a:rPr lang="en-US" sz="1400" dirty="0"/>
              <a:t> pixel </a:t>
            </a:r>
            <a:r>
              <a:rPr lang="en-US" sz="1400" dirty="0" err="1"/>
              <a:t>sẽ</a:t>
            </a:r>
            <a:r>
              <a:rPr lang="en-US" sz="1400" dirty="0"/>
              <a:t> </a:t>
            </a:r>
            <a:r>
              <a:rPr lang="en-US" sz="1400" dirty="0" err="1"/>
              <a:t>gây</a:t>
            </a:r>
            <a:r>
              <a:rPr lang="en-US" sz="1400" dirty="0"/>
              <a:t> </a:t>
            </a:r>
            <a:r>
              <a:rPr lang="en-US" sz="1400" dirty="0" err="1"/>
              <a:t>ra</a:t>
            </a:r>
            <a:r>
              <a:rPr lang="en-US" sz="1400" dirty="0"/>
              <a:t> </a:t>
            </a:r>
            <a:r>
              <a:rPr lang="en-US" sz="1400" dirty="0" err="1"/>
              <a:t>hiện</a:t>
            </a:r>
            <a:r>
              <a:rPr lang="en-US" sz="1400" dirty="0"/>
              <a:t> </a:t>
            </a:r>
            <a:r>
              <a:rPr lang="en-US" sz="1400" dirty="0" err="1"/>
              <a:t>tượng</a:t>
            </a:r>
            <a:r>
              <a:rPr lang="en-US" sz="1400" dirty="0"/>
              <a:t> </a:t>
            </a:r>
            <a:r>
              <a:rPr lang="en-US" sz="1400" dirty="0" err="1"/>
              <a:t>gấp</a:t>
            </a:r>
            <a:r>
              <a:rPr lang="en-US" sz="1400" dirty="0"/>
              <a:t> </a:t>
            </a:r>
            <a:r>
              <a:rPr lang="en-US" sz="1400" dirty="0" err="1"/>
              <a:t>khúc</a:t>
            </a:r>
            <a:r>
              <a:rPr lang="en-US" sz="1400" dirty="0"/>
              <a:t> li </a:t>
            </a:r>
            <a:r>
              <a:rPr lang="en-US" sz="1400" dirty="0" err="1"/>
              <a:t>ti</a:t>
            </a:r>
            <a:r>
              <a:rPr lang="en-US" sz="1400" dirty="0"/>
              <a:t>, </a:t>
            </a:r>
            <a:r>
              <a:rPr lang="en-US" sz="1400" dirty="0" err="1"/>
              <a:t>mất</a:t>
            </a:r>
            <a:r>
              <a:rPr lang="en-US" sz="1400" dirty="0"/>
              <a:t> </a:t>
            </a:r>
            <a:r>
              <a:rPr lang="en-US" sz="1400" dirty="0" err="1"/>
              <a:t>độ</a:t>
            </a:r>
            <a:r>
              <a:rPr lang="en-US" sz="1400" dirty="0"/>
              <a:t> </a:t>
            </a:r>
            <a:r>
              <a:rPr lang="en-US" sz="1400" dirty="0" err="1"/>
              <a:t>trơn</a:t>
            </a:r>
            <a:r>
              <a:rPr lang="en-US" sz="1400" dirty="0"/>
              <a:t> </a:t>
            </a:r>
            <a:r>
              <a:rPr lang="en-US" sz="1400" dirty="0" err="1"/>
              <a:t>láng</a:t>
            </a:r>
            <a:r>
              <a:rPr lang="en-US" sz="1400" dirty="0"/>
              <a:t>.</a:t>
            </a:r>
            <a:endParaRPr lang="vi-VN" sz="1400" dirty="0">
              <a:solidFill>
                <a:schemeClr val="bg1"/>
              </a:solidFill>
            </a:endParaRPr>
          </a:p>
        </p:txBody>
      </p:sp>
      <p:sp>
        <p:nvSpPr>
          <p:cNvPr id="15" name="Rectangle: Rounded Corners 14">
            <a:extLst>
              <a:ext uri="{FF2B5EF4-FFF2-40B4-BE49-F238E27FC236}">
                <a16:creationId xmlns:a16="http://schemas.microsoft.com/office/drawing/2014/main" id="{382ECF31-57A7-22D9-97A7-F5D8D9E659EF}"/>
              </a:ext>
            </a:extLst>
          </p:cNvPr>
          <p:cNvSpPr/>
          <p:nvPr/>
        </p:nvSpPr>
        <p:spPr>
          <a:xfrm>
            <a:off x="6274706" y="1374584"/>
            <a:ext cx="2610507" cy="568415"/>
          </a:xfrm>
          <a:prstGeom prst="roundRect">
            <a:avLst>
              <a:gd name="adj" fmla="val 4705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Google Shape;1041;p31">
            <a:extLst>
              <a:ext uri="{FF2B5EF4-FFF2-40B4-BE49-F238E27FC236}">
                <a16:creationId xmlns:a16="http://schemas.microsoft.com/office/drawing/2014/main" id="{53143502-3872-B5EE-C566-D6757DD2934A}"/>
              </a:ext>
            </a:extLst>
          </p:cNvPr>
          <p:cNvSpPr txBox="1">
            <a:spLocks/>
          </p:cNvSpPr>
          <p:nvPr/>
        </p:nvSpPr>
        <p:spPr>
          <a:xfrm>
            <a:off x="6145546" y="1374327"/>
            <a:ext cx="2853881" cy="568672"/>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650" dirty="0" err="1">
                <a:solidFill>
                  <a:schemeClr val="accent6"/>
                </a:solidFill>
              </a:rPr>
              <a:t>Quá</a:t>
            </a:r>
            <a:r>
              <a:rPr lang="en-US" sz="1650" dirty="0">
                <a:solidFill>
                  <a:schemeClr val="accent6"/>
                </a:solidFill>
              </a:rPr>
              <a:t> </a:t>
            </a:r>
            <a:r>
              <a:rPr lang="en-US" sz="1650" dirty="0" err="1">
                <a:solidFill>
                  <a:schemeClr val="accent6"/>
                </a:solidFill>
              </a:rPr>
              <a:t>khớp</a:t>
            </a:r>
            <a:r>
              <a:rPr lang="en-US" sz="1650" dirty="0">
                <a:solidFill>
                  <a:schemeClr val="accent6"/>
                </a:solidFill>
              </a:rPr>
              <a:t> (Overfitting)</a:t>
            </a:r>
          </a:p>
        </p:txBody>
      </p:sp>
      <p:pic>
        <p:nvPicPr>
          <p:cNvPr id="26" name="Picture 25">
            <a:extLst>
              <a:ext uri="{FF2B5EF4-FFF2-40B4-BE49-F238E27FC236}">
                <a16:creationId xmlns:a16="http://schemas.microsoft.com/office/drawing/2014/main" id="{74339BFB-A888-25F0-E0F5-90C63F095E5D}"/>
              </a:ext>
            </a:extLst>
          </p:cNvPr>
          <p:cNvPicPr>
            <a:picLocks noChangeAspect="1"/>
          </p:cNvPicPr>
          <p:nvPr/>
        </p:nvPicPr>
        <p:blipFill>
          <a:blip r:embed="rId5"/>
          <a:srcRect/>
          <a:stretch/>
        </p:blipFill>
        <p:spPr>
          <a:xfrm>
            <a:off x="5375863" y="1462351"/>
            <a:ext cx="4408192" cy="2479607"/>
          </a:xfrm>
          <a:prstGeom prst="rect">
            <a:avLst/>
          </a:prstGeom>
        </p:spPr>
      </p:pic>
    </p:spTree>
    <p:extLst>
      <p:ext uri="{BB962C8B-B14F-4D97-AF65-F5344CB8AC3E}">
        <p14:creationId xmlns:p14="http://schemas.microsoft.com/office/powerpoint/2010/main" val="15761836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11">
          <a:extLst>
            <a:ext uri="{FF2B5EF4-FFF2-40B4-BE49-F238E27FC236}">
              <a16:creationId xmlns:a16="http://schemas.microsoft.com/office/drawing/2014/main" id="{67B062CD-6B65-6157-560C-DC8B2D54DFD1}"/>
            </a:ext>
          </a:extLst>
        </p:cNvPr>
        <p:cNvGrpSpPr/>
        <p:nvPr/>
      </p:nvGrpSpPr>
      <p:grpSpPr>
        <a:xfrm>
          <a:off x="0" y="0"/>
          <a:ext cx="0" cy="0"/>
          <a:chOff x="0" y="0"/>
          <a:chExt cx="0" cy="0"/>
        </a:xfrm>
      </p:grpSpPr>
      <p:sp>
        <p:nvSpPr>
          <p:cNvPr id="1112" name="Google Shape;1112;p33">
            <a:extLst>
              <a:ext uri="{FF2B5EF4-FFF2-40B4-BE49-F238E27FC236}">
                <a16:creationId xmlns:a16="http://schemas.microsoft.com/office/drawing/2014/main" id="{D6A5D1EF-E449-CBB4-758D-09C7D91F7A42}"/>
              </a:ext>
            </a:extLst>
          </p:cNvPr>
          <p:cNvSpPr txBox="1">
            <a:spLocks noGrp="1"/>
          </p:cNvSpPr>
          <p:nvPr>
            <p:ph type="title"/>
          </p:nvPr>
        </p:nvSpPr>
        <p:spPr>
          <a:xfrm>
            <a:off x="3771397" y="1063800"/>
            <a:ext cx="3946500" cy="11751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03</a:t>
            </a:r>
            <a:endParaRPr dirty="0"/>
          </a:p>
        </p:txBody>
      </p:sp>
      <p:sp>
        <p:nvSpPr>
          <p:cNvPr id="1113" name="Google Shape;1113;p33">
            <a:extLst>
              <a:ext uri="{FF2B5EF4-FFF2-40B4-BE49-F238E27FC236}">
                <a16:creationId xmlns:a16="http://schemas.microsoft.com/office/drawing/2014/main" id="{4CD4F7BF-D429-6E68-C348-DD9C941A98B2}"/>
              </a:ext>
            </a:extLst>
          </p:cNvPr>
          <p:cNvSpPr txBox="1">
            <a:spLocks noGrp="1"/>
          </p:cNvSpPr>
          <p:nvPr>
            <p:ph type="title" idx="2"/>
          </p:nvPr>
        </p:nvSpPr>
        <p:spPr>
          <a:xfrm>
            <a:off x="972926" y="2624225"/>
            <a:ext cx="6744721" cy="13538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latin typeface="Montserrat"/>
                <a:ea typeface="Montserrat"/>
                <a:cs typeface="Montserrat"/>
                <a:sym typeface="Montserrat"/>
              </a:rPr>
              <a:t>PHÂN TÍCH LỰA CHỌN, XÂY DỰNG THUẬT TOÁN</a:t>
            </a:r>
            <a:endParaRPr dirty="0">
              <a:latin typeface="Montserrat"/>
              <a:ea typeface="Montserrat"/>
              <a:cs typeface="Montserrat"/>
              <a:sym typeface="Montserrat"/>
            </a:endParaRPr>
          </a:p>
        </p:txBody>
      </p:sp>
      <p:grpSp>
        <p:nvGrpSpPr>
          <p:cNvPr id="1115" name="Google Shape;1115;p33">
            <a:extLst>
              <a:ext uri="{FF2B5EF4-FFF2-40B4-BE49-F238E27FC236}">
                <a16:creationId xmlns:a16="http://schemas.microsoft.com/office/drawing/2014/main" id="{770EC5D1-D79E-6022-9401-6B7A833AC366}"/>
              </a:ext>
            </a:extLst>
          </p:cNvPr>
          <p:cNvGrpSpPr/>
          <p:nvPr/>
        </p:nvGrpSpPr>
        <p:grpSpPr>
          <a:xfrm>
            <a:off x="4145419" y="2365691"/>
            <a:ext cx="3478000" cy="192185"/>
            <a:chOff x="4788672" y="2177404"/>
            <a:chExt cx="3478000" cy="192185"/>
          </a:xfrm>
        </p:grpSpPr>
        <p:sp>
          <p:nvSpPr>
            <p:cNvPr id="1116" name="Google Shape;1116;p33">
              <a:extLst>
                <a:ext uri="{FF2B5EF4-FFF2-40B4-BE49-F238E27FC236}">
                  <a16:creationId xmlns:a16="http://schemas.microsoft.com/office/drawing/2014/main" id="{12FC0F9B-3215-9E0C-56CD-EBA915427C70}"/>
                </a:ext>
              </a:extLst>
            </p:cNvPr>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a:extLst>
                <a:ext uri="{FF2B5EF4-FFF2-40B4-BE49-F238E27FC236}">
                  <a16:creationId xmlns:a16="http://schemas.microsoft.com/office/drawing/2014/main" id="{7D6B24CE-B4CC-4D8E-024C-7CB08B6F9F18}"/>
                </a:ext>
              </a:extLst>
            </p:cNvPr>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a:extLst>
                <a:ext uri="{FF2B5EF4-FFF2-40B4-BE49-F238E27FC236}">
                  <a16:creationId xmlns:a16="http://schemas.microsoft.com/office/drawing/2014/main" id="{062B9C64-26FC-ADE5-EB70-6C401EA0B796}"/>
                </a:ext>
              </a:extLst>
            </p:cNvPr>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a:extLst>
                <a:ext uri="{FF2B5EF4-FFF2-40B4-BE49-F238E27FC236}">
                  <a16:creationId xmlns:a16="http://schemas.microsoft.com/office/drawing/2014/main" id="{A347C8A7-7D24-634A-8790-8CEF79FFBB63}"/>
                </a:ext>
              </a:extLst>
            </p:cNvPr>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a:extLst>
              <a:ext uri="{FF2B5EF4-FFF2-40B4-BE49-F238E27FC236}">
                <a16:creationId xmlns:a16="http://schemas.microsoft.com/office/drawing/2014/main" id="{C8194741-1A15-FF40-8F73-7C49BB4FE838}"/>
              </a:ext>
            </a:extLst>
          </p:cNvPr>
          <p:cNvGrpSpPr/>
          <p:nvPr/>
        </p:nvGrpSpPr>
        <p:grpSpPr>
          <a:xfrm flipH="1">
            <a:off x="7834772" y="2544125"/>
            <a:ext cx="1929500" cy="2210100"/>
            <a:chOff x="295725" y="-3462825"/>
            <a:chExt cx="1929500" cy="2210100"/>
          </a:xfrm>
        </p:grpSpPr>
        <p:sp>
          <p:nvSpPr>
            <p:cNvPr id="1121" name="Google Shape;1121;p33">
              <a:extLst>
                <a:ext uri="{FF2B5EF4-FFF2-40B4-BE49-F238E27FC236}">
                  <a16:creationId xmlns:a16="http://schemas.microsoft.com/office/drawing/2014/main" id="{39330F61-CC86-33FF-C412-E8EE165265EE}"/>
                </a:ext>
              </a:extLst>
            </p:cNvPr>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a:extLst>
                <a:ext uri="{FF2B5EF4-FFF2-40B4-BE49-F238E27FC236}">
                  <a16:creationId xmlns:a16="http://schemas.microsoft.com/office/drawing/2014/main" id="{BB765B82-69CF-05B0-AF03-E43DB9F671AF}"/>
                </a:ext>
              </a:extLst>
            </p:cNvPr>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a:extLst>
                <a:ext uri="{FF2B5EF4-FFF2-40B4-BE49-F238E27FC236}">
                  <a16:creationId xmlns:a16="http://schemas.microsoft.com/office/drawing/2014/main" id="{2AC78143-FD6F-DF5A-728E-12FA19AE2A04}"/>
                </a:ext>
              </a:extLst>
            </p:cNvPr>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a:extLst>
                <a:ext uri="{FF2B5EF4-FFF2-40B4-BE49-F238E27FC236}">
                  <a16:creationId xmlns:a16="http://schemas.microsoft.com/office/drawing/2014/main" id="{DD54DAD9-ED32-D054-217D-24AED23754A8}"/>
                </a:ext>
              </a:extLst>
            </p:cNvPr>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a:extLst>
                <a:ext uri="{FF2B5EF4-FFF2-40B4-BE49-F238E27FC236}">
                  <a16:creationId xmlns:a16="http://schemas.microsoft.com/office/drawing/2014/main" id="{0A707F1C-9EA3-12D8-2983-4DD3B9AD9BA6}"/>
                </a:ext>
              </a:extLst>
            </p:cNvPr>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a:extLst>
                <a:ext uri="{FF2B5EF4-FFF2-40B4-BE49-F238E27FC236}">
                  <a16:creationId xmlns:a16="http://schemas.microsoft.com/office/drawing/2014/main" id="{5D3FA165-A96B-1225-6A10-0AD0255FA77C}"/>
                </a:ext>
              </a:extLst>
            </p:cNvPr>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a:extLst>
                <a:ext uri="{FF2B5EF4-FFF2-40B4-BE49-F238E27FC236}">
                  <a16:creationId xmlns:a16="http://schemas.microsoft.com/office/drawing/2014/main" id="{98737D5A-FC76-C5BA-E7BE-643261FDD831}"/>
                </a:ext>
              </a:extLst>
            </p:cNvPr>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a:extLst>
                <a:ext uri="{FF2B5EF4-FFF2-40B4-BE49-F238E27FC236}">
                  <a16:creationId xmlns:a16="http://schemas.microsoft.com/office/drawing/2014/main" id="{43581B12-CD46-BAE6-FB3C-CC62A6AA2292}"/>
                </a:ext>
              </a:extLst>
            </p:cNvPr>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a:extLst>
                <a:ext uri="{FF2B5EF4-FFF2-40B4-BE49-F238E27FC236}">
                  <a16:creationId xmlns:a16="http://schemas.microsoft.com/office/drawing/2014/main" id="{94AA5324-BDA4-BB43-8D77-695A6E36968A}"/>
                </a:ext>
              </a:extLst>
            </p:cNvPr>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a:extLst>
                <a:ext uri="{FF2B5EF4-FFF2-40B4-BE49-F238E27FC236}">
                  <a16:creationId xmlns:a16="http://schemas.microsoft.com/office/drawing/2014/main" id="{0B453D1C-27AB-6870-CC3F-78FD9ABF305F}"/>
                </a:ext>
              </a:extLst>
            </p:cNvPr>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a:extLst>
                <a:ext uri="{FF2B5EF4-FFF2-40B4-BE49-F238E27FC236}">
                  <a16:creationId xmlns:a16="http://schemas.microsoft.com/office/drawing/2014/main" id="{DE16C743-1ECD-20FC-D6D2-55B4D9CB6413}"/>
                </a:ext>
              </a:extLst>
            </p:cNvPr>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a:extLst>
                <a:ext uri="{FF2B5EF4-FFF2-40B4-BE49-F238E27FC236}">
                  <a16:creationId xmlns:a16="http://schemas.microsoft.com/office/drawing/2014/main" id="{7083D85B-068E-9D8A-4F19-231AAAAF7CB2}"/>
                </a:ext>
              </a:extLst>
            </p:cNvPr>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a:extLst>
                <a:ext uri="{FF2B5EF4-FFF2-40B4-BE49-F238E27FC236}">
                  <a16:creationId xmlns:a16="http://schemas.microsoft.com/office/drawing/2014/main" id="{6677F485-1C33-88B0-E142-3E452861F3F1}"/>
                </a:ext>
              </a:extLst>
            </p:cNvPr>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a:extLst>
                <a:ext uri="{FF2B5EF4-FFF2-40B4-BE49-F238E27FC236}">
                  <a16:creationId xmlns:a16="http://schemas.microsoft.com/office/drawing/2014/main" id="{B9A732D9-6400-7565-E683-260EB72BFA51}"/>
                </a:ext>
              </a:extLst>
            </p:cNvPr>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a:extLst>
                <a:ext uri="{FF2B5EF4-FFF2-40B4-BE49-F238E27FC236}">
                  <a16:creationId xmlns:a16="http://schemas.microsoft.com/office/drawing/2014/main" id="{D051E93E-8B9E-8B2C-C831-61480FCE01C6}"/>
                </a:ext>
              </a:extLst>
            </p:cNvPr>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a:extLst>
                <a:ext uri="{FF2B5EF4-FFF2-40B4-BE49-F238E27FC236}">
                  <a16:creationId xmlns:a16="http://schemas.microsoft.com/office/drawing/2014/main" id="{FBC1C16F-41A4-9198-5ECD-A2328A6589E6}"/>
                </a:ext>
              </a:extLst>
            </p:cNvPr>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a:extLst>
                <a:ext uri="{FF2B5EF4-FFF2-40B4-BE49-F238E27FC236}">
                  <a16:creationId xmlns:a16="http://schemas.microsoft.com/office/drawing/2014/main" id="{EDB24995-D681-E82B-FEBF-ED392938CED6}"/>
                </a:ext>
              </a:extLst>
            </p:cNvPr>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a:extLst>
                <a:ext uri="{FF2B5EF4-FFF2-40B4-BE49-F238E27FC236}">
                  <a16:creationId xmlns:a16="http://schemas.microsoft.com/office/drawing/2014/main" id="{06D03736-FF4E-2F34-185B-E63E3E7A29E6}"/>
                </a:ext>
              </a:extLst>
            </p:cNvPr>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a:extLst>
                <a:ext uri="{FF2B5EF4-FFF2-40B4-BE49-F238E27FC236}">
                  <a16:creationId xmlns:a16="http://schemas.microsoft.com/office/drawing/2014/main" id="{92EE2E8E-A5C7-AEEC-8CC4-C23A18207F9C}"/>
                </a:ext>
              </a:extLst>
            </p:cNvPr>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a:extLst>
                <a:ext uri="{FF2B5EF4-FFF2-40B4-BE49-F238E27FC236}">
                  <a16:creationId xmlns:a16="http://schemas.microsoft.com/office/drawing/2014/main" id="{1383F727-926E-88A3-43B2-7B1FE9686C24}"/>
                </a:ext>
              </a:extLst>
            </p:cNvPr>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a:extLst>
                <a:ext uri="{FF2B5EF4-FFF2-40B4-BE49-F238E27FC236}">
                  <a16:creationId xmlns:a16="http://schemas.microsoft.com/office/drawing/2014/main" id="{7FDB354D-33AA-C16E-2EBA-EF653DDD8C34}"/>
                </a:ext>
              </a:extLst>
            </p:cNvPr>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a:extLst>
                <a:ext uri="{FF2B5EF4-FFF2-40B4-BE49-F238E27FC236}">
                  <a16:creationId xmlns:a16="http://schemas.microsoft.com/office/drawing/2014/main" id="{907FEC89-ABD1-B454-5B7F-499A5981F2CA}"/>
                </a:ext>
              </a:extLst>
            </p:cNvPr>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a:extLst>
                <a:ext uri="{FF2B5EF4-FFF2-40B4-BE49-F238E27FC236}">
                  <a16:creationId xmlns:a16="http://schemas.microsoft.com/office/drawing/2014/main" id="{2B7C32B2-12A8-8F54-8E29-25B1DC6E0F49}"/>
                </a:ext>
              </a:extLst>
            </p:cNvPr>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a:extLst>
                <a:ext uri="{FF2B5EF4-FFF2-40B4-BE49-F238E27FC236}">
                  <a16:creationId xmlns:a16="http://schemas.microsoft.com/office/drawing/2014/main" id="{B5A4B22C-3275-6BE6-B2FF-0A11D1AED36D}"/>
                </a:ext>
              </a:extLst>
            </p:cNvPr>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a:extLst>
                <a:ext uri="{FF2B5EF4-FFF2-40B4-BE49-F238E27FC236}">
                  <a16:creationId xmlns:a16="http://schemas.microsoft.com/office/drawing/2014/main" id="{1E7F2F6C-6251-4DFC-0693-0FE258136219}"/>
                </a:ext>
              </a:extLst>
            </p:cNvPr>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a:extLst>
              <a:ext uri="{FF2B5EF4-FFF2-40B4-BE49-F238E27FC236}">
                <a16:creationId xmlns:a16="http://schemas.microsoft.com/office/drawing/2014/main" id="{E3ED00DD-549A-535F-3C34-D223D0A0C72D}"/>
              </a:ext>
            </a:extLst>
          </p:cNvPr>
          <p:cNvGrpSpPr/>
          <p:nvPr/>
        </p:nvGrpSpPr>
        <p:grpSpPr>
          <a:xfrm>
            <a:off x="2029358" y="2295001"/>
            <a:ext cx="873188" cy="546900"/>
            <a:chOff x="1115510" y="4327288"/>
            <a:chExt cx="873188" cy="546900"/>
          </a:xfrm>
        </p:grpSpPr>
        <p:sp>
          <p:nvSpPr>
            <p:cNvPr id="1147" name="Google Shape;1147;p33">
              <a:extLst>
                <a:ext uri="{FF2B5EF4-FFF2-40B4-BE49-F238E27FC236}">
                  <a16:creationId xmlns:a16="http://schemas.microsoft.com/office/drawing/2014/main" id="{D0A01A8C-83CB-1374-887D-2E84D84E8775}"/>
                </a:ext>
              </a:extLst>
            </p:cNvPr>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a:extLst>
                <a:ext uri="{FF2B5EF4-FFF2-40B4-BE49-F238E27FC236}">
                  <a16:creationId xmlns:a16="http://schemas.microsoft.com/office/drawing/2014/main" id="{7E3C8FE5-1657-6189-1FF6-1EC006D22468}"/>
                </a:ext>
              </a:extLst>
            </p:cNvPr>
            <p:cNvGrpSpPr/>
            <p:nvPr/>
          </p:nvGrpSpPr>
          <p:grpSpPr>
            <a:xfrm flipH="1">
              <a:off x="1664772" y="4493938"/>
              <a:ext cx="323925" cy="323650"/>
              <a:chOff x="1608625" y="299800"/>
              <a:chExt cx="323925" cy="323650"/>
            </a:xfrm>
          </p:grpSpPr>
          <p:sp>
            <p:nvSpPr>
              <p:cNvPr id="1149" name="Google Shape;1149;p33">
                <a:extLst>
                  <a:ext uri="{FF2B5EF4-FFF2-40B4-BE49-F238E27FC236}">
                    <a16:creationId xmlns:a16="http://schemas.microsoft.com/office/drawing/2014/main" id="{910C28B2-3E1F-FBEB-2DD9-7AC8A67897D0}"/>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a:extLst>
                  <a:ext uri="{FF2B5EF4-FFF2-40B4-BE49-F238E27FC236}">
                    <a16:creationId xmlns:a16="http://schemas.microsoft.com/office/drawing/2014/main" id="{7DE97E96-FE83-CF79-D94C-09BD87963F39}"/>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a:extLst>
                  <a:ext uri="{FF2B5EF4-FFF2-40B4-BE49-F238E27FC236}">
                    <a16:creationId xmlns:a16="http://schemas.microsoft.com/office/drawing/2014/main" id="{D54D37A8-F4EB-AAD9-27C4-C56676C22322}"/>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39658388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251"/>
        <p:cNvGrpSpPr/>
        <p:nvPr/>
      </p:nvGrpSpPr>
      <p:grpSpPr>
        <a:xfrm>
          <a:off x="0" y="0"/>
          <a:ext cx="0" cy="0"/>
          <a:chOff x="0" y="0"/>
          <a:chExt cx="0" cy="0"/>
        </a:xfrm>
      </p:grpSpPr>
      <p:sp>
        <p:nvSpPr>
          <p:cNvPr id="1252" name="Google Shape;1252;p36"/>
          <p:cNvSpPr txBox="1">
            <a:spLocks noGrp="1"/>
          </p:cNvSpPr>
          <p:nvPr>
            <p:ph type="title"/>
          </p:nvPr>
        </p:nvSpPr>
        <p:spPr>
          <a:xfrm>
            <a:off x="789416" y="227484"/>
            <a:ext cx="7578300" cy="4956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dirty="0"/>
              <a:t>PHÂN TÍCH LỰA CHỌN</a:t>
            </a:r>
            <a:endParaRPr dirty="0"/>
          </a:p>
        </p:txBody>
      </p:sp>
      <p:graphicFrame>
        <p:nvGraphicFramePr>
          <p:cNvPr id="1253" name="Google Shape;1253;p36"/>
          <p:cNvGraphicFramePr/>
          <p:nvPr>
            <p:extLst>
              <p:ext uri="{D42A27DB-BD31-4B8C-83A1-F6EECF244321}">
                <p14:modId xmlns:p14="http://schemas.microsoft.com/office/powerpoint/2010/main" val="3984107762"/>
              </p:ext>
            </p:extLst>
          </p:nvPr>
        </p:nvGraphicFramePr>
        <p:xfrm>
          <a:off x="782900" y="1202438"/>
          <a:ext cx="7578200" cy="2922215"/>
        </p:xfrm>
        <a:graphic>
          <a:graphicData uri="http://schemas.openxmlformats.org/drawingml/2006/table">
            <a:tbl>
              <a:tblPr>
                <a:noFill/>
                <a:tableStyleId>{7AEFDC93-782D-4E4C-A218-EDA5358B997B}</a:tableStyleId>
              </a:tblPr>
              <a:tblGrid>
                <a:gridCol w="2037140">
                  <a:extLst>
                    <a:ext uri="{9D8B030D-6E8A-4147-A177-3AD203B41FA5}">
                      <a16:colId xmlns:a16="http://schemas.microsoft.com/office/drawing/2014/main" val="20000"/>
                    </a:ext>
                  </a:extLst>
                </a:gridCol>
                <a:gridCol w="960505">
                  <a:extLst>
                    <a:ext uri="{9D8B030D-6E8A-4147-A177-3AD203B41FA5}">
                      <a16:colId xmlns:a16="http://schemas.microsoft.com/office/drawing/2014/main" val="20001"/>
                    </a:ext>
                  </a:extLst>
                </a:gridCol>
                <a:gridCol w="1367758">
                  <a:extLst>
                    <a:ext uri="{9D8B030D-6E8A-4147-A177-3AD203B41FA5}">
                      <a16:colId xmlns:a16="http://schemas.microsoft.com/office/drawing/2014/main" val="20002"/>
                    </a:ext>
                  </a:extLst>
                </a:gridCol>
                <a:gridCol w="1313969">
                  <a:extLst>
                    <a:ext uri="{9D8B030D-6E8A-4147-A177-3AD203B41FA5}">
                      <a16:colId xmlns:a16="http://schemas.microsoft.com/office/drawing/2014/main" val="20003"/>
                    </a:ext>
                  </a:extLst>
                </a:gridCol>
                <a:gridCol w="1898828">
                  <a:extLst>
                    <a:ext uri="{9D8B030D-6E8A-4147-A177-3AD203B41FA5}">
                      <a16:colId xmlns:a16="http://schemas.microsoft.com/office/drawing/2014/main" val="2709395016"/>
                    </a:ext>
                  </a:extLst>
                </a:gridCol>
              </a:tblGrid>
              <a:tr h="499175">
                <a:tc>
                  <a:txBody>
                    <a:bodyPr/>
                    <a:lstStyle/>
                    <a:p>
                      <a:pPr marL="0" lvl="0" indent="0" algn="ctr" rtl="0">
                        <a:spcBef>
                          <a:spcPts val="0"/>
                        </a:spcBef>
                        <a:spcAft>
                          <a:spcPts val="0"/>
                        </a:spcAft>
                        <a:buNone/>
                      </a:pPr>
                      <a:r>
                        <a:rPr lang="en-US" sz="1200" b="1" dirty="0" err="1">
                          <a:solidFill>
                            <a:schemeClr val="accent6">
                              <a:lumMod val="95000"/>
                            </a:schemeClr>
                          </a:solidFill>
                          <a:latin typeface="Montserrat"/>
                          <a:ea typeface="Montserrat"/>
                          <a:cs typeface="Montserrat"/>
                          <a:sym typeface="Montserrat"/>
                        </a:rPr>
                        <a:t>Giải</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pháp</a:t>
                      </a:r>
                      <a:endParaRPr lang="en-US" sz="1200" b="1" dirty="0">
                        <a:solidFill>
                          <a:schemeClr val="accent6">
                            <a:lumMod val="95000"/>
                          </a:schemeClr>
                        </a:solidFill>
                        <a:latin typeface="Montserrat"/>
                        <a:ea typeface="Montserrat"/>
                        <a:cs typeface="Montserrat"/>
                        <a:sym typeface="Montserrat"/>
                      </a:endParaRPr>
                    </a:p>
                  </a:txBody>
                  <a:tcPr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US" sz="1200" b="1" dirty="0" err="1">
                          <a:solidFill>
                            <a:schemeClr val="accent6">
                              <a:lumMod val="95000"/>
                            </a:schemeClr>
                          </a:solidFill>
                          <a:latin typeface="Montserrat"/>
                          <a:ea typeface="Montserrat"/>
                          <a:cs typeface="Montserrat"/>
                          <a:sym typeface="Montserrat"/>
                        </a:rPr>
                        <a:t>Tự</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động</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hóa</a:t>
                      </a:r>
                      <a:endParaRPr lang="en-US" sz="1200" b="1" dirty="0">
                        <a:solidFill>
                          <a:schemeClr val="accent6">
                            <a:lumMod val="95000"/>
                          </a:schemeClr>
                        </a:solidFill>
                        <a:latin typeface="Montserrat"/>
                        <a:ea typeface="Montserrat"/>
                        <a:cs typeface="Montserrat"/>
                        <a:sym typeface="Montserrat"/>
                      </a:endParaRPr>
                    </a:p>
                  </a:txBody>
                  <a:tcPr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lgn="ctr">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 sz="1200" b="1" dirty="0">
                          <a:solidFill>
                            <a:schemeClr val="accent6">
                              <a:lumMod val="95000"/>
                            </a:schemeClr>
                          </a:solidFill>
                          <a:latin typeface="Montserrat"/>
                          <a:ea typeface="Montserrat"/>
                          <a:cs typeface="Montserrat"/>
                          <a:sym typeface="Montserrat"/>
                        </a:rPr>
                        <a:t>Chống quá khớp</a:t>
                      </a:r>
                      <a:endParaRPr sz="1200" b="1" dirty="0">
                        <a:solidFill>
                          <a:schemeClr val="accent6">
                            <a:lumMod val="95000"/>
                          </a:schemeClr>
                        </a:solidFill>
                        <a:latin typeface="Montserrat"/>
                        <a:ea typeface="Montserrat"/>
                        <a:cs typeface="Montserrat"/>
                        <a:sym typeface="Montserrat"/>
                      </a:endParaRPr>
                    </a:p>
                  </a:txBody>
                  <a:tcPr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 sz="1200" b="1" dirty="0">
                          <a:solidFill>
                            <a:schemeClr val="accent6">
                              <a:lumMod val="95000"/>
                            </a:schemeClr>
                          </a:solidFill>
                          <a:latin typeface="Montserrat"/>
                          <a:ea typeface="Montserrat"/>
                          <a:cs typeface="Montserrat"/>
                          <a:sym typeface="Montserrat"/>
                        </a:rPr>
                        <a:t>Chống nhảy nét</a:t>
                      </a:r>
                      <a:endParaRPr sz="1200" b="1" dirty="0">
                        <a:solidFill>
                          <a:schemeClr val="accent6">
                            <a:lumMod val="95000"/>
                          </a:schemeClr>
                        </a:solidFill>
                        <a:latin typeface="Montserrat"/>
                        <a:ea typeface="Montserrat"/>
                        <a:cs typeface="Montserrat"/>
                        <a:sym typeface="Montserrat"/>
                      </a:endParaRPr>
                    </a:p>
                  </a:txBody>
                  <a:tcPr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solid"/>
                      <a:round/>
                      <a:headEnd type="none" w="sm" len="sm"/>
                      <a:tailEnd type="none" w="sm" len="sm"/>
                    </a:lnB>
                    <a:solidFill>
                      <a:schemeClr val="bg1"/>
                    </a:solidFill>
                  </a:tcPr>
                </a:tc>
                <a:tc>
                  <a:txBody>
                    <a:bodyPr/>
                    <a:lstStyle/>
                    <a:p>
                      <a:pPr marL="0" lvl="0" indent="0" algn="ctr" rtl="0">
                        <a:spcBef>
                          <a:spcPts val="0"/>
                        </a:spcBef>
                        <a:spcAft>
                          <a:spcPts val="0"/>
                        </a:spcAft>
                        <a:buNone/>
                      </a:pPr>
                      <a:r>
                        <a:rPr lang="en-US" sz="1200" b="1" dirty="0" err="1">
                          <a:solidFill>
                            <a:schemeClr val="accent6">
                              <a:lumMod val="95000"/>
                            </a:schemeClr>
                          </a:solidFill>
                          <a:latin typeface="Montserrat"/>
                          <a:ea typeface="Montserrat"/>
                          <a:cs typeface="Montserrat"/>
                          <a:sym typeface="Montserrat"/>
                        </a:rPr>
                        <a:t>Xuất</a:t>
                      </a:r>
                      <a:r>
                        <a:rPr lang="en-US" sz="1200" b="1" dirty="0">
                          <a:solidFill>
                            <a:schemeClr val="accent6">
                              <a:lumMod val="95000"/>
                            </a:schemeClr>
                          </a:solidFill>
                          <a:latin typeface="Montserrat"/>
                          <a:ea typeface="Montserrat"/>
                          <a:cs typeface="Montserrat"/>
                          <a:sym typeface="Montserrat"/>
                        </a:rPr>
                        <a:t> file .</a:t>
                      </a:r>
                      <a:r>
                        <a:rPr lang="en-US" sz="1200" b="1" dirty="0" err="1">
                          <a:solidFill>
                            <a:schemeClr val="accent6">
                              <a:lumMod val="95000"/>
                            </a:schemeClr>
                          </a:solidFill>
                          <a:latin typeface="Montserrat"/>
                          <a:ea typeface="Montserrat"/>
                          <a:cs typeface="Montserrat"/>
                          <a:sym typeface="Montserrat"/>
                        </a:rPr>
                        <a:t>dat</a:t>
                      </a:r>
                      <a:r>
                        <a:rPr lang="en-US" sz="1200" b="1" dirty="0">
                          <a:solidFill>
                            <a:schemeClr val="accent6">
                              <a:lumMod val="95000"/>
                            </a:schemeClr>
                          </a:solidFill>
                          <a:latin typeface="Montserrat"/>
                          <a:ea typeface="Montserrat"/>
                          <a:cs typeface="Montserrat"/>
                          <a:sym typeface="Montserrat"/>
                        </a:rPr>
                        <a:t> </a:t>
                      </a:r>
                      <a:r>
                        <a:rPr lang="en-US" sz="1200" b="1" dirty="0" err="1">
                          <a:solidFill>
                            <a:schemeClr val="accent6">
                              <a:lumMod val="95000"/>
                            </a:schemeClr>
                          </a:solidFill>
                          <a:latin typeface="Montserrat"/>
                          <a:ea typeface="Montserrat"/>
                          <a:cs typeface="Montserrat"/>
                          <a:sym typeface="Montserrat"/>
                        </a:rPr>
                        <a:t>chuẩn</a:t>
                      </a:r>
                      <a:endParaRPr sz="1200" b="1" dirty="0">
                        <a:solidFill>
                          <a:schemeClr val="accent6">
                            <a:lumMod val="95000"/>
                          </a:schemeClr>
                        </a:solidFill>
                        <a:latin typeface="Montserrat"/>
                        <a:ea typeface="Montserrat"/>
                        <a:cs typeface="Montserrat"/>
                        <a:sym typeface="Montserrat"/>
                      </a:endParaRPr>
                    </a:p>
                  </a:txBody>
                  <a:tcPr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lgn="ctr">
                      <a:solidFill>
                        <a:schemeClr val="lt1"/>
                      </a:solidFill>
                      <a:prstDash val="solid"/>
                      <a:round/>
                      <a:headEnd type="none" w="sm" len="sm"/>
                      <a:tailEnd type="none" w="sm" len="sm"/>
                    </a:lnB>
                    <a:solidFill>
                      <a:schemeClr val="bg1"/>
                    </a:solidFill>
                  </a:tcPr>
                </a:tc>
                <a:extLst>
                  <a:ext uri="{0D108BD9-81ED-4DB2-BD59-A6C34878D82A}">
                    <a16:rowId xmlns:a16="http://schemas.microsoft.com/office/drawing/2014/main" val="10000"/>
                  </a:ext>
                </a:extLst>
              </a:tr>
              <a:tr h="563850">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Phần mềm thương mại (Adobe)</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Không</a:t>
                      </a:r>
                      <a:r>
                        <a:rPr lang="en-US" sz="1200" dirty="0">
                          <a:solidFill>
                            <a:schemeClr val="lt1"/>
                          </a:solidFill>
                          <a:latin typeface="Montserrat"/>
                          <a:ea typeface="Montserrat"/>
                          <a:cs typeface="Montserrat"/>
                          <a:sym typeface="Montserrat"/>
                        </a:rPr>
                        <a:t> can </a:t>
                      </a:r>
                      <a:r>
                        <a:rPr lang="en-US" sz="1200" dirty="0" err="1">
                          <a:solidFill>
                            <a:schemeClr val="lt1"/>
                          </a:solidFill>
                          <a:latin typeface="Montserrat"/>
                          <a:ea typeface="Montserrat"/>
                          <a:cs typeface="Montserrat"/>
                          <a:sym typeface="Montserrat"/>
                        </a:rPr>
                        <a:t>thiệp</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được</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toán</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học</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563850">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Hàm nội suy Python (Scipy)</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 Dễ bám nhiễu</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Không</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hỗ</a:t>
                      </a:r>
                      <a:r>
                        <a:rPr lang="en-US" sz="1200" dirty="0">
                          <a:solidFill>
                            <a:schemeClr val="lt1"/>
                          </a:solidFill>
                          <a:latin typeface="Montserrat"/>
                          <a:ea typeface="Montserrat"/>
                          <a:cs typeface="Montserrat"/>
                          <a:sym typeface="Montserrat"/>
                        </a:rPr>
                        <a:t> </a:t>
                      </a:r>
                      <a:r>
                        <a:rPr lang="en-US" sz="1200" dirty="0" err="1">
                          <a:solidFill>
                            <a:schemeClr val="lt1"/>
                          </a:solidFill>
                          <a:latin typeface="Montserrat"/>
                          <a:ea typeface="Montserrat"/>
                          <a:cs typeface="Montserrat"/>
                          <a:sym typeface="Montserrat"/>
                        </a:rPr>
                        <a:t>trợ</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563850">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Nearest Neighbor Cơ bản</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Cảnh báo</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solidFill>
                            <a:schemeClr val="lt1"/>
                          </a:solidFill>
                          <a:latin typeface="Montserrat"/>
                          <a:ea typeface="Montserrat"/>
                          <a:cs typeface="Montserrat"/>
                          <a:sym typeface="Montserrat"/>
                        </a:rPr>
                        <a:t>✖ Kẹt vòng lặp ngã tư</a:t>
                      </a: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lgn="ctr">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56385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err="1">
                          <a:solidFill>
                            <a:schemeClr val="lt1"/>
                          </a:solidFill>
                          <a:latin typeface="Montserrat"/>
                          <a:ea typeface="Montserrat"/>
                          <a:cs typeface="Montserrat"/>
                          <a:sym typeface="Montserrat"/>
                        </a:rPr>
                        <a:t>Giải</a:t>
                      </a:r>
                      <a:r>
                        <a:rPr lang="en-US" sz="1200" b="1" dirty="0">
                          <a:solidFill>
                            <a:schemeClr val="lt1"/>
                          </a:solidFill>
                          <a:latin typeface="Montserrat"/>
                          <a:ea typeface="Montserrat"/>
                          <a:cs typeface="Montserrat"/>
                          <a:sym typeface="Montserrat"/>
                        </a:rPr>
                        <a:t> </a:t>
                      </a:r>
                      <a:r>
                        <a:rPr lang="en-US" sz="1200" b="1" dirty="0" err="1">
                          <a:solidFill>
                            <a:schemeClr val="lt1"/>
                          </a:solidFill>
                          <a:latin typeface="Montserrat"/>
                          <a:ea typeface="Montserrat"/>
                          <a:cs typeface="Montserrat"/>
                          <a:sym typeface="Montserrat"/>
                        </a:rPr>
                        <a:t>pháp</a:t>
                      </a:r>
                      <a:r>
                        <a:rPr lang="en-US" sz="1200" b="1" dirty="0">
                          <a:solidFill>
                            <a:schemeClr val="lt1"/>
                          </a:solidFill>
                          <a:latin typeface="Montserrat"/>
                          <a:ea typeface="Montserrat"/>
                          <a:cs typeface="Montserrat"/>
                          <a:sym typeface="Montserrat"/>
                        </a:rPr>
                        <a:t> </a:t>
                      </a:r>
                      <a:r>
                        <a:rPr lang="en-US" sz="1200" b="1" dirty="0" err="1">
                          <a:solidFill>
                            <a:schemeClr val="lt1"/>
                          </a:solidFill>
                          <a:latin typeface="Montserrat"/>
                          <a:ea typeface="Montserrat"/>
                          <a:cs typeface="Montserrat"/>
                          <a:sym typeface="Montserrat"/>
                        </a:rPr>
                        <a:t>đề</a:t>
                      </a:r>
                      <a:r>
                        <a:rPr lang="en-US" sz="1200" b="1" dirty="0">
                          <a:solidFill>
                            <a:schemeClr val="lt1"/>
                          </a:solidFill>
                          <a:latin typeface="Montserrat"/>
                          <a:ea typeface="Montserrat"/>
                          <a:cs typeface="Montserrat"/>
                          <a:sym typeface="Montserrat"/>
                        </a:rPr>
                        <a:t> </a:t>
                      </a:r>
                      <a:r>
                        <a:rPr lang="en-US" sz="1200" b="1" dirty="0" err="1">
                          <a:solidFill>
                            <a:schemeClr val="lt1"/>
                          </a:solidFill>
                          <a:latin typeface="Montserrat"/>
                          <a:ea typeface="Montserrat"/>
                          <a:cs typeface="Montserrat"/>
                          <a:sym typeface="Montserrat"/>
                        </a:rPr>
                        <a:t>xuất</a:t>
                      </a:r>
                      <a:r>
                        <a:rPr lang="en-US" sz="1200" b="1" dirty="0">
                          <a:solidFill>
                            <a:schemeClr val="lt1"/>
                          </a:solidFill>
                          <a:latin typeface="Montserrat"/>
                          <a:ea typeface="Montserrat"/>
                          <a:cs typeface="Montserrat"/>
                          <a:sym typeface="Montserrat"/>
                        </a:rPr>
                        <a:t> (From-Scratch)</a:t>
                      </a:r>
                      <a:endParaRPr lang="vi-VN" sz="1200" b="1" dirty="0">
                        <a:solidFill>
                          <a:schemeClr val="lt1"/>
                        </a:solidFill>
                        <a:latin typeface="Montserrat"/>
                        <a:ea typeface="Montserrat"/>
                        <a:cs typeface="Montserrat"/>
                        <a:sym typeface="Montserrat"/>
                      </a:endParaRPr>
                    </a:p>
                    <a:p>
                      <a:pPr marL="0" lvl="0" indent="0" algn="ctr" rtl="0">
                        <a:spcBef>
                          <a:spcPts val="0"/>
                        </a:spcBef>
                        <a:spcAft>
                          <a:spcPts val="0"/>
                        </a:spcAft>
                        <a:buNone/>
                      </a:pPr>
                      <a:endParaRPr sz="1200" dirty="0">
                        <a:solidFill>
                          <a:schemeClr val="lt1"/>
                        </a:solidFill>
                        <a:latin typeface="Montserrat"/>
                        <a:ea typeface="Montserrat"/>
                        <a:cs typeface="Montserrat"/>
                        <a:sym typeface="Montserrat"/>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US" sz="1200" dirty="0">
                          <a:solidFill>
                            <a:schemeClr val="lt1"/>
                          </a:solidFill>
                          <a:latin typeface="Montserrat"/>
                          <a:ea typeface="Montserrat"/>
                          <a:cs typeface="Montserrat"/>
                          <a:sym typeface="Montserrat"/>
                        </a:rPr>
                        <a:t>✔</a:t>
                      </a:r>
                      <a:endParaRPr sz="1200" dirty="0">
                        <a:solidFill>
                          <a:schemeClr val="lt1"/>
                        </a:solidFill>
                        <a:latin typeface="Montserrat"/>
                        <a:ea typeface="Montserrat"/>
                        <a:cs typeface="Montserrat"/>
                        <a:sym typeface="Montserrat"/>
                      </a:endParaRPr>
                    </a:p>
                  </a:txBody>
                  <a:tcPr marL="91425" marR="91425" marT="91425" marB="91425" anchor="ctr">
                    <a:lnL w="9525" cap="flat" cmpd="sng" algn="ctr">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lgn="ctr">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lgn="ctr">
                      <a:solidFill>
                        <a:schemeClr val="lt1"/>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solidFill>
                            <a:schemeClr val="lt1"/>
                          </a:solidFill>
                          <a:latin typeface="Montserrat"/>
                          <a:ea typeface="Montserrat"/>
                          <a:cs typeface="Montserrat"/>
                          <a:sym typeface="Montserrat"/>
                        </a:rPr>
                        <a:t>✔</a:t>
                      </a:r>
                    </a:p>
                  </a:txBody>
                  <a:tcPr marL="91425" marR="91425" marT="91425" marB="91425" anchor="ctr">
                    <a:lnL w="9525" cap="flat" cmpd="sng" algn="ctr">
                      <a:solidFill>
                        <a:schemeClr val="lt1"/>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lgn="ctr">
                      <a:solidFill>
                        <a:schemeClr val="lt1"/>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extLst>
                  <a:ext uri="{0D108BD9-81ED-4DB2-BD59-A6C34878D82A}">
                    <a16:rowId xmlns:a16="http://schemas.microsoft.com/office/drawing/2014/main" val="3315174757"/>
                  </a:ext>
                </a:extLst>
              </a:tr>
            </a:tbl>
          </a:graphicData>
        </a:graphic>
      </p:graphicFrame>
      <p:grpSp>
        <p:nvGrpSpPr>
          <p:cNvPr id="1254" name="Google Shape;1254;p36"/>
          <p:cNvGrpSpPr/>
          <p:nvPr/>
        </p:nvGrpSpPr>
        <p:grpSpPr>
          <a:xfrm>
            <a:off x="811050" y="635345"/>
            <a:ext cx="7521900" cy="192184"/>
            <a:chOff x="369197" y="1069304"/>
            <a:chExt cx="7521900" cy="192184"/>
          </a:xfrm>
        </p:grpSpPr>
        <p:grpSp>
          <p:nvGrpSpPr>
            <p:cNvPr id="1255" name="Google Shape;1255;p36"/>
            <p:cNvGrpSpPr/>
            <p:nvPr/>
          </p:nvGrpSpPr>
          <p:grpSpPr>
            <a:xfrm>
              <a:off x="369197" y="1069304"/>
              <a:ext cx="7464900" cy="192184"/>
              <a:chOff x="1801697" y="1069304"/>
              <a:chExt cx="7464900" cy="192184"/>
            </a:xfrm>
          </p:grpSpPr>
          <p:sp>
            <p:nvSpPr>
              <p:cNvPr id="1256" name="Google Shape;1256;p36"/>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57" name="Google Shape;1257;p36"/>
              <p:cNvCxnSpPr>
                <a:stCxn id="1258" idx="6"/>
                <a:endCxn id="1259" idx="2"/>
              </p:cNvCxnSpPr>
              <p:nvPr/>
            </p:nvCxnSpPr>
            <p:spPr>
              <a:xfrm rot="10800000">
                <a:off x="1858697" y="1164492"/>
                <a:ext cx="7407900" cy="900"/>
              </a:xfrm>
              <a:prstGeom prst="straightConnector1">
                <a:avLst/>
              </a:prstGeom>
              <a:noFill/>
              <a:ln w="9525" cap="flat" cmpd="sng">
                <a:solidFill>
                  <a:schemeClr val="lt1"/>
                </a:solidFill>
                <a:prstDash val="solid"/>
                <a:round/>
                <a:headEnd type="none" w="med" len="med"/>
                <a:tailEnd type="none" w="med" len="med"/>
              </a:ln>
            </p:spPr>
          </p:cxnSp>
          <p:sp>
            <p:nvSpPr>
              <p:cNvPr id="1259" name="Google Shape;1259;p36"/>
              <p:cNvSpPr/>
              <p:nvPr/>
            </p:nvSpPr>
            <p:spPr>
              <a:xfrm flipH="1">
                <a:off x="18016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8" name="Google Shape;1258;p36"/>
            <p:cNvSpPr/>
            <p:nvPr/>
          </p:nvSpPr>
          <p:spPr>
            <a:xfrm flipH="1">
              <a:off x="78340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2869B929-C354-C8AA-BB53-775E598FAEB4}"/>
              </a:ext>
            </a:extLst>
          </p:cNvPr>
          <p:cNvSpPr txBox="1">
            <a:spLocks/>
          </p:cNvSpPr>
          <p:nvPr/>
        </p:nvSpPr>
        <p:spPr>
          <a:xfrm>
            <a:off x="261133" y="146027"/>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3" name="Google Shape;1497;p43">
            <a:extLst>
              <a:ext uri="{FF2B5EF4-FFF2-40B4-BE49-F238E27FC236}">
                <a16:creationId xmlns:a16="http://schemas.microsoft.com/office/drawing/2014/main" id="{F806ECFC-6B24-7C49-2F7F-FE8B332BAC5B}"/>
              </a:ext>
            </a:extLst>
          </p:cNvPr>
          <p:cNvSpPr txBox="1">
            <a:spLocks/>
          </p:cNvSpPr>
          <p:nvPr/>
        </p:nvSpPr>
        <p:spPr>
          <a:xfrm>
            <a:off x="1617716" y="72890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err="1">
                <a:solidFill>
                  <a:schemeClr val="bg1"/>
                </a:solidFill>
              </a:rPr>
              <a:t>Đánh</a:t>
            </a:r>
            <a:r>
              <a:rPr lang="fr-FR" dirty="0">
                <a:solidFill>
                  <a:schemeClr val="bg1"/>
                </a:solidFill>
              </a:rPr>
              <a:t> </a:t>
            </a:r>
            <a:r>
              <a:rPr lang="fr-FR" dirty="0" err="1">
                <a:solidFill>
                  <a:schemeClr val="bg1"/>
                </a:solidFill>
              </a:rPr>
              <a:t>giá</a:t>
            </a:r>
            <a:r>
              <a:rPr lang="fr-FR" dirty="0">
                <a:solidFill>
                  <a:schemeClr val="bg1"/>
                </a:solidFill>
              </a:rPr>
              <a:t> </a:t>
            </a:r>
            <a:r>
              <a:rPr lang="fr-FR" dirty="0" err="1">
                <a:solidFill>
                  <a:schemeClr val="bg1"/>
                </a:solidFill>
              </a:rPr>
              <a:t>các</a:t>
            </a:r>
            <a:r>
              <a:rPr lang="fr-FR" dirty="0">
                <a:solidFill>
                  <a:schemeClr val="bg1"/>
                </a:solidFill>
              </a:rPr>
              <a:t> </a:t>
            </a:r>
            <a:r>
              <a:rPr lang="fr-FR" dirty="0" err="1">
                <a:solidFill>
                  <a:schemeClr val="bg1"/>
                </a:solidFill>
              </a:rPr>
              <a:t>giải</a:t>
            </a:r>
            <a:r>
              <a:rPr lang="fr-FR" dirty="0">
                <a:solidFill>
                  <a:schemeClr val="bg1"/>
                </a:solidFill>
              </a:rPr>
              <a:t> </a:t>
            </a:r>
            <a:r>
              <a:rPr lang="fr-FR" dirty="0" err="1">
                <a:solidFill>
                  <a:schemeClr val="bg1"/>
                </a:solidFill>
              </a:rPr>
              <a:t>pháp</a:t>
            </a:r>
            <a:endParaRPr lang="fr-FR" dirty="0">
              <a:solidFill>
                <a:schemeClr val="bg1"/>
              </a:solidFill>
            </a:endParaRPr>
          </a:p>
        </p:txBody>
      </p:sp>
      <p:sp>
        <p:nvSpPr>
          <p:cNvPr id="4" name="Rectangle: Rounded Corners 3">
            <a:extLst>
              <a:ext uri="{FF2B5EF4-FFF2-40B4-BE49-F238E27FC236}">
                <a16:creationId xmlns:a16="http://schemas.microsoft.com/office/drawing/2014/main" id="{BFAF35CE-CF0F-4299-7A60-33FD07CEA2E5}"/>
              </a:ext>
            </a:extLst>
          </p:cNvPr>
          <p:cNvSpPr/>
          <p:nvPr/>
        </p:nvSpPr>
        <p:spPr>
          <a:xfrm>
            <a:off x="1161896" y="4310565"/>
            <a:ext cx="6785869"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Google Shape;1497;p43">
            <a:extLst>
              <a:ext uri="{FF2B5EF4-FFF2-40B4-BE49-F238E27FC236}">
                <a16:creationId xmlns:a16="http://schemas.microsoft.com/office/drawing/2014/main" id="{5EC022F1-C87F-FB6C-E6F3-262CE55CB92D}"/>
              </a:ext>
            </a:extLst>
          </p:cNvPr>
          <p:cNvSpPr txBox="1">
            <a:spLocks/>
          </p:cNvSpPr>
          <p:nvPr/>
        </p:nvSpPr>
        <p:spPr>
          <a:xfrm>
            <a:off x="1209367" y="4310564"/>
            <a:ext cx="6738398"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b="1" dirty="0">
                <a:solidFill>
                  <a:schemeClr val="accent6"/>
                </a:solidFill>
              </a:rPr>
              <a:t>Lựa chọn: </a:t>
            </a:r>
            <a:r>
              <a:rPr lang="vi-VN" dirty="0">
                <a:solidFill>
                  <a:schemeClr val="accent6"/>
                </a:solidFill>
              </a:rPr>
              <a:t>Tự xây dựng thuật toán DFS nhận thức hướng kết hợp xấp xỉ bình phương tối thiểu (LST) làm mịn từ gốc.</a:t>
            </a:r>
            <a:endParaRPr lang="fr-FR" dirty="0">
              <a:solidFill>
                <a:schemeClr val="accent6"/>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342"/>
        <p:cNvGrpSpPr/>
        <p:nvPr/>
      </p:nvGrpSpPr>
      <p:grpSpPr>
        <a:xfrm>
          <a:off x="0" y="0"/>
          <a:ext cx="0" cy="0"/>
          <a:chOff x="0" y="0"/>
          <a:chExt cx="0" cy="0"/>
        </a:xfrm>
      </p:grpSpPr>
      <p:pic>
        <p:nvPicPr>
          <p:cNvPr id="1326" name="Picture 1325">
            <a:extLst>
              <a:ext uri="{FF2B5EF4-FFF2-40B4-BE49-F238E27FC236}">
                <a16:creationId xmlns:a16="http://schemas.microsoft.com/office/drawing/2014/main" id="{CF94D1CA-2459-986E-B237-C28233ACF1A0}"/>
              </a:ext>
            </a:extLst>
          </p:cNvPr>
          <p:cNvPicPr>
            <a:picLocks noChangeAspect="1"/>
          </p:cNvPicPr>
          <p:nvPr/>
        </p:nvPicPr>
        <p:blipFill>
          <a:blip r:embed="rId3"/>
          <a:stretch>
            <a:fillRect/>
          </a:stretch>
        </p:blipFill>
        <p:spPr>
          <a:xfrm>
            <a:off x="69157" y="-507146"/>
            <a:ext cx="9144000" cy="5143500"/>
          </a:xfrm>
          <a:prstGeom prst="rect">
            <a:avLst/>
          </a:prstGeom>
        </p:spPr>
      </p:pic>
      <p:sp>
        <p:nvSpPr>
          <p:cNvPr id="1343" name="Google Shape;1343;p39"/>
          <p:cNvSpPr txBox="1">
            <a:spLocks noGrp="1"/>
          </p:cNvSpPr>
          <p:nvPr>
            <p:ph type="title"/>
          </p:nvPr>
        </p:nvSpPr>
        <p:spPr>
          <a:xfrm>
            <a:off x="1197788" y="172628"/>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p:cNvGrpSpPr/>
          <p:nvPr/>
        </p:nvGrpSpPr>
        <p:grpSpPr>
          <a:xfrm>
            <a:off x="1518942" y="650215"/>
            <a:ext cx="5921700" cy="192184"/>
            <a:chOff x="902597" y="1069304"/>
            <a:chExt cx="5921700" cy="192184"/>
          </a:xfrm>
        </p:grpSpPr>
        <p:grpSp>
          <p:nvGrpSpPr>
            <p:cNvPr id="1345" name="Google Shape;1345;p39"/>
            <p:cNvGrpSpPr/>
            <p:nvPr/>
          </p:nvGrpSpPr>
          <p:grpSpPr>
            <a:xfrm>
              <a:off x="902597" y="1069304"/>
              <a:ext cx="5864700" cy="192184"/>
              <a:chOff x="2335097" y="1069304"/>
              <a:chExt cx="5864700" cy="192184"/>
            </a:xfrm>
          </p:grpSpPr>
          <p:sp>
            <p:nvSpPr>
              <p:cNvPr id="1346" name="Google Shape;1346;p39"/>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71C4EEE5-22FB-4A2E-AFAA-067DBA70E5C9}"/>
              </a:ext>
            </a:extLst>
          </p:cNvPr>
          <p:cNvSpPr txBox="1">
            <a:spLocks/>
          </p:cNvSpPr>
          <p:nvPr/>
        </p:nvSpPr>
        <p:spPr>
          <a:xfrm>
            <a:off x="911312" y="165859"/>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8" name="Rectangle: Rounded Corners 7">
            <a:extLst>
              <a:ext uri="{FF2B5EF4-FFF2-40B4-BE49-F238E27FC236}">
                <a16:creationId xmlns:a16="http://schemas.microsoft.com/office/drawing/2014/main" id="{BD9E7B9C-F58A-7FC2-F448-35D41A57F165}"/>
              </a:ext>
            </a:extLst>
          </p:cNvPr>
          <p:cNvSpPr/>
          <p:nvPr/>
        </p:nvSpPr>
        <p:spPr>
          <a:xfrm>
            <a:off x="535958" y="3345638"/>
            <a:ext cx="4844028" cy="1637290"/>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Google Shape;1040;p31">
            <a:extLst>
              <a:ext uri="{FF2B5EF4-FFF2-40B4-BE49-F238E27FC236}">
                <a16:creationId xmlns:a16="http://schemas.microsoft.com/office/drawing/2014/main" id="{E99B9757-0531-A413-9325-E23B3FE8C640}"/>
              </a:ext>
            </a:extLst>
          </p:cNvPr>
          <p:cNvSpPr txBox="1">
            <a:spLocks/>
          </p:cNvSpPr>
          <p:nvPr/>
        </p:nvSpPr>
        <p:spPr>
          <a:xfrm>
            <a:off x="535958" y="3424935"/>
            <a:ext cx="5300646" cy="290899"/>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bg1"/>
              </a:buClr>
            </a:pPr>
            <a:r>
              <a:rPr lang="en-US" sz="1800" b="1" dirty="0" err="1">
                <a:solidFill>
                  <a:schemeClr val="bg1"/>
                </a:solidFill>
                <a:latin typeface="Montserrat" panose="00000500000000000000" pitchFamily="2" charset="0"/>
              </a:rPr>
              <a:t>Giải</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pháp</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duyệt</a:t>
            </a:r>
            <a:r>
              <a:rPr lang="en-US" sz="1800" b="1" dirty="0">
                <a:solidFill>
                  <a:schemeClr val="bg1"/>
                </a:solidFill>
                <a:latin typeface="Montserrat" panose="00000500000000000000" pitchFamily="2" charset="0"/>
              </a:rPr>
              <a:t> DFS </a:t>
            </a:r>
            <a:r>
              <a:rPr lang="en-US" sz="1800" b="1" dirty="0" err="1">
                <a:solidFill>
                  <a:schemeClr val="bg1"/>
                </a:solidFill>
                <a:latin typeface="Montserrat" panose="00000500000000000000" pitchFamily="2" charset="0"/>
              </a:rPr>
              <a:t>nhận</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thức</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hướng</a:t>
            </a:r>
            <a:endParaRPr lang="vi-VN" sz="1800" dirty="0">
              <a:solidFill>
                <a:schemeClr val="bg1"/>
              </a:solidFill>
              <a:latin typeface="Montserrat" panose="00000500000000000000" pitchFamily="2" charset="0"/>
            </a:endParaRPr>
          </a:p>
        </p:txBody>
      </p:sp>
      <p:sp>
        <p:nvSpPr>
          <p:cNvPr id="12" name="Arrow: Right 11">
            <a:extLst>
              <a:ext uri="{FF2B5EF4-FFF2-40B4-BE49-F238E27FC236}">
                <a16:creationId xmlns:a16="http://schemas.microsoft.com/office/drawing/2014/main" id="{C4147AD3-FEB9-73E0-34C6-11729915D869}"/>
              </a:ext>
            </a:extLst>
          </p:cNvPr>
          <p:cNvSpPr/>
          <p:nvPr/>
        </p:nvSpPr>
        <p:spPr>
          <a:xfrm>
            <a:off x="2050793" y="1736472"/>
            <a:ext cx="662045" cy="587678"/>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1" name="Google Shape;1497;p43">
            <a:extLst>
              <a:ext uri="{FF2B5EF4-FFF2-40B4-BE49-F238E27FC236}">
                <a16:creationId xmlns:a16="http://schemas.microsoft.com/office/drawing/2014/main" id="{F2EFED68-B063-EF8D-2723-F9014BAD0F7C}"/>
              </a:ext>
            </a:extLst>
          </p:cNvPr>
          <p:cNvSpPr txBox="1">
            <a:spLocks/>
          </p:cNvSpPr>
          <p:nvPr/>
        </p:nvSpPr>
        <p:spPr>
          <a:xfrm>
            <a:off x="1547442" y="75919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1: </a:t>
            </a:r>
            <a:r>
              <a:rPr lang="fr-FR" dirty="0" err="1">
                <a:solidFill>
                  <a:schemeClr val="bg1"/>
                </a:solidFill>
              </a:rPr>
              <a:t>Xử</a:t>
            </a:r>
            <a:r>
              <a:rPr lang="fr-FR" dirty="0">
                <a:solidFill>
                  <a:schemeClr val="bg1"/>
                </a:solidFill>
              </a:rPr>
              <a:t> </a:t>
            </a:r>
            <a:r>
              <a:rPr lang="fr-FR" dirty="0" err="1">
                <a:solidFill>
                  <a:schemeClr val="bg1"/>
                </a:solidFill>
              </a:rPr>
              <a:t>lý</a:t>
            </a:r>
            <a:r>
              <a:rPr lang="fr-FR" dirty="0">
                <a:solidFill>
                  <a:schemeClr val="bg1"/>
                </a:solidFill>
              </a:rPr>
              <a:t> </a:t>
            </a:r>
            <a:r>
              <a:rPr lang="fr-FR" dirty="0" err="1">
                <a:solidFill>
                  <a:schemeClr val="bg1"/>
                </a:solidFill>
              </a:rPr>
              <a:t>hình</a:t>
            </a:r>
            <a:r>
              <a:rPr lang="fr-FR" dirty="0">
                <a:solidFill>
                  <a:schemeClr val="bg1"/>
                </a:solidFill>
              </a:rPr>
              <a:t> </a:t>
            </a:r>
            <a:r>
              <a:rPr lang="fr-FR" dirty="0" err="1">
                <a:solidFill>
                  <a:schemeClr val="bg1"/>
                </a:solidFill>
              </a:rPr>
              <a:t>thái</a:t>
            </a:r>
            <a:r>
              <a:rPr lang="fr-FR" dirty="0">
                <a:solidFill>
                  <a:schemeClr val="bg1"/>
                </a:solidFill>
              </a:rPr>
              <a:t> &amp; </a:t>
            </a:r>
            <a:r>
              <a:rPr lang="fr-FR" dirty="0" err="1">
                <a:solidFill>
                  <a:schemeClr val="bg1"/>
                </a:solidFill>
              </a:rPr>
              <a:t>Trích</a:t>
            </a:r>
            <a:r>
              <a:rPr lang="fr-FR" dirty="0">
                <a:solidFill>
                  <a:schemeClr val="bg1"/>
                </a:solidFill>
              </a:rPr>
              <a:t> </a:t>
            </a:r>
            <a:r>
              <a:rPr lang="fr-FR" dirty="0" err="1">
                <a:solidFill>
                  <a:schemeClr val="bg1"/>
                </a:solidFill>
              </a:rPr>
              <a:t>xuất</a:t>
            </a:r>
            <a:r>
              <a:rPr lang="fr-FR" dirty="0">
                <a:solidFill>
                  <a:schemeClr val="bg1"/>
                </a:solidFill>
              </a:rPr>
              <a:t> </a:t>
            </a:r>
            <a:r>
              <a:rPr lang="fr-FR" dirty="0" err="1">
                <a:solidFill>
                  <a:schemeClr val="bg1"/>
                </a:solidFill>
              </a:rPr>
              <a:t>quỹ</a:t>
            </a:r>
            <a:r>
              <a:rPr lang="fr-FR" dirty="0">
                <a:solidFill>
                  <a:schemeClr val="bg1"/>
                </a:solidFill>
              </a:rPr>
              <a:t> </a:t>
            </a:r>
            <a:r>
              <a:rPr lang="fr-FR" dirty="0" err="1">
                <a:solidFill>
                  <a:schemeClr val="bg1"/>
                </a:solidFill>
              </a:rPr>
              <a:t>đạo</a:t>
            </a:r>
            <a:endParaRPr lang="fr-FR" dirty="0">
              <a:solidFill>
                <a:schemeClr val="bg1"/>
              </a:solidFill>
            </a:endParaRPr>
          </a:p>
        </p:txBody>
      </p:sp>
      <p:sp>
        <p:nvSpPr>
          <p:cNvPr id="1324" name="Google Shape;1040;p31">
            <a:extLst>
              <a:ext uri="{FF2B5EF4-FFF2-40B4-BE49-F238E27FC236}">
                <a16:creationId xmlns:a16="http://schemas.microsoft.com/office/drawing/2014/main" id="{20BB7BB0-7760-0566-0CFB-DD1096E1C924}"/>
              </a:ext>
            </a:extLst>
          </p:cNvPr>
          <p:cNvSpPr txBox="1">
            <a:spLocks/>
          </p:cNvSpPr>
          <p:nvPr/>
        </p:nvSpPr>
        <p:spPr>
          <a:xfrm>
            <a:off x="212061" y="2781583"/>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Ảnh</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gốc</a:t>
            </a:r>
            <a:r>
              <a:rPr lang="en-US" dirty="0">
                <a:solidFill>
                  <a:schemeClr val="bg1"/>
                </a:solidFill>
                <a:latin typeface="Montserrat" panose="00000500000000000000" pitchFamily="2" charset="0"/>
              </a:rPr>
              <a:t> (Raw)</a:t>
            </a:r>
            <a:endParaRPr lang="vi-VN" dirty="0">
              <a:solidFill>
                <a:schemeClr val="bg1"/>
              </a:solidFill>
              <a:latin typeface="Montserrat" panose="00000500000000000000" pitchFamily="2" charset="0"/>
            </a:endParaRPr>
          </a:p>
        </p:txBody>
      </p:sp>
      <p:sp>
        <p:nvSpPr>
          <p:cNvPr id="1327" name="Google Shape;1040;p31">
            <a:extLst>
              <a:ext uri="{FF2B5EF4-FFF2-40B4-BE49-F238E27FC236}">
                <a16:creationId xmlns:a16="http://schemas.microsoft.com/office/drawing/2014/main" id="{1F71D802-5A19-A3E7-4406-C25A633FB622}"/>
              </a:ext>
            </a:extLst>
          </p:cNvPr>
          <p:cNvSpPr txBox="1">
            <a:spLocks/>
          </p:cNvSpPr>
          <p:nvPr/>
        </p:nvSpPr>
        <p:spPr>
          <a:xfrm>
            <a:off x="2508339" y="2781583"/>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Mờ</a:t>
            </a:r>
            <a:r>
              <a:rPr lang="en-US" dirty="0">
                <a:solidFill>
                  <a:schemeClr val="bg1"/>
                </a:solidFill>
                <a:latin typeface="Montserrat" panose="00000500000000000000" pitchFamily="2" charset="0"/>
              </a:rPr>
              <a:t> Gaussian</a:t>
            </a:r>
            <a:endParaRPr lang="vi-VN" dirty="0">
              <a:solidFill>
                <a:schemeClr val="bg1"/>
              </a:solidFill>
              <a:latin typeface="Montserrat" panose="00000500000000000000" pitchFamily="2" charset="0"/>
            </a:endParaRPr>
          </a:p>
        </p:txBody>
      </p:sp>
      <p:sp>
        <p:nvSpPr>
          <p:cNvPr id="1328" name="Google Shape;1040;p31">
            <a:extLst>
              <a:ext uri="{FF2B5EF4-FFF2-40B4-BE49-F238E27FC236}">
                <a16:creationId xmlns:a16="http://schemas.microsoft.com/office/drawing/2014/main" id="{C762CF67-FD9E-503F-96AE-50F3248E537B}"/>
              </a:ext>
            </a:extLst>
          </p:cNvPr>
          <p:cNvSpPr txBox="1">
            <a:spLocks/>
          </p:cNvSpPr>
          <p:nvPr/>
        </p:nvSpPr>
        <p:spPr>
          <a:xfrm>
            <a:off x="4804617" y="2781582"/>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a:solidFill>
                  <a:schemeClr val="bg1"/>
                </a:solidFill>
                <a:latin typeface="Montserrat" panose="00000500000000000000" pitchFamily="2" charset="0"/>
              </a:rPr>
              <a:t>Otsu</a:t>
            </a:r>
            <a:endParaRPr lang="vi-VN" dirty="0">
              <a:solidFill>
                <a:schemeClr val="bg1"/>
              </a:solidFill>
              <a:latin typeface="Montserrat" panose="00000500000000000000" pitchFamily="2" charset="0"/>
            </a:endParaRPr>
          </a:p>
        </p:txBody>
      </p:sp>
      <p:sp>
        <p:nvSpPr>
          <p:cNvPr id="1329" name="Google Shape;1040;p31">
            <a:extLst>
              <a:ext uri="{FF2B5EF4-FFF2-40B4-BE49-F238E27FC236}">
                <a16:creationId xmlns:a16="http://schemas.microsoft.com/office/drawing/2014/main" id="{9C40C965-C9BD-5C18-2931-8ECA4AE1F53D}"/>
              </a:ext>
            </a:extLst>
          </p:cNvPr>
          <p:cNvSpPr txBox="1">
            <a:spLocks/>
          </p:cNvSpPr>
          <p:nvPr/>
        </p:nvSpPr>
        <p:spPr>
          <a:xfrm>
            <a:off x="7008887" y="2781582"/>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a:solidFill>
                  <a:schemeClr val="bg1"/>
                </a:solidFill>
                <a:latin typeface="Montserrat" panose="00000500000000000000" pitchFamily="2" charset="0"/>
              </a:rPr>
              <a:t>Zhang-Suen</a:t>
            </a:r>
            <a:endParaRPr lang="vi-VN" dirty="0">
              <a:solidFill>
                <a:schemeClr val="bg1"/>
              </a:solidFill>
              <a:latin typeface="Montserrat" panose="00000500000000000000" pitchFamily="2" charset="0"/>
            </a:endParaRPr>
          </a:p>
        </p:txBody>
      </p:sp>
      <p:sp>
        <p:nvSpPr>
          <p:cNvPr id="1330" name="Arrow: Right 1329">
            <a:extLst>
              <a:ext uri="{FF2B5EF4-FFF2-40B4-BE49-F238E27FC236}">
                <a16:creationId xmlns:a16="http://schemas.microsoft.com/office/drawing/2014/main" id="{47421C1F-A85A-8A67-35C0-299C159B44E2}"/>
              </a:ext>
            </a:extLst>
          </p:cNvPr>
          <p:cNvSpPr/>
          <p:nvPr/>
        </p:nvSpPr>
        <p:spPr>
          <a:xfrm>
            <a:off x="4324893" y="1736472"/>
            <a:ext cx="662045" cy="587678"/>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 name="Arrow: Right 1330">
            <a:extLst>
              <a:ext uri="{FF2B5EF4-FFF2-40B4-BE49-F238E27FC236}">
                <a16:creationId xmlns:a16="http://schemas.microsoft.com/office/drawing/2014/main" id="{4E7535C5-5ABC-74D4-1A3A-720B084CD073}"/>
              </a:ext>
            </a:extLst>
          </p:cNvPr>
          <p:cNvSpPr/>
          <p:nvPr/>
        </p:nvSpPr>
        <p:spPr>
          <a:xfrm>
            <a:off x="6536273" y="1744609"/>
            <a:ext cx="662045" cy="587678"/>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3" name="Picture 1332">
            <a:extLst>
              <a:ext uri="{FF2B5EF4-FFF2-40B4-BE49-F238E27FC236}">
                <a16:creationId xmlns:a16="http://schemas.microsoft.com/office/drawing/2014/main" id="{8A616154-3697-E8A1-412F-1AD3A20CBF92}"/>
              </a:ext>
            </a:extLst>
          </p:cNvPr>
          <p:cNvPicPr>
            <a:picLocks noChangeAspect="1"/>
          </p:cNvPicPr>
          <p:nvPr/>
        </p:nvPicPr>
        <p:blipFill>
          <a:blip r:embed="rId4"/>
          <a:stretch>
            <a:fillRect/>
          </a:stretch>
        </p:blipFill>
        <p:spPr>
          <a:xfrm>
            <a:off x="-132458" y="3189158"/>
            <a:ext cx="4048122" cy="2277068"/>
          </a:xfrm>
          <a:prstGeom prst="rect">
            <a:avLst/>
          </a:prstGeom>
        </p:spPr>
      </p:pic>
      <p:sp>
        <p:nvSpPr>
          <p:cNvPr id="1334" name="Google Shape;1040;p31">
            <a:extLst>
              <a:ext uri="{FF2B5EF4-FFF2-40B4-BE49-F238E27FC236}">
                <a16:creationId xmlns:a16="http://schemas.microsoft.com/office/drawing/2014/main" id="{CEA8F498-47F2-3DF5-DDFD-7E668ECC3BAD}"/>
              </a:ext>
            </a:extLst>
          </p:cNvPr>
          <p:cNvSpPr txBox="1">
            <a:spLocks/>
          </p:cNvSpPr>
          <p:nvPr/>
        </p:nvSpPr>
        <p:spPr>
          <a:xfrm>
            <a:off x="3015485" y="4120731"/>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sz="1600" dirty="0" err="1">
                <a:solidFill>
                  <a:schemeClr val="bg1"/>
                </a:solidFill>
                <a:latin typeface="Montserrat" panose="00000500000000000000" pitchFamily="2" charset="0"/>
              </a:rPr>
              <a:t>Tích</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vô</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hướng</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ưu</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tiên</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quán</a:t>
            </a:r>
            <a:r>
              <a:rPr lang="en-US" sz="1600" dirty="0">
                <a:solidFill>
                  <a:schemeClr val="bg1"/>
                </a:solidFill>
                <a:latin typeface="Montserrat" panose="00000500000000000000" pitchFamily="2" charset="0"/>
              </a:rPr>
              <a:t> </a:t>
            </a:r>
            <a:r>
              <a:rPr lang="en-US" sz="1600" dirty="0" err="1">
                <a:solidFill>
                  <a:schemeClr val="bg1"/>
                </a:solidFill>
                <a:latin typeface="Montserrat" panose="00000500000000000000" pitchFamily="2" charset="0"/>
              </a:rPr>
              <a:t>tính</a:t>
            </a:r>
            <a:endParaRPr lang="vi-VN" sz="1600" dirty="0">
              <a:solidFill>
                <a:schemeClr val="bg1"/>
              </a:solidFill>
              <a:latin typeface="Montserrat" panose="00000500000000000000" pitchFamily="2" charset="0"/>
            </a:endParaRPr>
          </a:p>
        </p:txBody>
      </p:sp>
      <p:sp>
        <p:nvSpPr>
          <p:cNvPr id="1335" name="Rectangle: Rounded Corners 1334">
            <a:extLst>
              <a:ext uri="{FF2B5EF4-FFF2-40B4-BE49-F238E27FC236}">
                <a16:creationId xmlns:a16="http://schemas.microsoft.com/office/drawing/2014/main" id="{4667AA25-A280-1054-A403-478AB62D7445}"/>
              </a:ext>
            </a:extLst>
          </p:cNvPr>
          <p:cNvSpPr/>
          <p:nvPr/>
        </p:nvSpPr>
        <p:spPr>
          <a:xfrm>
            <a:off x="5646453" y="3345889"/>
            <a:ext cx="3051873" cy="1637290"/>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7" name="Google Shape;1040;p31">
            <a:extLst>
              <a:ext uri="{FF2B5EF4-FFF2-40B4-BE49-F238E27FC236}">
                <a16:creationId xmlns:a16="http://schemas.microsoft.com/office/drawing/2014/main" id="{2FB223B6-6B19-9A57-626D-FF7FD34FFF33}"/>
              </a:ext>
            </a:extLst>
          </p:cNvPr>
          <p:cNvSpPr txBox="1">
            <a:spLocks/>
          </p:cNvSpPr>
          <p:nvPr/>
        </p:nvSpPr>
        <p:spPr>
          <a:xfrm>
            <a:off x="5646453" y="3302086"/>
            <a:ext cx="3051873" cy="1637290"/>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bg1"/>
              </a:buClr>
            </a:pPr>
            <a:r>
              <a:rPr lang="en-US" sz="1800" b="1" dirty="0" err="1">
                <a:solidFill>
                  <a:schemeClr val="bg1"/>
                </a:solidFill>
                <a:latin typeface="Montserrat" panose="00000500000000000000" pitchFamily="2" charset="0"/>
              </a:rPr>
              <a:t>Khắc</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phục</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triệt</a:t>
            </a:r>
            <a:r>
              <a:rPr lang="en-US" sz="1800" b="1" dirty="0">
                <a:solidFill>
                  <a:schemeClr val="bg1"/>
                </a:solidFill>
                <a:latin typeface="Montserrat" panose="00000500000000000000" pitchFamily="2" charset="0"/>
              </a:rPr>
              <a:t> </a:t>
            </a:r>
            <a:r>
              <a:rPr lang="en-US" sz="1800" b="1" dirty="0" err="1">
                <a:solidFill>
                  <a:schemeClr val="bg1"/>
                </a:solidFill>
                <a:latin typeface="Montserrat" panose="00000500000000000000" pitchFamily="2" charset="0"/>
              </a:rPr>
              <a:t>để</a:t>
            </a:r>
            <a:r>
              <a:rPr lang="en-US" sz="1800" b="1" dirty="0">
                <a:solidFill>
                  <a:schemeClr val="bg1"/>
                </a:solidFill>
                <a:latin typeface="Montserrat" panose="00000500000000000000" pitchFamily="2" charset="0"/>
              </a:rPr>
              <a:t> </a:t>
            </a:r>
          </a:p>
          <a:p>
            <a:pPr>
              <a:buClr>
                <a:schemeClr val="bg1"/>
              </a:buClr>
            </a:pPr>
            <a:r>
              <a:rPr lang="en-US" sz="1800" dirty="0" err="1">
                <a:solidFill>
                  <a:schemeClr val="bg1"/>
                </a:solidFill>
                <a:latin typeface="Montserrat" panose="00000500000000000000" pitchFamily="2" charset="0"/>
              </a:rPr>
              <a:t>lỗi</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nhảy</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nét</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tại</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các</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ngã</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tư</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đan</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chéo</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đảm</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bảo</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thứ</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tự</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mảng</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tọa</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độ</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chuẩn</a:t>
            </a:r>
            <a:r>
              <a:rPr lang="en-US" sz="1800" dirty="0">
                <a:solidFill>
                  <a:schemeClr val="bg1"/>
                </a:solidFill>
                <a:latin typeface="Montserrat" panose="00000500000000000000" pitchFamily="2" charset="0"/>
              </a:rPr>
              <a:t> </a:t>
            </a:r>
            <a:r>
              <a:rPr lang="en-US" sz="1800" dirty="0" err="1">
                <a:solidFill>
                  <a:schemeClr val="bg1"/>
                </a:solidFill>
                <a:latin typeface="Montserrat" panose="00000500000000000000" pitchFamily="2" charset="0"/>
              </a:rPr>
              <a:t>xác</a:t>
            </a:r>
            <a:r>
              <a:rPr lang="en-US" sz="1800" dirty="0">
                <a:solidFill>
                  <a:schemeClr val="bg1"/>
                </a:solidFill>
                <a:latin typeface="Montserrat" panose="00000500000000000000" pitchFamily="2" charset="0"/>
              </a:rPr>
              <a:t>. </a:t>
            </a:r>
            <a:endParaRPr lang="vi-VN" sz="1800" dirty="0">
              <a:solidFill>
                <a:schemeClr val="bg1"/>
              </a:solidFill>
              <a:latin typeface="Montserrat" panose="00000500000000000000" pitchFamily="2"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5E2B965D-BB24-CFCF-F444-D40E3201F8F9}"/>
            </a:ext>
          </a:extLst>
        </p:cNvPr>
        <p:cNvGrpSpPr/>
        <p:nvPr/>
      </p:nvGrpSpPr>
      <p:grpSpPr>
        <a:xfrm>
          <a:off x="0" y="0"/>
          <a:ext cx="0" cy="0"/>
          <a:chOff x="0" y="0"/>
          <a:chExt cx="0" cy="0"/>
        </a:xfrm>
      </p:grpSpPr>
      <p:sp>
        <p:nvSpPr>
          <p:cNvPr id="1343" name="Google Shape;1343;p39">
            <a:extLst>
              <a:ext uri="{FF2B5EF4-FFF2-40B4-BE49-F238E27FC236}">
                <a16:creationId xmlns:a16="http://schemas.microsoft.com/office/drawing/2014/main" id="{9E13D2A4-6C4E-4E11-2616-64DB1B1B4A50}"/>
              </a:ext>
            </a:extLst>
          </p:cNvPr>
          <p:cNvSpPr txBox="1">
            <a:spLocks noGrp="1"/>
          </p:cNvSpPr>
          <p:nvPr>
            <p:ph type="title"/>
          </p:nvPr>
        </p:nvSpPr>
        <p:spPr>
          <a:xfrm>
            <a:off x="1120415" y="127978"/>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DF736459-AF7B-F637-BEAB-E936E611B5D4}"/>
              </a:ext>
            </a:extLst>
          </p:cNvPr>
          <p:cNvGrpSpPr/>
          <p:nvPr/>
        </p:nvGrpSpPr>
        <p:grpSpPr>
          <a:xfrm>
            <a:off x="1441569" y="605565"/>
            <a:ext cx="5921700" cy="192184"/>
            <a:chOff x="902597" y="1069304"/>
            <a:chExt cx="5921700" cy="192184"/>
          </a:xfrm>
        </p:grpSpPr>
        <p:grpSp>
          <p:nvGrpSpPr>
            <p:cNvPr id="1345" name="Google Shape;1345;p39">
              <a:extLst>
                <a:ext uri="{FF2B5EF4-FFF2-40B4-BE49-F238E27FC236}">
                  <a16:creationId xmlns:a16="http://schemas.microsoft.com/office/drawing/2014/main" id="{33CD8E85-7B29-DA78-7D4A-9A2B361A47C4}"/>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29842609-E06A-ECFC-9DCB-B6C6C4419E1A}"/>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CAA5F885-639D-2389-B69E-A95DFA821FE6}"/>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24E03EB3-D414-E774-35EA-D2F6107B9A54}"/>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C31EF2BB-162C-DFB0-C383-041D562775F9}"/>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95398913-00A5-66F3-14B3-2C6B96DB9362}"/>
              </a:ext>
            </a:extLst>
          </p:cNvPr>
          <p:cNvSpPr txBox="1">
            <a:spLocks/>
          </p:cNvSpPr>
          <p:nvPr/>
        </p:nvSpPr>
        <p:spPr>
          <a:xfrm>
            <a:off x="833939" y="121209"/>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1321" name="Google Shape;1497;p43">
            <a:extLst>
              <a:ext uri="{FF2B5EF4-FFF2-40B4-BE49-F238E27FC236}">
                <a16:creationId xmlns:a16="http://schemas.microsoft.com/office/drawing/2014/main" id="{571D1E1D-AFA6-E535-3299-F20712591128}"/>
              </a:ext>
            </a:extLst>
          </p:cNvPr>
          <p:cNvSpPr txBox="1">
            <a:spLocks/>
          </p:cNvSpPr>
          <p:nvPr/>
        </p:nvSpPr>
        <p:spPr>
          <a:xfrm>
            <a:off x="1470069" y="71454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1: </a:t>
            </a:r>
            <a:r>
              <a:rPr lang="fr-FR" dirty="0" err="1">
                <a:solidFill>
                  <a:schemeClr val="bg1"/>
                </a:solidFill>
              </a:rPr>
              <a:t>Xử</a:t>
            </a:r>
            <a:r>
              <a:rPr lang="fr-FR" dirty="0">
                <a:solidFill>
                  <a:schemeClr val="bg1"/>
                </a:solidFill>
              </a:rPr>
              <a:t> </a:t>
            </a:r>
            <a:r>
              <a:rPr lang="fr-FR" dirty="0" err="1">
                <a:solidFill>
                  <a:schemeClr val="bg1"/>
                </a:solidFill>
              </a:rPr>
              <a:t>lý</a:t>
            </a:r>
            <a:r>
              <a:rPr lang="fr-FR" dirty="0">
                <a:solidFill>
                  <a:schemeClr val="bg1"/>
                </a:solidFill>
              </a:rPr>
              <a:t> </a:t>
            </a:r>
            <a:r>
              <a:rPr lang="fr-FR" dirty="0" err="1">
                <a:solidFill>
                  <a:schemeClr val="bg1"/>
                </a:solidFill>
              </a:rPr>
              <a:t>hình</a:t>
            </a:r>
            <a:r>
              <a:rPr lang="fr-FR" dirty="0">
                <a:solidFill>
                  <a:schemeClr val="bg1"/>
                </a:solidFill>
              </a:rPr>
              <a:t> </a:t>
            </a:r>
            <a:r>
              <a:rPr lang="fr-FR" dirty="0" err="1">
                <a:solidFill>
                  <a:schemeClr val="bg1"/>
                </a:solidFill>
              </a:rPr>
              <a:t>thái</a:t>
            </a:r>
            <a:r>
              <a:rPr lang="fr-FR" dirty="0">
                <a:solidFill>
                  <a:schemeClr val="bg1"/>
                </a:solidFill>
              </a:rPr>
              <a:t> &amp; </a:t>
            </a:r>
            <a:r>
              <a:rPr lang="fr-FR" dirty="0" err="1">
                <a:solidFill>
                  <a:schemeClr val="bg1"/>
                </a:solidFill>
              </a:rPr>
              <a:t>Trích</a:t>
            </a:r>
            <a:r>
              <a:rPr lang="fr-FR" dirty="0">
                <a:solidFill>
                  <a:schemeClr val="bg1"/>
                </a:solidFill>
              </a:rPr>
              <a:t> </a:t>
            </a:r>
            <a:r>
              <a:rPr lang="fr-FR" dirty="0" err="1">
                <a:solidFill>
                  <a:schemeClr val="bg1"/>
                </a:solidFill>
              </a:rPr>
              <a:t>xuất</a:t>
            </a:r>
            <a:r>
              <a:rPr lang="fr-FR" dirty="0">
                <a:solidFill>
                  <a:schemeClr val="bg1"/>
                </a:solidFill>
              </a:rPr>
              <a:t> </a:t>
            </a:r>
            <a:r>
              <a:rPr lang="fr-FR" dirty="0" err="1">
                <a:solidFill>
                  <a:schemeClr val="bg1"/>
                </a:solidFill>
              </a:rPr>
              <a:t>quỹ</a:t>
            </a:r>
            <a:r>
              <a:rPr lang="fr-FR" dirty="0">
                <a:solidFill>
                  <a:schemeClr val="bg1"/>
                </a:solidFill>
              </a:rPr>
              <a:t> </a:t>
            </a:r>
            <a:r>
              <a:rPr lang="fr-FR" dirty="0" err="1">
                <a:solidFill>
                  <a:schemeClr val="bg1"/>
                </a:solidFill>
              </a:rPr>
              <a:t>đạo</a:t>
            </a:r>
            <a:endParaRPr lang="fr-FR" dirty="0">
              <a:solidFill>
                <a:schemeClr val="bg1"/>
              </a:solidFill>
            </a:endParaRPr>
          </a:p>
        </p:txBody>
      </p:sp>
      <p:sp>
        <p:nvSpPr>
          <p:cNvPr id="1335" name="Rectangle: Rounded Corners 1334">
            <a:extLst>
              <a:ext uri="{FF2B5EF4-FFF2-40B4-BE49-F238E27FC236}">
                <a16:creationId xmlns:a16="http://schemas.microsoft.com/office/drawing/2014/main" id="{4FE65DAB-B49C-9573-BC1B-AB9E5E712E49}"/>
              </a:ext>
            </a:extLst>
          </p:cNvPr>
          <p:cNvSpPr/>
          <p:nvPr/>
        </p:nvSpPr>
        <p:spPr>
          <a:xfrm>
            <a:off x="238116" y="1173033"/>
            <a:ext cx="2788435" cy="3849258"/>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7" name="Google Shape;1040;p31">
            <a:extLst>
              <a:ext uri="{FF2B5EF4-FFF2-40B4-BE49-F238E27FC236}">
                <a16:creationId xmlns:a16="http://schemas.microsoft.com/office/drawing/2014/main" id="{6B7BBBED-E28C-EA01-ABD1-A390D3886DF3}"/>
              </a:ext>
            </a:extLst>
          </p:cNvPr>
          <p:cNvSpPr txBox="1">
            <a:spLocks/>
          </p:cNvSpPr>
          <p:nvPr/>
        </p:nvSpPr>
        <p:spPr>
          <a:xfrm>
            <a:off x="224854" y="3636607"/>
            <a:ext cx="2788436" cy="688615"/>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Hàm </a:t>
            </a:r>
            <a:r>
              <a:rPr lang="vi-VN" sz="1000" dirty="0" err="1">
                <a:solidFill>
                  <a:schemeClr val="bg1"/>
                </a:solidFill>
                <a:latin typeface="Montserrat" panose="00000500000000000000" pitchFamily="2" charset="0"/>
              </a:rPr>
              <a:t>heuristic</a:t>
            </a:r>
            <a:r>
              <a:rPr lang="vi-VN" sz="1000" dirty="0">
                <a:solidFill>
                  <a:schemeClr val="bg1"/>
                </a:solidFill>
                <a:latin typeface="Montserrat" panose="00000500000000000000" pitchFamily="2" charset="0"/>
              </a:rPr>
              <a:t> (Tham lam có hướng) hỗ trợ thuật toán DFS vượt qua các ngã ba, ngã tư đan chéo trong chữ ký bằng cách phân tích </a:t>
            </a:r>
            <a:r>
              <a:rPr lang="vi-VN" sz="1000" dirty="0" err="1">
                <a:solidFill>
                  <a:schemeClr val="bg1"/>
                </a:solidFill>
                <a:latin typeface="Montserrat" panose="00000500000000000000" pitchFamily="2" charset="0"/>
              </a:rPr>
              <a:t>vector</a:t>
            </a:r>
            <a:r>
              <a:rPr lang="vi-VN" sz="1000" dirty="0">
                <a:solidFill>
                  <a:schemeClr val="bg1"/>
                </a:solidFill>
                <a:latin typeface="Montserrat" panose="00000500000000000000" pitchFamily="2" charset="0"/>
              </a:rPr>
              <a:t> hướng di chuyển.</a:t>
            </a:r>
          </a:p>
        </p:txBody>
      </p:sp>
      <p:pic>
        <p:nvPicPr>
          <p:cNvPr id="4" name="Picture 3">
            <a:extLst>
              <a:ext uri="{FF2B5EF4-FFF2-40B4-BE49-F238E27FC236}">
                <a16:creationId xmlns:a16="http://schemas.microsoft.com/office/drawing/2014/main" id="{333C2610-119E-65DF-5514-5C5780543BAA}"/>
              </a:ext>
            </a:extLst>
          </p:cNvPr>
          <p:cNvPicPr>
            <a:picLocks noChangeAspect="1"/>
          </p:cNvPicPr>
          <p:nvPr/>
        </p:nvPicPr>
        <p:blipFill>
          <a:blip r:embed="rId3"/>
          <a:stretch>
            <a:fillRect/>
          </a:stretch>
        </p:blipFill>
        <p:spPr>
          <a:xfrm>
            <a:off x="381293" y="1296438"/>
            <a:ext cx="2526797" cy="2199535"/>
          </a:xfrm>
          <a:prstGeom prst="rect">
            <a:avLst/>
          </a:prstGeom>
          <a:ln w="28575">
            <a:solidFill>
              <a:schemeClr val="bg1"/>
            </a:solidFill>
          </a:ln>
        </p:spPr>
      </p:pic>
      <p:sp>
        <p:nvSpPr>
          <p:cNvPr id="7" name="Rectangle: Rounded Corners 6">
            <a:extLst>
              <a:ext uri="{FF2B5EF4-FFF2-40B4-BE49-F238E27FC236}">
                <a16:creationId xmlns:a16="http://schemas.microsoft.com/office/drawing/2014/main" id="{60F68166-2215-123C-9F99-ABA6D210680B}"/>
              </a:ext>
            </a:extLst>
          </p:cNvPr>
          <p:cNvSpPr/>
          <p:nvPr/>
        </p:nvSpPr>
        <p:spPr>
          <a:xfrm>
            <a:off x="3177782" y="1162861"/>
            <a:ext cx="2788435" cy="3859429"/>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D278943-25AA-B284-E0C9-613AFBCC78C9}"/>
              </a:ext>
            </a:extLst>
          </p:cNvPr>
          <p:cNvPicPr>
            <a:picLocks noChangeAspect="1"/>
          </p:cNvPicPr>
          <p:nvPr/>
        </p:nvPicPr>
        <p:blipFill>
          <a:blip r:embed="rId4"/>
          <a:stretch>
            <a:fillRect/>
          </a:stretch>
        </p:blipFill>
        <p:spPr>
          <a:xfrm>
            <a:off x="3282865" y="1286267"/>
            <a:ext cx="2580259" cy="2199535"/>
          </a:xfrm>
          <a:prstGeom prst="rect">
            <a:avLst/>
          </a:prstGeom>
          <a:ln w="28575">
            <a:solidFill>
              <a:schemeClr val="bg1"/>
            </a:solidFill>
          </a:ln>
        </p:spPr>
      </p:pic>
      <p:sp>
        <p:nvSpPr>
          <p:cNvPr id="16" name="Google Shape;1040;p31">
            <a:extLst>
              <a:ext uri="{FF2B5EF4-FFF2-40B4-BE49-F238E27FC236}">
                <a16:creationId xmlns:a16="http://schemas.microsoft.com/office/drawing/2014/main" id="{DFDFD2AD-81E7-31CF-6B9F-3A1FCD3A1BE5}"/>
              </a:ext>
            </a:extLst>
          </p:cNvPr>
          <p:cNvSpPr txBox="1">
            <a:spLocks/>
          </p:cNvSpPr>
          <p:nvPr/>
        </p:nvSpPr>
        <p:spPr>
          <a:xfrm>
            <a:off x="3155681" y="3626436"/>
            <a:ext cx="2788436" cy="100234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Áp dụng thuật toán duyệt đồ thị theo chiều sâu (DFS) trên khung xương (</a:t>
            </a:r>
            <a:r>
              <a:rPr lang="vi-VN" sz="1000" dirty="0" err="1">
                <a:solidFill>
                  <a:schemeClr val="bg1"/>
                </a:solidFill>
                <a:latin typeface="Montserrat" panose="00000500000000000000" pitchFamily="2" charset="0"/>
              </a:rPr>
              <a:t>skeleton</a:t>
            </a:r>
            <a:r>
              <a:rPr lang="vi-VN" sz="1000" dirty="0">
                <a:solidFill>
                  <a:schemeClr val="bg1"/>
                </a:solidFill>
                <a:latin typeface="Montserrat" panose="00000500000000000000" pitchFamily="2" charset="0"/>
              </a:rPr>
              <a:t>) đã làm mảnh để sắp xếp các điểm </a:t>
            </a:r>
            <a:r>
              <a:rPr lang="vi-VN" sz="1000" dirty="0" err="1">
                <a:solidFill>
                  <a:schemeClr val="bg1"/>
                </a:solidFill>
                <a:latin typeface="Montserrat" panose="00000500000000000000" pitchFamily="2" charset="0"/>
              </a:rPr>
              <a:t>pixel</a:t>
            </a:r>
            <a:r>
              <a:rPr lang="vi-VN" sz="1000" dirty="0">
                <a:solidFill>
                  <a:schemeClr val="bg1"/>
                </a:solidFill>
                <a:latin typeface="Montserrat" panose="00000500000000000000" pitchFamily="2" charset="0"/>
              </a:rPr>
              <a:t> theo một trình tự duy nhất, giúp mô phỏng lại đường nét đưa bút của chữ ký.</a:t>
            </a:r>
          </a:p>
        </p:txBody>
      </p:sp>
      <p:sp>
        <p:nvSpPr>
          <p:cNvPr id="17" name="Rectangle: Rounded Corners 16">
            <a:extLst>
              <a:ext uri="{FF2B5EF4-FFF2-40B4-BE49-F238E27FC236}">
                <a16:creationId xmlns:a16="http://schemas.microsoft.com/office/drawing/2014/main" id="{487EDA57-5F81-08AB-D023-4A34AFFCFB4F}"/>
              </a:ext>
            </a:extLst>
          </p:cNvPr>
          <p:cNvSpPr/>
          <p:nvPr/>
        </p:nvSpPr>
        <p:spPr>
          <a:xfrm>
            <a:off x="6108609" y="1160539"/>
            <a:ext cx="2788435" cy="3854983"/>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040;p31">
            <a:extLst>
              <a:ext uri="{FF2B5EF4-FFF2-40B4-BE49-F238E27FC236}">
                <a16:creationId xmlns:a16="http://schemas.microsoft.com/office/drawing/2014/main" id="{67403659-9D55-6881-0DCB-FA694BD82258}"/>
              </a:ext>
            </a:extLst>
          </p:cNvPr>
          <p:cNvSpPr txBox="1">
            <a:spLocks/>
          </p:cNvSpPr>
          <p:nvPr/>
        </p:nvSpPr>
        <p:spPr>
          <a:xfrm>
            <a:off x="6095348" y="3636607"/>
            <a:ext cx="2797275" cy="126539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Quản lý toàn bộ luồng dữ liệu của bước xử lý ảnh. Nó thực hiện đọc ảnh, dùng bộ lọc </a:t>
            </a:r>
            <a:r>
              <a:rPr lang="vi-VN" sz="1000" dirty="0" err="1">
                <a:solidFill>
                  <a:schemeClr val="bg1"/>
                </a:solidFill>
                <a:latin typeface="Montserrat" panose="00000500000000000000" pitchFamily="2" charset="0"/>
              </a:rPr>
              <a:t>Gaussian</a:t>
            </a:r>
            <a:r>
              <a:rPr lang="vi-VN" sz="1000" dirty="0">
                <a:solidFill>
                  <a:schemeClr val="bg1"/>
                </a:solidFill>
                <a:latin typeface="Montserrat" panose="00000500000000000000" pitchFamily="2" charset="0"/>
              </a:rPr>
              <a:t> và </a:t>
            </a:r>
            <a:r>
              <a:rPr lang="vi-VN" sz="1000" dirty="0" err="1">
                <a:solidFill>
                  <a:schemeClr val="bg1"/>
                </a:solidFill>
                <a:latin typeface="Montserrat" panose="00000500000000000000" pitchFamily="2" charset="0"/>
              </a:rPr>
              <a:t>Otsu</a:t>
            </a:r>
            <a:r>
              <a:rPr lang="vi-VN" sz="1000" dirty="0">
                <a:solidFill>
                  <a:schemeClr val="bg1"/>
                </a:solidFill>
                <a:latin typeface="Montserrat" panose="00000500000000000000" pitchFamily="2" charset="0"/>
              </a:rPr>
              <a:t> để tách nền, dùng các phép toán hình thái học (</a:t>
            </a:r>
            <a:r>
              <a:rPr lang="vi-VN" sz="1000" dirty="0" err="1">
                <a:solidFill>
                  <a:schemeClr val="bg1"/>
                </a:solidFill>
                <a:latin typeface="Montserrat" panose="00000500000000000000" pitchFamily="2" charset="0"/>
              </a:rPr>
              <a:t>Morphological</a:t>
            </a:r>
            <a:r>
              <a:rPr lang="vi-VN" sz="1000" dirty="0">
                <a:solidFill>
                  <a:schemeClr val="bg1"/>
                </a:solidFill>
                <a:latin typeface="Montserrat" panose="00000500000000000000" pitchFamily="2" charset="0"/>
              </a:rPr>
              <a:t>) để làm liền nét, gọi hàm làm mảnh của </a:t>
            </a:r>
            <a:r>
              <a:rPr lang="vi-VN" sz="1000" dirty="0" err="1">
                <a:solidFill>
                  <a:schemeClr val="bg1"/>
                </a:solidFill>
                <a:latin typeface="Montserrat" panose="00000500000000000000" pitchFamily="2" charset="0"/>
              </a:rPr>
              <a:t>Zhang-Suen</a:t>
            </a:r>
            <a:r>
              <a:rPr lang="vi-VN" sz="1000" dirty="0">
                <a:solidFill>
                  <a:schemeClr val="bg1"/>
                </a:solidFill>
                <a:latin typeface="Montserrat" panose="00000500000000000000" pitchFamily="2" charset="0"/>
              </a:rPr>
              <a:t> và cuối cùng lưu kết quả ra chuỗi định dạng tệp diempixel.dat.</a:t>
            </a:r>
          </a:p>
        </p:txBody>
      </p:sp>
      <p:pic>
        <p:nvPicPr>
          <p:cNvPr id="21" name="Picture 20">
            <a:extLst>
              <a:ext uri="{FF2B5EF4-FFF2-40B4-BE49-F238E27FC236}">
                <a16:creationId xmlns:a16="http://schemas.microsoft.com/office/drawing/2014/main" id="{91DF848B-B775-D514-35E6-E92B63517883}"/>
              </a:ext>
            </a:extLst>
          </p:cNvPr>
          <p:cNvPicPr>
            <a:picLocks noChangeAspect="1"/>
          </p:cNvPicPr>
          <p:nvPr/>
        </p:nvPicPr>
        <p:blipFill>
          <a:blip r:embed="rId5"/>
          <a:stretch>
            <a:fillRect/>
          </a:stretch>
        </p:blipFill>
        <p:spPr>
          <a:xfrm>
            <a:off x="6203857" y="1282321"/>
            <a:ext cx="2580259" cy="2213652"/>
          </a:xfrm>
          <a:prstGeom prst="rect">
            <a:avLst/>
          </a:prstGeom>
          <a:ln w="28575">
            <a:solidFill>
              <a:schemeClr val="bg1"/>
            </a:solidFill>
          </a:ln>
        </p:spPr>
      </p:pic>
    </p:spTree>
    <p:extLst>
      <p:ext uri="{BB962C8B-B14F-4D97-AF65-F5344CB8AC3E}">
        <p14:creationId xmlns:p14="http://schemas.microsoft.com/office/powerpoint/2010/main" val="27903249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36">
          <a:extLst>
            <a:ext uri="{FF2B5EF4-FFF2-40B4-BE49-F238E27FC236}">
              <a16:creationId xmlns:a16="http://schemas.microsoft.com/office/drawing/2014/main" id="{5F47CB82-A2FA-94A2-3D7D-0E605B9FCF1A}"/>
            </a:ext>
          </a:extLst>
        </p:cNvPr>
        <p:cNvGrpSpPr/>
        <p:nvPr/>
      </p:nvGrpSpPr>
      <p:grpSpPr>
        <a:xfrm>
          <a:off x="0" y="0"/>
          <a:ext cx="0" cy="0"/>
          <a:chOff x="0" y="0"/>
          <a:chExt cx="0" cy="0"/>
        </a:xfrm>
      </p:grpSpPr>
      <p:sp>
        <p:nvSpPr>
          <p:cNvPr id="1039" name="Google Shape;1039;p31">
            <a:extLst>
              <a:ext uri="{FF2B5EF4-FFF2-40B4-BE49-F238E27FC236}">
                <a16:creationId xmlns:a16="http://schemas.microsoft.com/office/drawing/2014/main" id="{E97EC089-085C-D046-64F7-AF5CD515586E}"/>
              </a:ext>
            </a:extLst>
          </p:cNvPr>
          <p:cNvSpPr txBox="1">
            <a:spLocks noGrp="1"/>
          </p:cNvSpPr>
          <p:nvPr>
            <p:ph type="title"/>
          </p:nvPr>
        </p:nvSpPr>
        <p:spPr>
          <a:xfrm>
            <a:off x="1189340" y="124871"/>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042" name="Google Shape;1042;p31">
            <a:extLst>
              <a:ext uri="{FF2B5EF4-FFF2-40B4-BE49-F238E27FC236}">
                <a16:creationId xmlns:a16="http://schemas.microsoft.com/office/drawing/2014/main" id="{7DAFA520-86D6-199D-D8E5-819A18CDEF4D}"/>
              </a:ext>
            </a:extLst>
          </p:cNvPr>
          <p:cNvGrpSpPr/>
          <p:nvPr/>
        </p:nvGrpSpPr>
        <p:grpSpPr>
          <a:xfrm>
            <a:off x="1603466" y="612293"/>
            <a:ext cx="5921700" cy="192184"/>
            <a:chOff x="902597" y="1069304"/>
            <a:chExt cx="5921700" cy="192184"/>
          </a:xfrm>
        </p:grpSpPr>
        <p:grpSp>
          <p:nvGrpSpPr>
            <p:cNvPr id="1043" name="Google Shape;1043;p31">
              <a:extLst>
                <a:ext uri="{FF2B5EF4-FFF2-40B4-BE49-F238E27FC236}">
                  <a16:creationId xmlns:a16="http://schemas.microsoft.com/office/drawing/2014/main" id="{AC183888-6FE0-327B-5AA5-DDDBF1E61F28}"/>
                </a:ext>
              </a:extLst>
            </p:cNvPr>
            <p:cNvGrpSpPr/>
            <p:nvPr/>
          </p:nvGrpSpPr>
          <p:grpSpPr>
            <a:xfrm>
              <a:off x="902597" y="1069304"/>
              <a:ext cx="5864700" cy="192184"/>
              <a:chOff x="2335097" y="1069304"/>
              <a:chExt cx="5864700" cy="192184"/>
            </a:xfrm>
          </p:grpSpPr>
          <p:sp>
            <p:nvSpPr>
              <p:cNvPr id="1044" name="Google Shape;1044;p31">
                <a:extLst>
                  <a:ext uri="{FF2B5EF4-FFF2-40B4-BE49-F238E27FC236}">
                    <a16:creationId xmlns:a16="http://schemas.microsoft.com/office/drawing/2014/main" id="{05D1DA8F-884A-3C53-4CA7-3F341672F2C7}"/>
                  </a:ext>
                </a:extLst>
              </p:cNvPr>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045" name="Google Shape;1045;p31">
                <a:extLst>
                  <a:ext uri="{FF2B5EF4-FFF2-40B4-BE49-F238E27FC236}">
                    <a16:creationId xmlns:a16="http://schemas.microsoft.com/office/drawing/2014/main" id="{067E1E6D-4C9F-3927-8001-265C86E4D875}"/>
                  </a:ext>
                </a:extLst>
              </p:cNvPr>
              <p:cNvCxnSpPr>
                <a:stCxn id="1046" idx="6"/>
                <a:endCxn id="1047"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047" name="Google Shape;1047;p31">
                <a:extLst>
                  <a:ext uri="{FF2B5EF4-FFF2-40B4-BE49-F238E27FC236}">
                    <a16:creationId xmlns:a16="http://schemas.microsoft.com/office/drawing/2014/main" id="{87A624F7-F5D4-8923-0C82-3BF411662949}"/>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6" name="Google Shape;1046;p31">
              <a:extLst>
                <a:ext uri="{FF2B5EF4-FFF2-40B4-BE49-F238E27FC236}">
                  <a16:creationId xmlns:a16="http://schemas.microsoft.com/office/drawing/2014/main" id="{C75CA721-FE77-6D21-1598-1D07ADBB0C26}"/>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 name="Google Shape;1497;p43">
            <a:extLst>
              <a:ext uri="{FF2B5EF4-FFF2-40B4-BE49-F238E27FC236}">
                <a16:creationId xmlns:a16="http://schemas.microsoft.com/office/drawing/2014/main" id="{6492A583-BA95-3989-7DF2-6F1DDA768829}"/>
              </a:ext>
            </a:extLst>
          </p:cNvPr>
          <p:cNvSpPr txBox="1">
            <a:spLocks/>
          </p:cNvSpPr>
          <p:nvPr/>
        </p:nvSpPr>
        <p:spPr>
          <a:xfrm>
            <a:off x="1587931" y="69190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2: </a:t>
            </a:r>
            <a:r>
              <a:rPr lang="fr-FR" dirty="0" err="1">
                <a:solidFill>
                  <a:schemeClr val="bg1"/>
                </a:solidFill>
              </a:rPr>
              <a:t>Cơ</a:t>
            </a:r>
            <a:r>
              <a:rPr lang="fr-FR" dirty="0">
                <a:solidFill>
                  <a:schemeClr val="bg1"/>
                </a:solidFill>
              </a:rPr>
              <a:t> </a:t>
            </a:r>
            <a:r>
              <a:rPr lang="fr-FR" dirty="0" err="1">
                <a:solidFill>
                  <a:schemeClr val="bg1"/>
                </a:solidFill>
              </a:rPr>
              <a:t>sở</a:t>
            </a:r>
            <a:r>
              <a:rPr lang="fr-FR" dirty="0">
                <a:solidFill>
                  <a:schemeClr val="bg1"/>
                </a:solidFill>
              </a:rPr>
              <a:t> </a:t>
            </a:r>
            <a:r>
              <a:rPr lang="fr-FR" dirty="0" err="1">
                <a:solidFill>
                  <a:schemeClr val="bg1"/>
                </a:solidFill>
              </a:rPr>
              <a:t>Toán</a:t>
            </a:r>
            <a:r>
              <a:rPr lang="fr-FR" dirty="0">
                <a:solidFill>
                  <a:schemeClr val="bg1"/>
                </a:solidFill>
              </a:rPr>
              <a:t> </a:t>
            </a:r>
            <a:r>
              <a:rPr lang="fr-FR" dirty="0" err="1">
                <a:solidFill>
                  <a:schemeClr val="bg1"/>
                </a:solidFill>
              </a:rPr>
              <a:t>học</a:t>
            </a:r>
            <a:r>
              <a:rPr lang="fr-FR" dirty="0">
                <a:solidFill>
                  <a:schemeClr val="bg1"/>
                </a:solidFill>
              </a:rPr>
              <a:t> B-</a:t>
            </a:r>
            <a:r>
              <a:rPr lang="fr-FR" dirty="0" err="1">
                <a:solidFill>
                  <a:schemeClr val="bg1"/>
                </a:solidFill>
              </a:rPr>
              <a:t>Spline</a:t>
            </a:r>
            <a:r>
              <a:rPr lang="fr-FR" dirty="0">
                <a:solidFill>
                  <a:schemeClr val="bg1"/>
                </a:solidFill>
              </a:rPr>
              <a:t> Non-Uniform</a:t>
            </a:r>
          </a:p>
        </p:txBody>
      </p:sp>
      <p:sp>
        <p:nvSpPr>
          <p:cNvPr id="14" name="Rectangle: Rounded Corners 13">
            <a:extLst>
              <a:ext uri="{FF2B5EF4-FFF2-40B4-BE49-F238E27FC236}">
                <a16:creationId xmlns:a16="http://schemas.microsoft.com/office/drawing/2014/main" id="{2D05161E-17B5-0135-F51B-95BEACD7A8D7}"/>
              </a:ext>
            </a:extLst>
          </p:cNvPr>
          <p:cNvSpPr/>
          <p:nvPr/>
        </p:nvSpPr>
        <p:spPr>
          <a:xfrm>
            <a:off x="346585" y="1223755"/>
            <a:ext cx="3557352" cy="1821035"/>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Google Shape;1040;p31">
            <a:extLst>
              <a:ext uri="{FF2B5EF4-FFF2-40B4-BE49-F238E27FC236}">
                <a16:creationId xmlns:a16="http://schemas.microsoft.com/office/drawing/2014/main" id="{ED0F1695-CAD7-B582-BD34-CE206826B9B0}"/>
              </a:ext>
            </a:extLst>
          </p:cNvPr>
          <p:cNvSpPr txBox="1">
            <a:spLocks noGrp="1"/>
          </p:cNvSpPr>
          <p:nvPr>
            <p:ph type="subTitle" idx="1"/>
          </p:nvPr>
        </p:nvSpPr>
        <p:spPr>
          <a:xfrm>
            <a:off x="356609" y="2124622"/>
            <a:ext cx="3557352" cy="799799"/>
          </a:xfrm>
          <a:prstGeom prst="rect">
            <a:avLst/>
          </a:prstGeom>
        </p:spPr>
        <p:txBody>
          <a:bodyPr spcFirstLastPara="1" wrap="square" lIns="91425" tIns="0" rIns="91425" bIns="0" anchor="ctr" anchorCtr="0">
            <a:noAutofit/>
          </a:bodyPr>
          <a:lstStyle/>
          <a:p>
            <a:pPr marL="0" lvl="0" indent="0">
              <a:lnSpc>
                <a:spcPct val="150000"/>
              </a:lnSpc>
              <a:buClr>
                <a:schemeClr val="bg1"/>
              </a:buClr>
            </a:pPr>
            <a:r>
              <a:rPr lang="en-US" sz="1300" dirty="0" err="1"/>
              <a:t>Đảm</a:t>
            </a:r>
            <a:r>
              <a:rPr lang="en-US" sz="1300" dirty="0"/>
              <a:t> </a:t>
            </a:r>
            <a:r>
              <a:rPr lang="en-US" sz="1300" dirty="0" err="1"/>
              <a:t>bảo</a:t>
            </a:r>
            <a:r>
              <a:rPr lang="en-US" sz="1300" dirty="0"/>
              <a:t> </a:t>
            </a:r>
            <a:r>
              <a:rPr lang="en-US" sz="1300" dirty="0" err="1"/>
              <a:t>không</a:t>
            </a:r>
            <a:r>
              <a:rPr lang="en-US" sz="1300" dirty="0"/>
              <a:t> </a:t>
            </a:r>
            <a:r>
              <a:rPr lang="en-US" sz="1300" dirty="0" err="1"/>
              <a:t>méo</a:t>
            </a:r>
            <a:r>
              <a:rPr lang="en-US" sz="1300" dirty="0"/>
              <a:t> </a:t>
            </a:r>
            <a:r>
              <a:rPr lang="en-US" sz="1300" dirty="0" err="1"/>
              <a:t>tốc</a:t>
            </a:r>
            <a:r>
              <a:rPr lang="en-US" sz="1300" dirty="0"/>
              <a:t> </a:t>
            </a:r>
            <a:r>
              <a:rPr lang="en-US" sz="1300" dirty="0" err="1"/>
              <a:t>độ</a:t>
            </a:r>
            <a:r>
              <a:rPr lang="en-US" sz="1300" dirty="0"/>
              <a:t> </a:t>
            </a:r>
            <a:r>
              <a:rPr lang="en-US" sz="1300" dirty="0" err="1"/>
              <a:t>tham</a:t>
            </a:r>
            <a:r>
              <a:rPr lang="en-US" sz="1300" dirty="0"/>
              <a:t> </a:t>
            </a:r>
            <a:r>
              <a:rPr lang="en-US" sz="1300" dirty="0" err="1"/>
              <a:t>số</a:t>
            </a:r>
            <a:r>
              <a:rPr lang="en-US" sz="1300" dirty="0"/>
              <a:t> </a:t>
            </a:r>
            <a:r>
              <a:rPr lang="en-US" sz="1300" dirty="0" err="1"/>
              <a:t>bằng</a:t>
            </a:r>
            <a:r>
              <a:rPr lang="en-US" sz="1300" dirty="0"/>
              <a:t> </a:t>
            </a:r>
            <a:r>
              <a:rPr lang="en-US" sz="1300" dirty="0" err="1"/>
              <a:t>cách</a:t>
            </a:r>
            <a:r>
              <a:rPr lang="en-US" sz="1300" dirty="0"/>
              <a:t> </a:t>
            </a:r>
            <a:r>
              <a:rPr lang="en-US" sz="1300" dirty="0" err="1"/>
              <a:t>phản</a:t>
            </a:r>
            <a:r>
              <a:rPr lang="en-US" sz="1300" dirty="0"/>
              <a:t> </a:t>
            </a:r>
            <a:r>
              <a:rPr lang="en-US" sz="1300" dirty="0" err="1"/>
              <a:t>ánh</a:t>
            </a:r>
            <a:r>
              <a:rPr lang="en-US" sz="1300" dirty="0"/>
              <a:t> </a:t>
            </a:r>
            <a:r>
              <a:rPr lang="en-US" sz="1300" dirty="0" err="1"/>
              <a:t>đúng</a:t>
            </a:r>
            <a:r>
              <a:rPr lang="en-US" sz="1300" dirty="0"/>
              <a:t> </a:t>
            </a:r>
            <a:r>
              <a:rPr lang="en-US" sz="1300" dirty="0" err="1"/>
              <a:t>tỷ</a:t>
            </a:r>
            <a:r>
              <a:rPr lang="en-US" sz="1300" dirty="0"/>
              <a:t> </a:t>
            </a:r>
            <a:r>
              <a:rPr lang="en-US" sz="1300" dirty="0" err="1"/>
              <a:t>lệ</a:t>
            </a:r>
            <a:r>
              <a:rPr lang="en-US" sz="1300" dirty="0"/>
              <a:t> </a:t>
            </a:r>
            <a:r>
              <a:rPr lang="en-US" sz="1300" dirty="0" err="1"/>
              <a:t>khoảng</a:t>
            </a:r>
            <a:r>
              <a:rPr lang="en-US" sz="1300" dirty="0"/>
              <a:t> </a:t>
            </a:r>
            <a:r>
              <a:rPr lang="en-US" sz="1300" dirty="0" err="1"/>
              <a:t>cách</a:t>
            </a:r>
            <a:r>
              <a:rPr lang="en-US" sz="1300" dirty="0"/>
              <a:t> Euclid </a:t>
            </a:r>
            <a:r>
              <a:rPr lang="en-US" sz="1300" dirty="0" err="1"/>
              <a:t>thực</a:t>
            </a:r>
            <a:r>
              <a:rPr lang="en-US" sz="1300" dirty="0"/>
              <a:t> </a:t>
            </a:r>
            <a:r>
              <a:rPr lang="en-US" sz="1300" dirty="0" err="1"/>
              <a:t>tế</a:t>
            </a:r>
            <a:r>
              <a:rPr lang="en-US" sz="1300" dirty="0"/>
              <a:t>.</a:t>
            </a:r>
            <a:endParaRPr sz="1300" dirty="0">
              <a:solidFill>
                <a:schemeClr val="bg1"/>
              </a:solidFill>
            </a:endParaRPr>
          </a:p>
        </p:txBody>
      </p:sp>
      <p:sp>
        <p:nvSpPr>
          <p:cNvPr id="23" name="Google Shape;1039;p31">
            <a:extLst>
              <a:ext uri="{FF2B5EF4-FFF2-40B4-BE49-F238E27FC236}">
                <a16:creationId xmlns:a16="http://schemas.microsoft.com/office/drawing/2014/main" id="{73679B9D-8112-81C8-A393-FCAD067046DE}"/>
              </a:ext>
            </a:extLst>
          </p:cNvPr>
          <p:cNvSpPr txBox="1">
            <a:spLocks/>
          </p:cNvSpPr>
          <p:nvPr/>
        </p:nvSpPr>
        <p:spPr>
          <a:xfrm>
            <a:off x="935250" y="115684"/>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2" name="Rectangle: Rounded Corners 1">
            <a:extLst>
              <a:ext uri="{FF2B5EF4-FFF2-40B4-BE49-F238E27FC236}">
                <a16:creationId xmlns:a16="http://schemas.microsoft.com/office/drawing/2014/main" id="{A4ECB6B4-7C98-FAD6-8030-802484E9BFBF}"/>
              </a:ext>
            </a:extLst>
          </p:cNvPr>
          <p:cNvSpPr/>
          <p:nvPr/>
        </p:nvSpPr>
        <p:spPr>
          <a:xfrm>
            <a:off x="475745" y="1324069"/>
            <a:ext cx="3287516" cy="745467"/>
          </a:xfrm>
          <a:prstGeom prst="roundRect">
            <a:avLst>
              <a:gd name="adj" fmla="val 18305"/>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Google Shape;1041;p31">
            <a:extLst>
              <a:ext uri="{FF2B5EF4-FFF2-40B4-BE49-F238E27FC236}">
                <a16:creationId xmlns:a16="http://schemas.microsoft.com/office/drawing/2014/main" id="{571423E4-55BA-496E-FD4C-7315CB258AC5}"/>
              </a:ext>
            </a:extLst>
          </p:cNvPr>
          <p:cNvSpPr txBox="1">
            <a:spLocks noGrp="1"/>
          </p:cNvSpPr>
          <p:nvPr>
            <p:ph type="subTitle" idx="2"/>
          </p:nvPr>
        </p:nvSpPr>
        <p:spPr>
          <a:xfrm>
            <a:off x="465721" y="1344842"/>
            <a:ext cx="3287516" cy="739616"/>
          </a:xfrm>
          <a:prstGeom prst="rect">
            <a:avLst/>
          </a:prstGeom>
        </p:spPr>
        <p:txBody>
          <a:bodyPr spcFirstLastPara="1" wrap="square" lIns="91425" tIns="0" rIns="91425" bIns="0" anchor="ctr" anchorCtr="0">
            <a:noAutofit/>
          </a:bodyPr>
          <a:lstStyle/>
          <a:p>
            <a:pPr marL="0" lvl="0" indent="0" algn="ctr"/>
            <a:r>
              <a:rPr lang="en-US" sz="1500" dirty="0">
                <a:solidFill>
                  <a:schemeClr val="accent6"/>
                </a:solidFill>
              </a:rPr>
              <a:t>Tham </a:t>
            </a:r>
            <a:r>
              <a:rPr lang="en-US" sz="1500" dirty="0" err="1">
                <a:solidFill>
                  <a:schemeClr val="accent6"/>
                </a:solidFill>
              </a:rPr>
              <a:t>số</a:t>
            </a:r>
            <a:r>
              <a:rPr lang="en-US" sz="1500" dirty="0">
                <a:solidFill>
                  <a:schemeClr val="accent6"/>
                </a:solidFill>
              </a:rPr>
              <a:t> </a:t>
            </a:r>
            <a:r>
              <a:rPr lang="en-US" sz="1500" dirty="0" err="1">
                <a:solidFill>
                  <a:schemeClr val="accent6"/>
                </a:solidFill>
              </a:rPr>
              <a:t>hóa</a:t>
            </a:r>
            <a:r>
              <a:rPr lang="en-US" sz="1500" dirty="0">
                <a:solidFill>
                  <a:schemeClr val="accent6"/>
                </a:solidFill>
              </a:rPr>
              <a:t> </a:t>
            </a:r>
            <a:r>
              <a:rPr lang="en-US" sz="1500" dirty="0" err="1">
                <a:solidFill>
                  <a:schemeClr val="accent6"/>
                </a:solidFill>
              </a:rPr>
              <a:t>chiều</a:t>
            </a:r>
            <a:r>
              <a:rPr lang="en-US" sz="1500" dirty="0">
                <a:solidFill>
                  <a:schemeClr val="accent6"/>
                </a:solidFill>
              </a:rPr>
              <a:t> </a:t>
            </a:r>
            <a:r>
              <a:rPr lang="en-US" sz="1500" dirty="0" err="1">
                <a:solidFill>
                  <a:schemeClr val="accent6"/>
                </a:solidFill>
              </a:rPr>
              <a:t>dài</a:t>
            </a:r>
            <a:r>
              <a:rPr lang="en-US" sz="1500" dirty="0">
                <a:solidFill>
                  <a:schemeClr val="accent6"/>
                </a:solidFill>
              </a:rPr>
              <a:t> </a:t>
            </a:r>
          </a:p>
          <a:p>
            <a:pPr marL="0" lvl="0" indent="0" algn="ctr"/>
            <a:r>
              <a:rPr lang="en-US" sz="1500" dirty="0" err="1">
                <a:solidFill>
                  <a:schemeClr val="accent6"/>
                </a:solidFill>
              </a:rPr>
              <a:t>dây</a:t>
            </a:r>
            <a:r>
              <a:rPr lang="en-US" sz="1500" dirty="0">
                <a:solidFill>
                  <a:schemeClr val="accent6"/>
                </a:solidFill>
              </a:rPr>
              <a:t> </a:t>
            </a:r>
            <a:r>
              <a:rPr lang="en-US" sz="1500" dirty="0" err="1">
                <a:solidFill>
                  <a:schemeClr val="accent6"/>
                </a:solidFill>
              </a:rPr>
              <a:t>cung</a:t>
            </a:r>
            <a:r>
              <a:rPr lang="en-US" sz="1500" dirty="0">
                <a:solidFill>
                  <a:schemeClr val="accent6"/>
                </a:solidFill>
              </a:rPr>
              <a:t> (Chord Length Parameterization)</a:t>
            </a:r>
            <a:endParaRPr sz="1500" dirty="0">
              <a:solidFill>
                <a:schemeClr val="accent6"/>
              </a:solidFill>
            </a:endParaRPr>
          </a:p>
        </p:txBody>
      </p:sp>
      <p:sp>
        <p:nvSpPr>
          <p:cNvPr id="3" name="Rectangle: Rounded Corners 2">
            <a:extLst>
              <a:ext uri="{FF2B5EF4-FFF2-40B4-BE49-F238E27FC236}">
                <a16:creationId xmlns:a16="http://schemas.microsoft.com/office/drawing/2014/main" id="{4AB9C8A5-29AC-1C60-238F-F39AC851C712}"/>
              </a:ext>
            </a:extLst>
          </p:cNvPr>
          <p:cNvSpPr/>
          <p:nvPr/>
        </p:nvSpPr>
        <p:spPr>
          <a:xfrm>
            <a:off x="351431" y="3350380"/>
            <a:ext cx="3557352" cy="1517166"/>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Google Shape;1040;p31">
            <a:extLst>
              <a:ext uri="{FF2B5EF4-FFF2-40B4-BE49-F238E27FC236}">
                <a16:creationId xmlns:a16="http://schemas.microsoft.com/office/drawing/2014/main" id="{C762B90D-D38E-BC8B-0074-5B5F00828B93}"/>
              </a:ext>
            </a:extLst>
          </p:cNvPr>
          <p:cNvSpPr txBox="1">
            <a:spLocks/>
          </p:cNvSpPr>
          <p:nvPr/>
        </p:nvSpPr>
        <p:spPr>
          <a:xfrm>
            <a:off x="371479" y="4032054"/>
            <a:ext cx="3557352" cy="799799"/>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nSpc>
                <a:spcPct val="150000"/>
              </a:lnSpc>
              <a:buClr>
                <a:schemeClr val="bg1"/>
              </a:buClr>
            </a:pPr>
            <a:r>
              <a:rPr lang="vi-VN" sz="1300" dirty="0"/>
              <a:t>Đảm bảo đường cong kẹp chính xác tại điểm bắt đầu và kết thúc của mỗi nét vẽ độc lập.</a:t>
            </a:r>
            <a:endParaRPr lang="en-US" sz="1300" dirty="0">
              <a:solidFill>
                <a:schemeClr val="bg1"/>
              </a:solidFill>
            </a:endParaRPr>
          </a:p>
        </p:txBody>
      </p:sp>
      <p:sp>
        <p:nvSpPr>
          <p:cNvPr id="6" name="Rectangle: Rounded Corners 5">
            <a:extLst>
              <a:ext uri="{FF2B5EF4-FFF2-40B4-BE49-F238E27FC236}">
                <a16:creationId xmlns:a16="http://schemas.microsoft.com/office/drawing/2014/main" id="{A7551EE9-D616-D56D-E34B-5C1298242E79}"/>
              </a:ext>
            </a:extLst>
          </p:cNvPr>
          <p:cNvSpPr/>
          <p:nvPr/>
        </p:nvSpPr>
        <p:spPr>
          <a:xfrm>
            <a:off x="480591" y="3450694"/>
            <a:ext cx="3287516" cy="566438"/>
          </a:xfrm>
          <a:prstGeom prst="roundRect">
            <a:avLst>
              <a:gd name="adj" fmla="val 18305"/>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1041;p31">
            <a:extLst>
              <a:ext uri="{FF2B5EF4-FFF2-40B4-BE49-F238E27FC236}">
                <a16:creationId xmlns:a16="http://schemas.microsoft.com/office/drawing/2014/main" id="{1769CE81-058B-C695-0E42-3E7702A5FB56}"/>
              </a:ext>
            </a:extLst>
          </p:cNvPr>
          <p:cNvSpPr txBox="1">
            <a:spLocks/>
          </p:cNvSpPr>
          <p:nvPr/>
        </p:nvSpPr>
        <p:spPr>
          <a:xfrm>
            <a:off x="490615" y="3470749"/>
            <a:ext cx="3287516" cy="54638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500" dirty="0" err="1">
                <a:solidFill>
                  <a:schemeClr val="accent6"/>
                </a:solidFill>
              </a:rPr>
              <a:t>Khởi</a:t>
            </a:r>
            <a:r>
              <a:rPr lang="en-US" sz="1500" dirty="0">
                <a:solidFill>
                  <a:schemeClr val="accent6"/>
                </a:solidFill>
              </a:rPr>
              <a:t> </a:t>
            </a:r>
            <a:r>
              <a:rPr lang="en-US" sz="1500" dirty="0" err="1">
                <a:solidFill>
                  <a:schemeClr val="accent6"/>
                </a:solidFill>
              </a:rPr>
              <a:t>tạo</a:t>
            </a:r>
            <a:r>
              <a:rPr lang="en-US" sz="1500" dirty="0">
                <a:solidFill>
                  <a:schemeClr val="accent6"/>
                </a:solidFill>
              </a:rPr>
              <a:t> Vector </a:t>
            </a:r>
            <a:r>
              <a:rPr lang="en-US" sz="1500" dirty="0" err="1">
                <a:solidFill>
                  <a:schemeClr val="accent6"/>
                </a:solidFill>
              </a:rPr>
              <a:t>Nút</a:t>
            </a:r>
            <a:r>
              <a:rPr lang="en-US" sz="1500" dirty="0">
                <a:solidFill>
                  <a:schemeClr val="accent6"/>
                </a:solidFill>
              </a:rPr>
              <a:t> (Clamped Uniform Knot Vector):</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7595718B-70AF-F0B5-3ED1-D78E2160CFBB}"/>
                  </a:ext>
                </a:extLst>
              </p:cNvPr>
              <p:cNvSpPr txBox="1"/>
              <p:nvPr/>
            </p:nvSpPr>
            <p:spPr>
              <a:xfrm>
                <a:off x="3828691" y="2919498"/>
                <a:ext cx="3072294" cy="451214"/>
              </a:xfrm>
              <a:prstGeom prst="rect">
                <a:avLst/>
              </a:prstGeom>
              <a:noFill/>
            </p:spPr>
            <p:txBody>
              <a:bodyPr wrap="square">
                <a:spAutoFit/>
              </a:bodyPr>
              <a:lstStyle/>
              <a:p>
                <a:r>
                  <a:rPr lang="en-US" sz="2000" dirty="0">
                    <a:solidFill>
                      <a:schemeClr val="bg1"/>
                    </a:solidFill>
                    <a:latin typeface="Montserrat" panose="00000500000000000000" pitchFamily="2" charset="0"/>
                  </a:rPr>
                  <a:t>C(u) = </a:t>
                </a:r>
                <a14:m>
                  <m:oMath xmlns:m="http://schemas.openxmlformats.org/officeDocument/2006/math">
                    <m:nary>
                      <m:naryPr>
                        <m:chr m:val="∑"/>
                        <m:limLoc m:val="undOvr"/>
                        <m:ctrlPr>
                          <a:rPr lang="en-US" sz="2000" i="1">
                            <a:solidFill>
                              <a:schemeClr val="bg1"/>
                            </a:solidFill>
                            <a:latin typeface="Cambria Math" panose="02040503050406030204" pitchFamily="18" charset="0"/>
                          </a:rPr>
                        </m:ctrlPr>
                      </m:naryPr>
                      <m:sub>
                        <m:r>
                          <a:rPr lang="en-US" sz="2000" i="1">
                            <a:solidFill>
                              <a:schemeClr val="bg1"/>
                            </a:solidFill>
                            <a:latin typeface="Cambria Math" panose="02040503050406030204" pitchFamily="18" charset="0"/>
                          </a:rPr>
                          <m:t>𝑖</m:t>
                        </m:r>
                        <m:r>
                          <a:rPr lang="en-US" sz="2000" i="1">
                            <a:solidFill>
                              <a:schemeClr val="bg1"/>
                            </a:solidFill>
                            <a:latin typeface="Cambria Math" panose="02040503050406030204" pitchFamily="18" charset="0"/>
                          </a:rPr>
                          <m:t>=0</m:t>
                        </m:r>
                      </m:sub>
                      <m:sup>
                        <m:r>
                          <a:rPr lang="en-US" sz="2000" i="1">
                            <a:solidFill>
                              <a:schemeClr val="bg1"/>
                            </a:solidFill>
                            <a:latin typeface="Cambria Math" panose="02040503050406030204" pitchFamily="18" charset="0"/>
                          </a:rPr>
                          <m:t>𝑛</m:t>
                        </m:r>
                        <m:r>
                          <a:rPr lang="en-US" sz="2000" i="1">
                            <a:solidFill>
                              <a:schemeClr val="bg1"/>
                            </a:solidFill>
                            <a:latin typeface="Cambria Math" panose="02040503050406030204" pitchFamily="18" charset="0"/>
                          </a:rPr>
                          <m:t>−1</m:t>
                        </m:r>
                      </m:sup>
                      <m:e>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𝑃</m:t>
                            </m:r>
                          </m:e>
                          <m:sub>
                            <m:r>
                              <a:rPr lang="en-US" sz="2000" i="1">
                                <a:solidFill>
                                  <a:schemeClr val="bg1"/>
                                </a:solidFill>
                                <a:latin typeface="Cambria Math" panose="02040503050406030204" pitchFamily="18" charset="0"/>
                              </a:rPr>
                              <m:t>𝑖</m:t>
                            </m:r>
                          </m:sub>
                        </m:sSub>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𝑁</m:t>
                            </m:r>
                          </m:e>
                          <m:sub>
                            <m:r>
                              <a:rPr lang="en-US" sz="2000" i="1">
                                <a:solidFill>
                                  <a:schemeClr val="bg1"/>
                                </a:solidFill>
                                <a:latin typeface="Cambria Math" panose="02040503050406030204" pitchFamily="18" charset="0"/>
                              </a:rPr>
                              <m:t>𝑖</m:t>
                            </m:r>
                            <m:r>
                              <a:rPr lang="en-US" sz="2000" i="1">
                                <a:solidFill>
                                  <a:schemeClr val="bg1"/>
                                </a:solidFill>
                                <a:latin typeface="Cambria Math" panose="02040503050406030204" pitchFamily="18" charset="0"/>
                              </a:rPr>
                              <m:t>,</m:t>
                            </m:r>
                            <m:r>
                              <a:rPr lang="en-US" sz="2000" i="1">
                                <a:solidFill>
                                  <a:schemeClr val="bg1"/>
                                </a:solidFill>
                                <a:latin typeface="Cambria Math" panose="02040503050406030204" pitchFamily="18" charset="0"/>
                              </a:rPr>
                              <m:t>𝑝</m:t>
                            </m:r>
                          </m:sub>
                        </m:sSub>
                        <m:r>
                          <a:rPr lang="en-US" sz="2000" i="1">
                            <a:solidFill>
                              <a:schemeClr val="bg1"/>
                            </a:solidFill>
                            <a:latin typeface="Cambria Math" panose="02040503050406030204" pitchFamily="18" charset="0"/>
                          </a:rPr>
                          <m:t>(</m:t>
                        </m:r>
                        <m:r>
                          <a:rPr lang="en-US" sz="2000" i="1">
                            <a:solidFill>
                              <a:schemeClr val="bg1"/>
                            </a:solidFill>
                            <a:latin typeface="Cambria Math" panose="02040503050406030204" pitchFamily="18" charset="0"/>
                          </a:rPr>
                          <m:t>𝑢</m:t>
                        </m:r>
                        <m:r>
                          <a:rPr lang="en-US" sz="2000" i="1">
                            <a:solidFill>
                              <a:schemeClr val="bg1"/>
                            </a:solidFill>
                            <a:latin typeface="Cambria Math" panose="02040503050406030204" pitchFamily="18" charset="0"/>
                          </a:rPr>
                          <m:t>)</m:t>
                        </m:r>
                      </m:e>
                    </m:nary>
                  </m:oMath>
                </a14:m>
                <a:endParaRPr lang="vi-VN" sz="2000" dirty="0">
                  <a:solidFill>
                    <a:schemeClr val="bg1"/>
                  </a:solidFill>
                  <a:latin typeface="Montserrat" panose="00000500000000000000" pitchFamily="2" charset="0"/>
                </a:endParaRPr>
              </a:p>
            </p:txBody>
          </p:sp>
        </mc:Choice>
        <mc:Fallback xmlns="">
          <p:sp>
            <p:nvSpPr>
              <p:cNvPr id="20" name="TextBox 19">
                <a:extLst>
                  <a:ext uri="{FF2B5EF4-FFF2-40B4-BE49-F238E27FC236}">
                    <a16:creationId xmlns:a16="http://schemas.microsoft.com/office/drawing/2014/main" id="{7595718B-70AF-F0B5-3ED1-D78E2160CFBB}"/>
                  </a:ext>
                </a:extLst>
              </p:cNvPr>
              <p:cNvSpPr txBox="1">
                <a:spLocks noRot="1" noChangeAspect="1" noMove="1" noResize="1" noEditPoints="1" noAdjustHandles="1" noChangeArrowheads="1" noChangeShapeType="1" noTextEdit="1"/>
              </p:cNvSpPr>
              <p:nvPr/>
            </p:nvSpPr>
            <p:spPr>
              <a:xfrm>
                <a:off x="3828691" y="2919498"/>
                <a:ext cx="3072294" cy="451214"/>
              </a:xfrm>
              <a:prstGeom prst="rect">
                <a:avLst/>
              </a:prstGeom>
              <a:blipFill>
                <a:blip r:embed="rId3"/>
                <a:stretch>
                  <a:fillRect l="-1984" t="-104054" b="-156757"/>
                </a:stretch>
              </a:blipFill>
            </p:spPr>
            <p:txBody>
              <a:bodyPr/>
              <a:lstStyle/>
              <a:p>
                <a:r>
                  <a:rPr lang="en-US">
                    <a:noFill/>
                  </a:rPr>
                  <a:t> </a:t>
                </a:r>
              </a:p>
            </p:txBody>
          </p:sp>
        </mc:Fallback>
      </mc:AlternateContent>
      <p:cxnSp>
        <p:nvCxnSpPr>
          <p:cNvPr id="22" name="Connector: Elbow 21">
            <a:extLst>
              <a:ext uri="{FF2B5EF4-FFF2-40B4-BE49-F238E27FC236}">
                <a16:creationId xmlns:a16="http://schemas.microsoft.com/office/drawing/2014/main" id="{C091F237-E9D6-B2AB-CEA6-AF49C8A8402F}"/>
              </a:ext>
            </a:extLst>
          </p:cNvPr>
          <p:cNvCxnSpPr>
            <a:cxnSpLocks/>
            <a:stCxn id="20" idx="0"/>
          </p:cNvCxnSpPr>
          <p:nvPr/>
        </p:nvCxnSpPr>
        <p:spPr>
          <a:xfrm rot="16200000" flipV="1">
            <a:off x="4343016" y="1897675"/>
            <a:ext cx="612818" cy="1430827"/>
          </a:xfrm>
          <a:prstGeom prst="bentConnector2">
            <a:avLst/>
          </a:prstGeom>
          <a:ln w="19050">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025" name="Connector: Elbow 1024">
            <a:extLst>
              <a:ext uri="{FF2B5EF4-FFF2-40B4-BE49-F238E27FC236}">
                <a16:creationId xmlns:a16="http://schemas.microsoft.com/office/drawing/2014/main" id="{7A24595E-4BB0-E950-4D0B-EF7388E0F350}"/>
              </a:ext>
            </a:extLst>
          </p:cNvPr>
          <p:cNvCxnSpPr>
            <a:cxnSpLocks/>
            <a:stCxn id="20" idx="2"/>
          </p:cNvCxnSpPr>
          <p:nvPr/>
        </p:nvCxnSpPr>
        <p:spPr>
          <a:xfrm rot="5400000">
            <a:off x="4249396" y="3050148"/>
            <a:ext cx="794878" cy="1436007"/>
          </a:xfrm>
          <a:prstGeom prst="bentConnector2">
            <a:avLst/>
          </a:prstGeom>
          <a:ln w="19050">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035" name="Rectangle: Rounded Corners 1034">
            <a:extLst>
              <a:ext uri="{FF2B5EF4-FFF2-40B4-BE49-F238E27FC236}">
                <a16:creationId xmlns:a16="http://schemas.microsoft.com/office/drawing/2014/main" id="{AB76F39F-1E99-30FD-4D82-071328DC7703}"/>
              </a:ext>
            </a:extLst>
          </p:cNvPr>
          <p:cNvSpPr/>
          <p:nvPr/>
        </p:nvSpPr>
        <p:spPr>
          <a:xfrm>
            <a:off x="6522477" y="1996977"/>
            <a:ext cx="2245163" cy="2300827"/>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6" name="Google Shape;1040;p31">
            <a:extLst>
              <a:ext uri="{FF2B5EF4-FFF2-40B4-BE49-F238E27FC236}">
                <a16:creationId xmlns:a16="http://schemas.microsoft.com/office/drawing/2014/main" id="{14EC205C-2F58-B0BB-EBDD-F9F4EED98079}"/>
              </a:ext>
            </a:extLst>
          </p:cNvPr>
          <p:cNvSpPr txBox="1">
            <a:spLocks/>
          </p:cNvSpPr>
          <p:nvPr/>
        </p:nvSpPr>
        <p:spPr>
          <a:xfrm>
            <a:off x="6542525" y="2678652"/>
            <a:ext cx="2245163" cy="158346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nSpc>
                <a:spcPct val="150000"/>
              </a:lnSpc>
              <a:buClr>
                <a:schemeClr val="bg1"/>
              </a:buClr>
            </a:pPr>
            <a:r>
              <a:rPr lang="vi-VN" sz="1300" dirty="0"/>
              <a:t>Tự lập trình hàm cơ sở tính toán ma trận </a:t>
            </a:r>
            <a:r>
              <a:rPr lang="vi-VN" sz="1300" b="1" dirty="0"/>
              <a:t>N</a:t>
            </a:r>
            <a:r>
              <a:rPr lang="vi-VN" sz="1300" dirty="0"/>
              <a:t>, đảm bảo tính điều khiển cục bộ (</a:t>
            </a:r>
            <a:r>
              <a:rPr lang="vi-VN" sz="1300" b="1" dirty="0" err="1"/>
              <a:t>local</a:t>
            </a:r>
            <a:r>
              <a:rPr lang="vi-VN" sz="1300" b="1" dirty="0"/>
              <a:t> </a:t>
            </a:r>
            <a:r>
              <a:rPr lang="vi-VN" sz="1300" b="1" dirty="0" err="1"/>
              <a:t>control</a:t>
            </a:r>
            <a:r>
              <a:rPr lang="vi-VN" sz="1300" dirty="0"/>
              <a:t>).</a:t>
            </a:r>
            <a:endParaRPr lang="en-US" sz="1300" dirty="0">
              <a:solidFill>
                <a:schemeClr val="bg1"/>
              </a:solidFill>
            </a:endParaRPr>
          </a:p>
        </p:txBody>
      </p:sp>
      <p:sp>
        <p:nvSpPr>
          <p:cNvPr id="1037" name="Rectangle: Rounded Corners 1036">
            <a:extLst>
              <a:ext uri="{FF2B5EF4-FFF2-40B4-BE49-F238E27FC236}">
                <a16:creationId xmlns:a16="http://schemas.microsoft.com/office/drawing/2014/main" id="{5A9A5B15-8F47-E019-FADA-F43F0B3EFA52}"/>
              </a:ext>
            </a:extLst>
          </p:cNvPr>
          <p:cNvSpPr/>
          <p:nvPr/>
        </p:nvSpPr>
        <p:spPr>
          <a:xfrm>
            <a:off x="6651637" y="2097292"/>
            <a:ext cx="1990123" cy="566438"/>
          </a:xfrm>
          <a:prstGeom prst="roundRect">
            <a:avLst>
              <a:gd name="adj" fmla="val 18305"/>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Google Shape;1041;p31">
            <a:extLst>
              <a:ext uri="{FF2B5EF4-FFF2-40B4-BE49-F238E27FC236}">
                <a16:creationId xmlns:a16="http://schemas.microsoft.com/office/drawing/2014/main" id="{2532D09B-27FC-94B9-1FD8-70716BB3F357}"/>
              </a:ext>
            </a:extLst>
          </p:cNvPr>
          <p:cNvSpPr txBox="1">
            <a:spLocks/>
          </p:cNvSpPr>
          <p:nvPr/>
        </p:nvSpPr>
        <p:spPr>
          <a:xfrm>
            <a:off x="6661661" y="2117347"/>
            <a:ext cx="1990123" cy="54638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2000"/>
              <a:buFont typeface="Montserrat"/>
              <a:buNone/>
              <a:defRPr sz="2000" b="1"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2000"/>
              <a:buFont typeface="Montserrat"/>
              <a:buNone/>
              <a:defRPr sz="2000" b="0" i="0" u="none" strike="noStrike" cap="none">
                <a:solidFill>
                  <a:schemeClr val="dk1"/>
                </a:solidFill>
                <a:latin typeface="Montserrat"/>
                <a:ea typeface="Montserrat"/>
                <a:cs typeface="Montserrat"/>
                <a:sym typeface="Montserrat"/>
              </a:defRPr>
            </a:lvl9pPr>
          </a:lstStyle>
          <a:p>
            <a:pPr marL="0" indent="0" algn="ctr"/>
            <a:r>
              <a:rPr lang="en-US" sz="1500" dirty="0" err="1">
                <a:solidFill>
                  <a:schemeClr val="accent6"/>
                </a:solidFill>
              </a:rPr>
              <a:t>Thuật</a:t>
            </a:r>
            <a:r>
              <a:rPr lang="en-US" sz="1500" dirty="0">
                <a:solidFill>
                  <a:schemeClr val="accent6"/>
                </a:solidFill>
              </a:rPr>
              <a:t> </a:t>
            </a:r>
            <a:r>
              <a:rPr lang="en-US" sz="1500" dirty="0" err="1">
                <a:solidFill>
                  <a:schemeClr val="accent6"/>
                </a:solidFill>
              </a:rPr>
              <a:t>toán</a:t>
            </a:r>
            <a:r>
              <a:rPr lang="en-US" sz="1500" dirty="0">
                <a:solidFill>
                  <a:schemeClr val="accent6"/>
                </a:solidFill>
              </a:rPr>
              <a:t> </a:t>
            </a:r>
            <a:r>
              <a:rPr lang="en-US" sz="1500" dirty="0" err="1">
                <a:solidFill>
                  <a:schemeClr val="accent6"/>
                </a:solidFill>
              </a:rPr>
              <a:t>Đệ</a:t>
            </a:r>
            <a:r>
              <a:rPr lang="en-US" sz="1500" dirty="0">
                <a:solidFill>
                  <a:schemeClr val="accent6"/>
                </a:solidFill>
              </a:rPr>
              <a:t> </a:t>
            </a:r>
            <a:r>
              <a:rPr lang="en-US" sz="1500" dirty="0" err="1">
                <a:solidFill>
                  <a:schemeClr val="accent6"/>
                </a:solidFill>
              </a:rPr>
              <a:t>quy</a:t>
            </a:r>
            <a:r>
              <a:rPr lang="en-US" sz="1500" dirty="0">
                <a:solidFill>
                  <a:schemeClr val="accent6"/>
                </a:solidFill>
              </a:rPr>
              <a:t> Cox-de Boor</a:t>
            </a:r>
          </a:p>
        </p:txBody>
      </p:sp>
      <p:cxnSp>
        <p:nvCxnSpPr>
          <p:cNvPr id="1056" name="Straight Arrow Connector 1055">
            <a:extLst>
              <a:ext uri="{FF2B5EF4-FFF2-40B4-BE49-F238E27FC236}">
                <a16:creationId xmlns:a16="http://schemas.microsoft.com/office/drawing/2014/main" id="{ECECDCF5-BD98-ABE7-B1A5-00AC7D48A550}"/>
              </a:ext>
            </a:extLst>
          </p:cNvPr>
          <p:cNvCxnSpPr>
            <a:cxnSpLocks/>
          </p:cNvCxnSpPr>
          <p:nvPr/>
        </p:nvCxnSpPr>
        <p:spPr>
          <a:xfrm>
            <a:off x="6254803" y="3168741"/>
            <a:ext cx="230521" cy="0"/>
          </a:xfrm>
          <a:prstGeom prst="straightConnector1">
            <a:avLst/>
          </a:prstGeom>
          <a:ln w="19050">
            <a:solidFill>
              <a:schemeClr val="bg1"/>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18650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35D52716-1FD3-B76A-440B-D1130797BBB3}"/>
            </a:ext>
          </a:extLst>
        </p:cNvPr>
        <p:cNvGrpSpPr/>
        <p:nvPr/>
      </p:nvGrpSpPr>
      <p:grpSpPr>
        <a:xfrm>
          <a:off x="0" y="0"/>
          <a:ext cx="0" cy="0"/>
          <a:chOff x="0" y="0"/>
          <a:chExt cx="0" cy="0"/>
        </a:xfrm>
      </p:grpSpPr>
      <p:grpSp>
        <p:nvGrpSpPr>
          <p:cNvPr id="10" name="Google Shape;1345;p39">
            <a:extLst>
              <a:ext uri="{FF2B5EF4-FFF2-40B4-BE49-F238E27FC236}">
                <a16:creationId xmlns:a16="http://schemas.microsoft.com/office/drawing/2014/main" id="{B7144BAC-855E-AD43-E9C8-82CFDFC1505D}"/>
              </a:ext>
            </a:extLst>
          </p:cNvPr>
          <p:cNvGrpSpPr/>
          <p:nvPr/>
        </p:nvGrpSpPr>
        <p:grpSpPr>
          <a:xfrm>
            <a:off x="3729739" y="1350394"/>
            <a:ext cx="467796" cy="53928"/>
            <a:chOff x="7685921" y="1136892"/>
            <a:chExt cx="513876" cy="57000"/>
          </a:xfrm>
        </p:grpSpPr>
        <p:cxnSp>
          <p:nvCxnSpPr>
            <p:cNvPr id="14" name="Google Shape;1347;p39">
              <a:extLst>
                <a:ext uri="{FF2B5EF4-FFF2-40B4-BE49-F238E27FC236}">
                  <a16:creationId xmlns:a16="http://schemas.microsoft.com/office/drawing/2014/main" id="{A1411C70-6A42-E64C-9B49-87305A294257}"/>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5" name="Google Shape;1349;p39">
              <a:extLst>
                <a:ext uri="{FF2B5EF4-FFF2-40B4-BE49-F238E27FC236}">
                  <a16:creationId xmlns:a16="http://schemas.microsoft.com/office/drawing/2014/main" id="{6C0A51F9-F664-D736-392F-28BB887E1B97}"/>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 name="Google Shape;1347;p39">
            <a:extLst>
              <a:ext uri="{FF2B5EF4-FFF2-40B4-BE49-F238E27FC236}">
                <a16:creationId xmlns:a16="http://schemas.microsoft.com/office/drawing/2014/main" id="{BA6BFEA8-AC8B-2EA5-7DB9-BD87C13A0132}"/>
              </a:ext>
            </a:extLst>
          </p:cNvPr>
          <p:cNvCxnSpPr>
            <a:cxnSpLocks/>
            <a:endCxn id="1332" idx="2"/>
          </p:cNvCxnSpPr>
          <p:nvPr/>
        </p:nvCxnSpPr>
        <p:spPr>
          <a:xfrm>
            <a:off x="4447532" y="1477108"/>
            <a:ext cx="4521" cy="3235302"/>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43" name="Google Shape;1343;p39">
            <a:extLst>
              <a:ext uri="{FF2B5EF4-FFF2-40B4-BE49-F238E27FC236}">
                <a16:creationId xmlns:a16="http://schemas.microsoft.com/office/drawing/2014/main" id="{732AC0C5-1743-AEC0-57CC-D672C6E44A0F}"/>
              </a:ext>
            </a:extLst>
          </p:cNvPr>
          <p:cNvSpPr txBox="1">
            <a:spLocks noGrp="1"/>
          </p:cNvSpPr>
          <p:nvPr>
            <p:ph type="title"/>
          </p:nvPr>
        </p:nvSpPr>
        <p:spPr>
          <a:xfrm>
            <a:off x="1137028" y="51016"/>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15DAB9AD-1AC5-A4C0-FB3A-B1FB104F89B0}"/>
              </a:ext>
            </a:extLst>
          </p:cNvPr>
          <p:cNvGrpSpPr/>
          <p:nvPr/>
        </p:nvGrpSpPr>
        <p:grpSpPr>
          <a:xfrm>
            <a:off x="1458182" y="528603"/>
            <a:ext cx="5921700" cy="192184"/>
            <a:chOff x="902597" y="1069304"/>
            <a:chExt cx="5921700" cy="192184"/>
          </a:xfrm>
        </p:grpSpPr>
        <p:grpSp>
          <p:nvGrpSpPr>
            <p:cNvPr id="1345" name="Google Shape;1345;p39">
              <a:extLst>
                <a:ext uri="{FF2B5EF4-FFF2-40B4-BE49-F238E27FC236}">
                  <a16:creationId xmlns:a16="http://schemas.microsoft.com/office/drawing/2014/main" id="{764629E4-9D11-93DC-865C-BD02B1156BAE}"/>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0F4163F8-3E16-D533-4A30-F313A0469EFE}"/>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A9E35C66-3BF9-605C-9D65-FB04D46DBAB5}"/>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7DE91369-D3C6-3123-913E-CA5C1257530E}"/>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7F7F64D6-A2AA-46AE-B2E0-91C5EE6A00BD}"/>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018B16C6-19F8-C6D1-6AFB-1135B3CBF2E7}"/>
              </a:ext>
            </a:extLst>
          </p:cNvPr>
          <p:cNvSpPr txBox="1">
            <a:spLocks/>
          </p:cNvSpPr>
          <p:nvPr/>
        </p:nvSpPr>
        <p:spPr>
          <a:xfrm>
            <a:off x="850552" y="44247"/>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1321" name="Google Shape;1497;p43">
            <a:extLst>
              <a:ext uri="{FF2B5EF4-FFF2-40B4-BE49-F238E27FC236}">
                <a16:creationId xmlns:a16="http://schemas.microsoft.com/office/drawing/2014/main" id="{69F8F0FB-6BE9-0E0E-1C1D-671BF2EACA9F}"/>
              </a:ext>
            </a:extLst>
          </p:cNvPr>
          <p:cNvSpPr txBox="1">
            <a:spLocks/>
          </p:cNvSpPr>
          <p:nvPr/>
        </p:nvSpPr>
        <p:spPr>
          <a:xfrm>
            <a:off x="1486682" y="637581"/>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2: </a:t>
            </a:r>
            <a:r>
              <a:rPr lang="fr-FR" dirty="0" err="1">
                <a:solidFill>
                  <a:schemeClr val="bg1"/>
                </a:solidFill>
              </a:rPr>
              <a:t>Cơ</a:t>
            </a:r>
            <a:r>
              <a:rPr lang="fr-FR" dirty="0">
                <a:solidFill>
                  <a:schemeClr val="bg1"/>
                </a:solidFill>
              </a:rPr>
              <a:t> </a:t>
            </a:r>
            <a:r>
              <a:rPr lang="fr-FR" dirty="0" err="1">
                <a:solidFill>
                  <a:schemeClr val="bg1"/>
                </a:solidFill>
              </a:rPr>
              <a:t>sở</a:t>
            </a:r>
            <a:r>
              <a:rPr lang="fr-FR" dirty="0">
                <a:solidFill>
                  <a:schemeClr val="bg1"/>
                </a:solidFill>
              </a:rPr>
              <a:t> </a:t>
            </a:r>
            <a:r>
              <a:rPr lang="fr-FR" dirty="0" err="1">
                <a:solidFill>
                  <a:schemeClr val="bg1"/>
                </a:solidFill>
              </a:rPr>
              <a:t>Toán</a:t>
            </a:r>
            <a:r>
              <a:rPr lang="fr-FR" dirty="0">
                <a:solidFill>
                  <a:schemeClr val="bg1"/>
                </a:solidFill>
              </a:rPr>
              <a:t> </a:t>
            </a:r>
            <a:r>
              <a:rPr lang="fr-FR" dirty="0" err="1">
                <a:solidFill>
                  <a:schemeClr val="bg1"/>
                </a:solidFill>
              </a:rPr>
              <a:t>học</a:t>
            </a:r>
            <a:r>
              <a:rPr lang="fr-FR" dirty="0">
                <a:solidFill>
                  <a:schemeClr val="bg1"/>
                </a:solidFill>
              </a:rPr>
              <a:t> B-</a:t>
            </a:r>
            <a:r>
              <a:rPr lang="fr-FR" dirty="0" err="1">
                <a:solidFill>
                  <a:schemeClr val="bg1"/>
                </a:solidFill>
              </a:rPr>
              <a:t>Spline</a:t>
            </a:r>
            <a:r>
              <a:rPr lang="fr-FR" dirty="0">
                <a:solidFill>
                  <a:schemeClr val="bg1"/>
                </a:solidFill>
              </a:rPr>
              <a:t> Non-Uniform</a:t>
            </a:r>
          </a:p>
        </p:txBody>
      </p:sp>
      <p:sp>
        <p:nvSpPr>
          <p:cNvPr id="1337" name="Google Shape;1040;p31">
            <a:extLst>
              <a:ext uri="{FF2B5EF4-FFF2-40B4-BE49-F238E27FC236}">
                <a16:creationId xmlns:a16="http://schemas.microsoft.com/office/drawing/2014/main" id="{5EA82DFC-D762-A093-80F7-425FF18CAF0A}"/>
              </a:ext>
            </a:extLst>
          </p:cNvPr>
          <p:cNvSpPr txBox="1">
            <a:spLocks/>
          </p:cNvSpPr>
          <p:nvPr/>
        </p:nvSpPr>
        <p:spPr>
          <a:xfrm>
            <a:off x="280638" y="1162034"/>
            <a:ext cx="3344789" cy="499174"/>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Hàm đọc mảng tọa độ không gian từ nội dung </a:t>
            </a:r>
            <a:r>
              <a:rPr lang="vi-VN" sz="1000" dirty="0" err="1">
                <a:solidFill>
                  <a:schemeClr val="bg1"/>
                </a:solidFill>
                <a:latin typeface="Montserrat" panose="00000500000000000000" pitchFamily="2" charset="0"/>
              </a:rPr>
              <a:t>file</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text</a:t>
            </a:r>
            <a:r>
              <a:rPr lang="vi-VN" sz="1000" dirty="0">
                <a:solidFill>
                  <a:schemeClr val="bg1"/>
                </a:solidFill>
                <a:latin typeface="Montserrat" panose="00000500000000000000" pitchFamily="2" charset="0"/>
              </a:rPr>
              <a:t> diempixel.dat (được sinh ra từ </a:t>
            </a:r>
            <a:r>
              <a:rPr lang="vi-VN" sz="1000" dirty="0" err="1">
                <a:solidFill>
                  <a:schemeClr val="bg1"/>
                </a:solidFill>
                <a:latin typeface="Montserrat" panose="00000500000000000000" pitchFamily="2" charset="0"/>
              </a:rPr>
              <a:t>Module</a:t>
            </a:r>
            <a:r>
              <a:rPr lang="vi-VN" sz="1000" dirty="0">
                <a:solidFill>
                  <a:schemeClr val="bg1"/>
                </a:solidFill>
                <a:latin typeface="Montserrat" panose="00000500000000000000" pitchFamily="2" charset="0"/>
              </a:rPr>
              <a:t> 1) để nạp vào ma trận tính toán </a:t>
            </a:r>
            <a:r>
              <a:rPr lang="vi-VN" sz="1000" dirty="0" err="1">
                <a:solidFill>
                  <a:schemeClr val="bg1"/>
                </a:solidFill>
                <a:latin typeface="Montserrat" panose="00000500000000000000" pitchFamily="2" charset="0"/>
              </a:rPr>
              <a:t>numpy</a:t>
            </a:r>
            <a:r>
              <a:rPr lang="vi-VN" sz="1000" dirty="0">
                <a:solidFill>
                  <a:schemeClr val="bg1"/>
                </a:solidFill>
                <a:latin typeface="Montserrat" panose="00000500000000000000" pitchFamily="2" charset="0"/>
              </a:rPr>
              <a:t> Q.</a:t>
            </a:r>
          </a:p>
        </p:txBody>
      </p:sp>
      <p:sp>
        <p:nvSpPr>
          <p:cNvPr id="3" name="Rectangle: Rounded Corners 2">
            <a:extLst>
              <a:ext uri="{FF2B5EF4-FFF2-40B4-BE49-F238E27FC236}">
                <a16:creationId xmlns:a16="http://schemas.microsoft.com/office/drawing/2014/main" id="{E8C16012-553B-D8E4-E61C-462C2FA960EB}"/>
              </a:ext>
            </a:extLst>
          </p:cNvPr>
          <p:cNvSpPr/>
          <p:nvPr/>
        </p:nvSpPr>
        <p:spPr>
          <a:xfrm>
            <a:off x="4182034" y="1147514"/>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Google Shape;1039;p31">
            <a:extLst>
              <a:ext uri="{FF2B5EF4-FFF2-40B4-BE49-F238E27FC236}">
                <a16:creationId xmlns:a16="http://schemas.microsoft.com/office/drawing/2014/main" id="{AB97D44A-C861-551F-49AB-EF626A7F2424}"/>
              </a:ext>
            </a:extLst>
          </p:cNvPr>
          <p:cNvSpPr txBox="1">
            <a:spLocks/>
          </p:cNvSpPr>
          <p:nvPr/>
        </p:nvSpPr>
        <p:spPr>
          <a:xfrm>
            <a:off x="4213036" y="1127771"/>
            <a:ext cx="437990" cy="48290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1</a:t>
            </a:r>
          </a:p>
        </p:txBody>
      </p:sp>
      <p:pic>
        <p:nvPicPr>
          <p:cNvPr id="23" name="Picture 22">
            <a:extLst>
              <a:ext uri="{FF2B5EF4-FFF2-40B4-BE49-F238E27FC236}">
                <a16:creationId xmlns:a16="http://schemas.microsoft.com/office/drawing/2014/main" id="{74A8B42C-5D76-46D9-4351-D71A966A26DE}"/>
              </a:ext>
            </a:extLst>
          </p:cNvPr>
          <p:cNvPicPr>
            <a:picLocks noChangeAspect="1"/>
          </p:cNvPicPr>
          <p:nvPr/>
        </p:nvPicPr>
        <p:blipFill>
          <a:blip r:embed="rId3"/>
          <a:stretch>
            <a:fillRect/>
          </a:stretch>
        </p:blipFill>
        <p:spPr>
          <a:xfrm>
            <a:off x="5245594" y="1004464"/>
            <a:ext cx="2697621" cy="945288"/>
          </a:xfrm>
          <a:prstGeom prst="rect">
            <a:avLst/>
          </a:prstGeom>
          <a:ln w="28575">
            <a:solidFill>
              <a:schemeClr val="bg1"/>
            </a:solidFill>
          </a:ln>
        </p:spPr>
      </p:pic>
      <p:sp>
        <p:nvSpPr>
          <p:cNvPr id="28" name="Rectangle: Rounded Corners 27">
            <a:extLst>
              <a:ext uri="{FF2B5EF4-FFF2-40B4-BE49-F238E27FC236}">
                <a16:creationId xmlns:a16="http://schemas.microsoft.com/office/drawing/2014/main" id="{E3A5FE5A-23A5-A294-5164-0D63534DDE6C}"/>
              </a:ext>
            </a:extLst>
          </p:cNvPr>
          <p:cNvSpPr/>
          <p:nvPr/>
        </p:nvSpPr>
        <p:spPr>
          <a:xfrm>
            <a:off x="4194665" y="2140352"/>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Google Shape;1039;p31">
            <a:extLst>
              <a:ext uri="{FF2B5EF4-FFF2-40B4-BE49-F238E27FC236}">
                <a16:creationId xmlns:a16="http://schemas.microsoft.com/office/drawing/2014/main" id="{0198DC88-C8B6-14C8-7AB1-362FCBBF5CB5}"/>
              </a:ext>
            </a:extLst>
          </p:cNvPr>
          <p:cNvSpPr txBox="1">
            <a:spLocks/>
          </p:cNvSpPr>
          <p:nvPr/>
        </p:nvSpPr>
        <p:spPr>
          <a:xfrm>
            <a:off x="4225667" y="2120609"/>
            <a:ext cx="437990" cy="451141"/>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2</a:t>
            </a:r>
          </a:p>
        </p:txBody>
      </p:sp>
      <p:pic>
        <p:nvPicPr>
          <p:cNvPr id="31" name="Picture 30">
            <a:extLst>
              <a:ext uri="{FF2B5EF4-FFF2-40B4-BE49-F238E27FC236}">
                <a16:creationId xmlns:a16="http://schemas.microsoft.com/office/drawing/2014/main" id="{4C6E132E-6B8D-6C9A-4C2B-6EBE5ADB6411}"/>
              </a:ext>
            </a:extLst>
          </p:cNvPr>
          <p:cNvPicPr>
            <a:picLocks noChangeAspect="1"/>
          </p:cNvPicPr>
          <p:nvPr/>
        </p:nvPicPr>
        <p:blipFill>
          <a:blip r:embed="rId4"/>
          <a:stretch>
            <a:fillRect/>
          </a:stretch>
        </p:blipFill>
        <p:spPr>
          <a:xfrm>
            <a:off x="1200785" y="1766976"/>
            <a:ext cx="2413820" cy="1152970"/>
          </a:xfrm>
          <a:prstGeom prst="rect">
            <a:avLst/>
          </a:prstGeom>
          <a:ln w="28575">
            <a:solidFill>
              <a:schemeClr val="bg1"/>
            </a:solidFill>
          </a:ln>
        </p:spPr>
      </p:pic>
      <p:grpSp>
        <p:nvGrpSpPr>
          <p:cNvPr id="1367" name="Google Shape;1345;p39">
            <a:extLst>
              <a:ext uri="{FF2B5EF4-FFF2-40B4-BE49-F238E27FC236}">
                <a16:creationId xmlns:a16="http://schemas.microsoft.com/office/drawing/2014/main" id="{C6B0E223-97E2-0974-A163-92A2F11B5447}"/>
              </a:ext>
            </a:extLst>
          </p:cNvPr>
          <p:cNvGrpSpPr/>
          <p:nvPr/>
        </p:nvGrpSpPr>
        <p:grpSpPr>
          <a:xfrm rot="10800000">
            <a:off x="4694659" y="2341505"/>
            <a:ext cx="467796" cy="53928"/>
            <a:chOff x="7685921" y="1136892"/>
            <a:chExt cx="513876" cy="57000"/>
          </a:xfrm>
        </p:grpSpPr>
        <p:cxnSp>
          <p:nvCxnSpPr>
            <p:cNvPr id="1368" name="Google Shape;1347;p39">
              <a:extLst>
                <a:ext uri="{FF2B5EF4-FFF2-40B4-BE49-F238E27FC236}">
                  <a16:creationId xmlns:a16="http://schemas.microsoft.com/office/drawing/2014/main" id="{2AEC6291-1477-F8B7-AA80-C70BE05014F8}"/>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69" name="Google Shape;1349;p39">
              <a:extLst>
                <a:ext uri="{FF2B5EF4-FFF2-40B4-BE49-F238E27FC236}">
                  <a16:creationId xmlns:a16="http://schemas.microsoft.com/office/drawing/2014/main" id="{0AA728AD-4A99-A5D8-E2F6-A50D77404A40}"/>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mc:AlternateContent xmlns:mc="http://schemas.openxmlformats.org/markup-compatibility/2006" xmlns:a14="http://schemas.microsoft.com/office/drawing/2010/main">
        <mc:Choice Requires="a14">
          <p:sp>
            <p:nvSpPr>
              <p:cNvPr id="1370" name="Google Shape;1040;p31">
                <a:extLst>
                  <a:ext uri="{FF2B5EF4-FFF2-40B4-BE49-F238E27FC236}">
                    <a16:creationId xmlns:a16="http://schemas.microsoft.com/office/drawing/2014/main" id="{11A2CD80-92E6-A2C0-2699-A783D4423BC3}"/>
                  </a:ext>
                </a:extLst>
              </p:cNvPr>
              <p:cNvSpPr txBox="1">
                <a:spLocks/>
              </p:cNvSpPr>
              <p:nvPr/>
            </p:nvSpPr>
            <p:spPr>
              <a:xfrm>
                <a:off x="5223133" y="2067730"/>
                <a:ext cx="3326110" cy="688615"/>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Tính toán độ dài dây cung (khoảng cách </a:t>
                </a:r>
                <a:r>
                  <a:rPr lang="vi-VN" sz="1000" dirty="0" err="1">
                    <a:solidFill>
                      <a:schemeClr val="bg1"/>
                    </a:solidFill>
                    <a:latin typeface="Montserrat" panose="00000500000000000000" pitchFamily="2" charset="0"/>
                  </a:rPr>
                  <a:t>Euclid</a:t>
                </a:r>
                <a:r>
                  <a:rPr lang="vi-VN" sz="1000" dirty="0">
                    <a:solidFill>
                      <a:schemeClr val="bg1"/>
                    </a:solidFill>
                    <a:latin typeface="Montserrat" panose="00000500000000000000" pitchFamily="2" charset="0"/>
                  </a:rPr>
                  <a:t> giữa các </a:t>
                </a:r>
                <a:r>
                  <a:rPr lang="vi-VN" sz="1000" dirty="0" err="1">
                    <a:solidFill>
                      <a:schemeClr val="bg1"/>
                    </a:solidFill>
                    <a:latin typeface="Montserrat" panose="00000500000000000000" pitchFamily="2" charset="0"/>
                  </a:rPr>
                  <a:t>pixel</a:t>
                </a:r>
                <a:r>
                  <a:rPr lang="vi-VN" sz="1000" dirty="0">
                    <a:solidFill>
                      <a:schemeClr val="bg1"/>
                    </a:solidFill>
                    <a:latin typeface="Montserrat" panose="00000500000000000000" pitchFamily="2" charset="0"/>
                  </a:rPr>
                  <a:t> liền kề) và chuẩn hóa chúng về khoảng [0,1] để tạo ra mảng tham số </a:t>
                </a:r>
                <a14:m>
                  <m:oMath xmlns:m="http://schemas.openxmlformats.org/officeDocument/2006/math">
                    <m:acc>
                      <m:accPr>
                        <m:chr m:val="̅"/>
                        <m:ctrlPr>
                          <a:rPr lang="en-US" sz="1000" b="0" i="1" smtClean="0">
                            <a:solidFill>
                              <a:schemeClr val="bg1"/>
                            </a:solidFill>
                            <a:latin typeface="Cambria Math" panose="02040503050406030204" pitchFamily="18" charset="0"/>
                          </a:rPr>
                        </m:ctrlPr>
                      </m:accPr>
                      <m:e>
                        <m:r>
                          <a:rPr lang="en-US" sz="1000" b="0" i="1" smtClean="0">
                            <a:solidFill>
                              <a:schemeClr val="bg1"/>
                            </a:solidFill>
                            <a:latin typeface="Cambria Math" panose="02040503050406030204" pitchFamily="18" charset="0"/>
                          </a:rPr>
                          <m:t>𝑢</m:t>
                        </m:r>
                      </m:e>
                    </m:acc>
                  </m:oMath>
                </a14:m>
                <a:r>
                  <a:rPr lang="en-US" sz="1000" dirty="0">
                    <a:solidFill>
                      <a:schemeClr val="bg1"/>
                    </a:solidFill>
                    <a:latin typeface="Montserrat" panose="00000500000000000000" pitchFamily="2" charset="0"/>
                  </a:rPr>
                  <a:t>. </a:t>
                </a:r>
                <a:r>
                  <a:rPr lang="vi-VN" sz="1000" dirty="0">
                    <a:solidFill>
                      <a:schemeClr val="bg1"/>
                    </a:solidFill>
                    <a:latin typeface="Montserrat" panose="00000500000000000000" pitchFamily="2" charset="0"/>
                  </a:rPr>
                  <a:t>Bước này giúp đường cong tái tạo không bị méo lệch về mặt tỷ lệ.</a:t>
                </a:r>
              </a:p>
            </p:txBody>
          </p:sp>
        </mc:Choice>
        <mc:Fallback xmlns="">
          <p:sp>
            <p:nvSpPr>
              <p:cNvPr id="1370" name="Google Shape;1040;p31">
                <a:extLst>
                  <a:ext uri="{FF2B5EF4-FFF2-40B4-BE49-F238E27FC236}">
                    <a16:creationId xmlns:a16="http://schemas.microsoft.com/office/drawing/2014/main" id="{11A2CD80-92E6-A2C0-2699-A783D4423BC3}"/>
                  </a:ext>
                </a:extLst>
              </p:cNvPr>
              <p:cNvSpPr txBox="1">
                <a:spLocks noRot="1" noChangeAspect="1" noMove="1" noResize="1" noEditPoints="1" noAdjustHandles="1" noChangeArrowheads="1" noChangeShapeType="1" noTextEdit="1"/>
              </p:cNvSpPr>
              <p:nvPr/>
            </p:nvSpPr>
            <p:spPr>
              <a:xfrm>
                <a:off x="5223133" y="2067730"/>
                <a:ext cx="3326110" cy="688615"/>
              </a:xfrm>
              <a:prstGeom prst="rect">
                <a:avLst/>
              </a:prstGeom>
              <a:blipFill>
                <a:blip r:embed="rId5"/>
                <a:stretch>
                  <a:fillRect t="-11504" b="-16814"/>
                </a:stretch>
              </a:blipFill>
            </p:spPr>
            <p:txBody>
              <a:bodyPr/>
              <a:lstStyle/>
              <a:p>
                <a:r>
                  <a:rPr lang="en-US">
                    <a:noFill/>
                  </a:rPr>
                  <a:t> </a:t>
                </a:r>
              </a:p>
            </p:txBody>
          </p:sp>
        </mc:Fallback>
      </mc:AlternateContent>
      <p:pic>
        <p:nvPicPr>
          <p:cNvPr id="1313" name="Picture 1312">
            <a:extLst>
              <a:ext uri="{FF2B5EF4-FFF2-40B4-BE49-F238E27FC236}">
                <a16:creationId xmlns:a16="http://schemas.microsoft.com/office/drawing/2014/main" id="{D35F832B-2309-B14B-319D-CE902F1546B7}"/>
              </a:ext>
            </a:extLst>
          </p:cNvPr>
          <p:cNvPicPr>
            <a:picLocks noChangeAspect="1"/>
          </p:cNvPicPr>
          <p:nvPr/>
        </p:nvPicPr>
        <p:blipFill>
          <a:blip r:embed="rId6"/>
          <a:stretch>
            <a:fillRect/>
          </a:stretch>
        </p:blipFill>
        <p:spPr>
          <a:xfrm>
            <a:off x="5223133" y="2907492"/>
            <a:ext cx="2720080" cy="947969"/>
          </a:xfrm>
          <a:prstGeom prst="rect">
            <a:avLst/>
          </a:prstGeom>
          <a:ln w="28575">
            <a:solidFill>
              <a:schemeClr val="bg1"/>
            </a:solidFill>
          </a:ln>
        </p:spPr>
      </p:pic>
      <p:sp>
        <p:nvSpPr>
          <p:cNvPr id="1315" name="Rectangle: Rounded Corners 1314">
            <a:extLst>
              <a:ext uri="{FF2B5EF4-FFF2-40B4-BE49-F238E27FC236}">
                <a16:creationId xmlns:a16="http://schemas.microsoft.com/office/drawing/2014/main" id="{0020FB27-8841-69FD-CEF4-9D69FCC4CA6E}"/>
              </a:ext>
            </a:extLst>
          </p:cNvPr>
          <p:cNvSpPr/>
          <p:nvPr/>
        </p:nvSpPr>
        <p:spPr>
          <a:xfrm>
            <a:off x="4189784" y="3091953"/>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6" name="Google Shape;1039;p31">
            <a:extLst>
              <a:ext uri="{FF2B5EF4-FFF2-40B4-BE49-F238E27FC236}">
                <a16:creationId xmlns:a16="http://schemas.microsoft.com/office/drawing/2014/main" id="{F6D75A7F-7DE7-03D5-321B-4B40A82ED4FB}"/>
              </a:ext>
            </a:extLst>
          </p:cNvPr>
          <p:cNvSpPr txBox="1">
            <a:spLocks/>
          </p:cNvSpPr>
          <p:nvPr/>
        </p:nvSpPr>
        <p:spPr>
          <a:xfrm>
            <a:off x="4220786" y="3072210"/>
            <a:ext cx="437990" cy="499174"/>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3</a:t>
            </a:r>
          </a:p>
        </p:txBody>
      </p:sp>
      <p:grpSp>
        <p:nvGrpSpPr>
          <p:cNvPr id="1317" name="Google Shape;1345;p39">
            <a:extLst>
              <a:ext uri="{FF2B5EF4-FFF2-40B4-BE49-F238E27FC236}">
                <a16:creationId xmlns:a16="http://schemas.microsoft.com/office/drawing/2014/main" id="{50350BB5-A642-0BC1-6A96-668DEAEEC2E0}"/>
              </a:ext>
            </a:extLst>
          </p:cNvPr>
          <p:cNvGrpSpPr/>
          <p:nvPr/>
        </p:nvGrpSpPr>
        <p:grpSpPr>
          <a:xfrm>
            <a:off x="3729739" y="3282704"/>
            <a:ext cx="467796" cy="53928"/>
            <a:chOff x="7685921" y="1136892"/>
            <a:chExt cx="513876" cy="57000"/>
          </a:xfrm>
        </p:grpSpPr>
        <p:cxnSp>
          <p:nvCxnSpPr>
            <p:cNvPr id="1318" name="Google Shape;1347;p39">
              <a:extLst>
                <a:ext uri="{FF2B5EF4-FFF2-40B4-BE49-F238E27FC236}">
                  <a16:creationId xmlns:a16="http://schemas.microsoft.com/office/drawing/2014/main" id="{4629579A-1C51-F5CA-C1FD-2B118318CA84}"/>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19" name="Google Shape;1349;p39">
              <a:extLst>
                <a:ext uri="{FF2B5EF4-FFF2-40B4-BE49-F238E27FC236}">
                  <a16:creationId xmlns:a16="http://schemas.microsoft.com/office/drawing/2014/main" id="{F77F5799-D560-6247-EB01-A717B070CD08}"/>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20" name="Google Shape;1040;p31">
            <a:extLst>
              <a:ext uri="{FF2B5EF4-FFF2-40B4-BE49-F238E27FC236}">
                <a16:creationId xmlns:a16="http://schemas.microsoft.com/office/drawing/2014/main" id="{ED5BA9A0-D4D3-38C0-455C-0051D64218C5}"/>
              </a:ext>
            </a:extLst>
          </p:cNvPr>
          <p:cNvSpPr txBox="1">
            <a:spLocks/>
          </p:cNvSpPr>
          <p:nvPr/>
        </p:nvSpPr>
        <p:spPr>
          <a:xfrm>
            <a:off x="5223133" y="4099760"/>
            <a:ext cx="3439242" cy="812318"/>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Đây là hàm tính toán đệ quy thuật toán </a:t>
            </a:r>
            <a:r>
              <a:rPr lang="vi-VN" sz="1000" b="1" dirty="0" err="1">
                <a:solidFill>
                  <a:schemeClr val="bg1"/>
                </a:solidFill>
                <a:latin typeface="Montserrat" panose="00000500000000000000" pitchFamily="2" charset="0"/>
              </a:rPr>
              <a:t>Cox</a:t>
            </a:r>
            <a:r>
              <a:rPr lang="vi-VN" sz="1000" b="1" dirty="0">
                <a:solidFill>
                  <a:schemeClr val="bg1"/>
                </a:solidFill>
                <a:latin typeface="Montserrat" panose="00000500000000000000" pitchFamily="2" charset="0"/>
              </a:rPr>
              <a:t>-de </a:t>
            </a:r>
            <a:r>
              <a:rPr lang="vi-VN" sz="1000" b="1" dirty="0" err="1">
                <a:solidFill>
                  <a:schemeClr val="bg1"/>
                </a:solidFill>
                <a:latin typeface="Montserrat" panose="00000500000000000000" pitchFamily="2" charset="0"/>
              </a:rPr>
              <a:t>Boor</a:t>
            </a:r>
            <a:r>
              <a:rPr lang="vi-VN" sz="1000" dirty="0">
                <a:solidFill>
                  <a:schemeClr val="bg1"/>
                </a:solidFill>
                <a:latin typeface="Montserrat" panose="00000500000000000000" pitchFamily="2" charset="0"/>
              </a:rPr>
              <a:t> kinh điển để tìm ra giá trị của hàm cơ sở B-</a:t>
            </a:r>
            <a:r>
              <a:rPr lang="vi-VN" sz="1000" dirty="0" err="1">
                <a:solidFill>
                  <a:schemeClr val="bg1"/>
                </a:solidFill>
                <a:latin typeface="Montserrat" panose="00000500000000000000" pitchFamily="2" charset="0"/>
              </a:rPr>
              <a:t>Spline</a:t>
            </a:r>
            <a:r>
              <a:rPr lang="vi-VN" sz="1000" dirty="0">
                <a:solidFill>
                  <a:schemeClr val="bg1"/>
                </a:solidFill>
                <a:latin typeface="Montserrat" panose="00000500000000000000" pitchFamily="2" charset="0"/>
              </a:rPr>
              <a:t> (</a:t>
            </a:r>
            <a:r>
              <a:rPr lang="en-US" sz="1000" dirty="0" err="1">
                <a:solidFill>
                  <a:schemeClr val="bg1"/>
                </a:solidFill>
                <a:latin typeface="Montserrat" panose="00000500000000000000" pitchFamily="2" charset="0"/>
              </a:rPr>
              <a:t>N</a:t>
            </a:r>
            <a:r>
              <a:rPr lang="en-US" sz="1000" baseline="-25000" dirty="0" err="1">
                <a:solidFill>
                  <a:schemeClr val="bg1"/>
                </a:solidFill>
                <a:latin typeface="Montserrat" panose="00000500000000000000" pitchFamily="2" charset="0"/>
              </a:rPr>
              <a:t>i,p</a:t>
            </a:r>
            <a:r>
              <a:rPr lang="en-US" sz="1000" dirty="0">
                <a:solidFill>
                  <a:schemeClr val="bg1"/>
                </a:solidFill>
                <a:latin typeface="Montserrat" panose="00000500000000000000" pitchFamily="2" charset="0"/>
              </a:rPr>
              <a:t>(u)</a:t>
            </a:r>
            <a:r>
              <a:rPr lang="vi-VN" sz="1000" dirty="0">
                <a:solidFill>
                  <a:schemeClr val="bg1"/>
                </a:solidFill>
                <a:latin typeface="Montserrat" panose="00000500000000000000" pitchFamily="2" charset="0"/>
              </a:rPr>
              <a:t>), vốn sẽ được dùng để lấp đầy ma trận quan sát N ở </a:t>
            </a:r>
            <a:r>
              <a:rPr lang="vi-VN" sz="1000" dirty="0" err="1">
                <a:solidFill>
                  <a:schemeClr val="bg1"/>
                </a:solidFill>
                <a:latin typeface="Montserrat" panose="00000500000000000000" pitchFamily="2" charset="0"/>
              </a:rPr>
              <a:t>Module</a:t>
            </a:r>
            <a:r>
              <a:rPr lang="vi-VN" sz="1000" dirty="0">
                <a:solidFill>
                  <a:schemeClr val="bg1"/>
                </a:solidFill>
                <a:latin typeface="Montserrat" panose="00000500000000000000" pitchFamily="2" charset="0"/>
              </a:rPr>
              <a:t> 3.</a:t>
            </a:r>
          </a:p>
        </p:txBody>
      </p:sp>
      <p:pic>
        <p:nvPicPr>
          <p:cNvPr id="1325" name="Picture 1324">
            <a:extLst>
              <a:ext uri="{FF2B5EF4-FFF2-40B4-BE49-F238E27FC236}">
                <a16:creationId xmlns:a16="http://schemas.microsoft.com/office/drawing/2014/main" id="{990F7017-8C11-B880-B511-B7AAA40813E6}"/>
              </a:ext>
            </a:extLst>
          </p:cNvPr>
          <p:cNvPicPr>
            <a:picLocks noChangeAspect="1"/>
          </p:cNvPicPr>
          <p:nvPr/>
        </p:nvPicPr>
        <p:blipFill>
          <a:blip r:embed="rId7"/>
          <a:stretch>
            <a:fillRect/>
          </a:stretch>
        </p:blipFill>
        <p:spPr>
          <a:xfrm>
            <a:off x="1196211" y="3740925"/>
            <a:ext cx="2413821" cy="1349667"/>
          </a:xfrm>
          <a:prstGeom prst="rect">
            <a:avLst/>
          </a:prstGeom>
          <a:ln w="28575">
            <a:solidFill>
              <a:schemeClr val="bg1"/>
            </a:solidFill>
          </a:ln>
        </p:spPr>
      </p:pic>
      <p:sp>
        <p:nvSpPr>
          <p:cNvPr id="1330" name="Google Shape;1040;p31">
            <a:extLst>
              <a:ext uri="{FF2B5EF4-FFF2-40B4-BE49-F238E27FC236}">
                <a16:creationId xmlns:a16="http://schemas.microsoft.com/office/drawing/2014/main" id="{0930CB21-9E72-A424-F146-4E042E33A779}"/>
              </a:ext>
            </a:extLst>
          </p:cNvPr>
          <p:cNvSpPr txBox="1">
            <a:spLocks/>
          </p:cNvSpPr>
          <p:nvPr/>
        </p:nvSpPr>
        <p:spPr>
          <a:xfrm>
            <a:off x="229819" y="2975317"/>
            <a:ext cx="3395608" cy="711680"/>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bg1"/>
                </a:solidFill>
                <a:latin typeface="Montserrat" panose="00000500000000000000" pitchFamily="2" charset="0"/>
              </a:rPr>
              <a:t>Cấp phát mảng </a:t>
            </a:r>
            <a:r>
              <a:rPr lang="vi-VN" sz="1000" dirty="0" err="1">
                <a:solidFill>
                  <a:schemeClr val="bg1"/>
                </a:solidFill>
                <a:latin typeface="Montserrat" panose="00000500000000000000" pitchFamily="2" charset="0"/>
              </a:rPr>
              <a:t>Clamped</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Uniform</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Knot</a:t>
            </a:r>
            <a:r>
              <a:rPr lang="vi-VN" sz="1000" dirty="0">
                <a:solidFill>
                  <a:schemeClr val="bg1"/>
                </a:solidFill>
                <a:latin typeface="Montserrat" panose="00000500000000000000" pitchFamily="2" charset="0"/>
              </a:rPr>
              <a:t> </a:t>
            </a:r>
            <a:r>
              <a:rPr lang="vi-VN" sz="1000" dirty="0" err="1">
                <a:solidFill>
                  <a:schemeClr val="bg1"/>
                </a:solidFill>
                <a:latin typeface="Montserrat" panose="00000500000000000000" pitchFamily="2" charset="0"/>
              </a:rPr>
              <a:t>Vector</a:t>
            </a:r>
            <a:r>
              <a:rPr lang="vi-VN" sz="1000" dirty="0">
                <a:solidFill>
                  <a:schemeClr val="bg1"/>
                </a:solidFill>
                <a:latin typeface="Montserrat" panose="00000500000000000000" pitchFamily="2" charset="0"/>
              </a:rPr>
              <a:t> U. Việc thiết lập các nút lặp lại ở hai đầu mút (</a:t>
            </a:r>
            <a:r>
              <a:rPr lang="vi-VN" sz="1000" dirty="0" err="1">
                <a:solidFill>
                  <a:schemeClr val="bg1"/>
                </a:solidFill>
                <a:latin typeface="Montserrat" panose="00000500000000000000" pitchFamily="2" charset="0"/>
              </a:rPr>
              <a:t>clamped</a:t>
            </a:r>
            <a:r>
              <a:rPr lang="vi-VN" sz="1000" dirty="0">
                <a:solidFill>
                  <a:schemeClr val="bg1"/>
                </a:solidFill>
                <a:latin typeface="Montserrat" panose="00000500000000000000" pitchFamily="2" charset="0"/>
              </a:rPr>
              <a:t>) ép đường cong B-</a:t>
            </a:r>
            <a:r>
              <a:rPr lang="vi-VN" sz="1000" dirty="0" err="1">
                <a:solidFill>
                  <a:schemeClr val="bg1"/>
                </a:solidFill>
                <a:latin typeface="Montserrat" panose="00000500000000000000" pitchFamily="2" charset="0"/>
              </a:rPr>
              <a:t>Spline</a:t>
            </a:r>
            <a:r>
              <a:rPr lang="vi-VN" sz="1000" dirty="0">
                <a:solidFill>
                  <a:schemeClr val="bg1"/>
                </a:solidFill>
                <a:latin typeface="Montserrat" panose="00000500000000000000" pitchFamily="2" charset="0"/>
              </a:rPr>
              <a:t> bắt buộc phải dính chặt vào điểm bắt đầu và kết thúc của nét vẽ.</a:t>
            </a:r>
          </a:p>
        </p:txBody>
      </p:sp>
      <p:sp>
        <p:nvSpPr>
          <p:cNvPr id="1331" name="Rectangle: Rounded Corners 1330">
            <a:extLst>
              <a:ext uri="{FF2B5EF4-FFF2-40B4-BE49-F238E27FC236}">
                <a16:creationId xmlns:a16="http://schemas.microsoft.com/office/drawing/2014/main" id="{8E5D774F-718C-4422-165A-A014176D7B59}"/>
              </a:ext>
            </a:extLst>
          </p:cNvPr>
          <p:cNvSpPr/>
          <p:nvPr/>
        </p:nvSpPr>
        <p:spPr>
          <a:xfrm>
            <a:off x="4202056" y="4281012"/>
            <a:ext cx="499995" cy="435430"/>
          </a:xfrm>
          <a:prstGeom prst="roundRect">
            <a:avLst>
              <a:gd name="adj" fmla="val 43137"/>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2" name="Google Shape;1039;p31">
            <a:extLst>
              <a:ext uri="{FF2B5EF4-FFF2-40B4-BE49-F238E27FC236}">
                <a16:creationId xmlns:a16="http://schemas.microsoft.com/office/drawing/2014/main" id="{A528DC69-2B01-B06E-7353-5CEB709D571A}"/>
              </a:ext>
            </a:extLst>
          </p:cNvPr>
          <p:cNvSpPr txBox="1">
            <a:spLocks/>
          </p:cNvSpPr>
          <p:nvPr/>
        </p:nvSpPr>
        <p:spPr>
          <a:xfrm>
            <a:off x="4233058" y="4261269"/>
            <a:ext cx="437990" cy="451141"/>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2600" dirty="0">
                <a:solidFill>
                  <a:schemeClr val="accent6"/>
                </a:solidFill>
              </a:rPr>
              <a:t>4</a:t>
            </a:r>
          </a:p>
        </p:txBody>
      </p:sp>
      <p:grpSp>
        <p:nvGrpSpPr>
          <p:cNvPr id="1333" name="Google Shape;1345;p39">
            <a:extLst>
              <a:ext uri="{FF2B5EF4-FFF2-40B4-BE49-F238E27FC236}">
                <a16:creationId xmlns:a16="http://schemas.microsoft.com/office/drawing/2014/main" id="{21379493-848F-76BB-8C95-8954B5759011}"/>
              </a:ext>
            </a:extLst>
          </p:cNvPr>
          <p:cNvGrpSpPr/>
          <p:nvPr/>
        </p:nvGrpSpPr>
        <p:grpSpPr>
          <a:xfrm rot="10800000">
            <a:off x="4702050" y="4482165"/>
            <a:ext cx="467796" cy="53928"/>
            <a:chOff x="7685921" y="1136892"/>
            <a:chExt cx="513876" cy="57000"/>
          </a:xfrm>
        </p:grpSpPr>
        <p:cxnSp>
          <p:nvCxnSpPr>
            <p:cNvPr id="1334" name="Google Shape;1347;p39">
              <a:extLst>
                <a:ext uri="{FF2B5EF4-FFF2-40B4-BE49-F238E27FC236}">
                  <a16:creationId xmlns:a16="http://schemas.microsoft.com/office/drawing/2014/main" id="{803D42CF-6231-C8FB-4225-3B56D71E4B21}"/>
                </a:ext>
              </a:extLst>
            </p:cNvPr>
            <p:cNvCxnSpPr>
              <a:cxnSpLocks/>
            </p:cNvCxnSpPr>
            <p:nvPr/>
          </p:nvCxnSpPr>
          <p:spPr>
            <a:xfrm flipH="1">
              <a:off x="7731448" y="1165392"/>
              <a:ext cx="468349" cy="0"/>
            </a:xfrm>
            <a:prstGeom prst="straightConnector1">
              <a:avLst/>
            </a:prstGeom>
            <a:noFill/>
            <a:ln w="12700" cap="flat" cmpd="sng">
              <a:solidFill>
                <a:schemeClr val="bg1">
                  <a:lumMod val="75000"/>
                </a:schemeClr>
              </a:solidFill>
              <a:prstDash val="solid"/>
              <a:round/>
              <a:headEnd type="none" w="med" len="med"/>
              <a:tailEnd type="none" w="med" len="med"/>
            </a:ln>
          </p:spPr>
        </p:cxnSp>
        <p:sp>
          <p:nvSpPr>
            <p:cNvPr id="1336" name="Google Shape;1349;p39">
              <a:extLst>
                <a:ext uri="{FF2B5EF4-FFF2-40B4-BE49-F238E27FC236}">
                  <a16:creationId xmlns:a16="http://schemas.microsoft.com/office/drawing/2014/main" id="{5726DCDC-9403-D58E-F0C9-53EECE40EAF1}"/>
                </a:ext>
              </a:extLst>
            </p:cNvPr>
            <p:cNvSpPr/>
            <p:nvPr/>
          </p:nvSpPr>
          <p:spPr>
            <a:xfrm flipH="1">
              <a:off x="7685921" y="1136892"/>
              <a:ext cx="57000" cy="57000"/>
            </a:xfrm>
            <a:prstGeom prst="ellipse">
              <a:avLst/>
            </a:prstGeom>
            <a:solidFill>
              <a:schemeClr val="lt1"/>
            </a:solidFill>
            <a:ln w="12700">
              <a:solidFill>
                <a:schemeClr val="bg1">
                  <a:lumMod val="7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26730358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3D7AE590-FA37-BBC1-7AA0-7563CEE8941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2E94545-9864-3A75-41BC-A3D38228BD31}"/>
              </a:ext>
            </a:extLst>
          </p:cNvPr>
          <p:cNvPicPr>
            <a:picLocks noChangeAspect="1"/>
          </p:cNvPicPr>
          <p:nvPr/>
        </p:nvPicPr>
        <p:blipFill>
          <a:blip r:embed="rId3"/>
          <a:stretch>
            <a:fillRect/>
          </a:stretch>
        </p:blipFill>
        <p:spPr>
          <a:xfrm>
            <a:off x="1721643" y="804578"/>
            <a:ext cx="5661999" cy="3184874"/>
          </a:xfrm>
          <a:prstGeom prst="rect">
            <a:avLst/>
          </a:prstGeom>
        </p:spPr>
      </p:pic>
      <p:sp>
        <p:nvSpPr>
          <p:cNvPr id="1343" name="Google Shape;1343;p39">
            <a:extLst>
              <a:ext uri="{FF2B5EF4-FFF2-40B4-BE49-F238E27FC236}">
                <a16:creationId xmlns:a16="http://schemas.microsoft.com/office/drawing/2014/main" id="{7DCF9F62-B00F-4B1A-58C0-07E9775EA51D}"/>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6E99D6FF-5341-A72A-3C27-AD44B00E7D96}"/>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B023DEBE-60BD-266E-97D8-65125E440627}"/>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A0F165AF-5296-266B-4D97-31C238E13B30}"/>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077DAECD-7977-F8B5-19FD-4588865FFFF6}"/>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9CD8968D-B1FE-72D6-FC7C-814F6A6019FA}"/>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468A9B19-A843-3EC3-DDC4-D05697236A3E}"/>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62BF3C25-4E35-8F84-46EC-87F02378DE2F}"/>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8" name="Rectangle: Rounded Corners 7">
            <a:extLst>
              <a:ext uri="{FF2B5EF4-FFF2-40B4-BE49-F238E27FC236}">
                <a16:creationId xmlns:a16="http://schemas.microsoft.com/office/drawing/2014/main" id="{365A7E74-6427-8649-6CCB-77BBE53E7506}"/>
              </a:ext>
            </a:extLst>
          </p:cNvPr>
          <p:cNvSpPr/>
          <p:nvPr/>
        </p:nvSpPr>
        <p:spPr>
          <a:xfrm>
            <a:off x="535958" y="3918590"/>
            <a:ext cx="8129740" cy="769102"/>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1" name="Google Shape;1497;p43">
            <a:extLst>
              <a:ext uri="{FF2B5EF4-FFF2-40B4-BE49-F238E27FC236}">
                <a16:creationId xmlns:a16="http://schemas.microsoft.com/office/drawing/2014/main" id="{F4943A6C-45E7-B0E8-48B2-590BC75C1C45}"/>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3: </a:t>
            </a:r>
            <a:r>
              <a:rPr lang="fr-FR" dirty="0" err="1">
                <a:solidFill>
                  <a:schemeClr val="bg1"/>
                </a:solidFill>
              </a:rPr>
              <a:t>Tối</a:t>
            </a:r>
            <a:r>
              <a:rPr lang="fr-FR" dirty="0">
                <a:solidFill>
                  <a:schemeClr val="bg1"/>
                </a:solidFill>
              </a:rPr>
              <a:t> </a:t>
            </a:r>
            <a:r>
              <a:rPr lang="fr-FR" dirty="0" err="1">
                <a:solidFill>
                  <a:schemeClr val="bg1"/>
                </a:solidFill>
              </a:rPr>
              <a:t>ưu</a:t>
            </a:r>
            <a:r>
              <a:rPr lang="fr-FR" dirty="0">
                <a:solidFill>
                  <a:schemeClr val="bg1"/>
                </a:solidFill>
              </a:rPr>
              <a:t> </a:t>
            </a:r>
            <a:r>
              <a:rPr lang="fr-FR" dirty="0" err="1">
                <a:solidFill>
                  <a:schemeClr val="bg1"/>
                </a:solidFill>
              </a:rPr>
              <a:t>xấp</a:t>
            </a:r>
            <a:r>
              <a:rPr lang="fr-FR" dirty="0">
                <a:solidFill>
                  <a:schemeClr val="bg1"/>
                </a:solidFill>
              </a:rPr>
              <a:t> </a:t>
            </a:r>
            <a:r>
              <a:rPr lang="fr-FR" dirty="0" err="1">
                <a:solidFill>
                  <a:schemeClr val="bg1"/>
                </a:solidFill>
              </a:rPr>
              <a:t>xỉ</a:t>
            </a:r>
            <a:r>
              <a:rPr lang="fr-FR" dirty="0">
                <a:solidFill>
                  <a:schemeClr val="bg1"/>
                </a:solidFill>
              </a:rPr>
              <a:t> LST (</a:t>
            </a:r>
            <a:r>
              <a:rPr lang="fr-FR" dirty="0" err="1">
                <a:solidFill>
                  <a:schemeClr val="bg1"/>
                </a:solidFill>
              </a:rPr>
              <a:t>Smoothing</a:t>
            </a:r>
            <a:r>
              <a:rPr lang="fr-FR" dirty="0">
                <a:solidFill>
                  <a:schemeClr val="bg1"/>
                </a:solidFill>
              </a:rPr>
              <a:t> </a:t>
            </a:r>
            <a:r>
              <a:rPr lang="fr-FR" dirty="0" err="1">
                <a:solidFill>
                  <a:schemeClr val="bg1"/>
                </a:solidFill>
              </a:rPr>
              <a:t>Spline</a:t>
            </a:r>
            <a:r>
              <a:rPr lang="fr-FR" dirty="0">
                <a:solidFill>
                  <a:schemeClr val="bg1"/>
                </a:solidFill>
              </a:rPr>
              <a:t>)</a:t>
            </a:r>
          </a:p>
        </p:txBody>
      </p:sp>
      <p:sp>
        <p:nvSpPr>
          <p:cNvPr id="1324" name="Google Shape;1040;p31">
            <a:extLst>
              <a:ext uri="{FF2B5EF4-FFF2-40B4-BE49-F238E27FC236}">
                <a16:creationId xmlns:a16="http://schemas.microsoft.com/office/drawing/2014/main" id="{614CC484-D689-4A8D-89CD-0B879147B480}"/>
              </a:ext>
            </a:extLst>
          </p:cNvPr>
          <p:cNvSpPr txBox="1">
            <a:spLocks/>
          </p:cNvSpPr>
          <p:nvPr/>
        </p:nvSpPr>
        <p:spPr>
          <a:xfrm>
            <a:off x="854848" y="1847741"/>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Độ</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bám</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sát</a:t>
            </a:r>
            <a:r>
              <a:rPr lang="en-US" dirty="0">
                <a:solidFill>
                  <a:schemeClr val="bg1"/>
                </a:solidFill>
                <a:latin typeface="Montserrat" panose="00000500000000000000" pitchFamily="2" charset="0"/>
              </a:rPr>
              <a:t> pixel</a:t>
            </a:r>
          </a:p>
          <a:p>
            <a:pPr algn="ctr">
              <a:buClr>
                <a:schemeClr val="bg1"/>
              </a:buClr>
            </a:pPr>
            <a:r>
              <a:rPr lang="en-US" dirty="0">
                <a:solidFill>
                  <a:schemeClr val="bg1"/>
                </a:solidFill>
                <a:latin typeface="Montserrat" panose="00000500000000000000" pitchFamily="2" charset="0"/>
              </a:rPr>
              <a:t>(</a:t>
            </a:r>
            <a:r>
              <a:rPr lang="en-US" b="1" dirty="0">
                <a:solidFill>
                  <a:schemeClr val="bg1"/>
                </a:solidFill>
                <a:latin typeface="Montserrat" panose="00000500000000000000" pitchFamily="2" charset="0"/>
              </a:rPr>
              <a:t>N</a:t>
            </a:r>
            <a:r>
              <a:rPr lang="en-US" b="1" baseline="30000" dirty="0">
                <a:solidFill>
                  <a:schemeClr val="bg1"/>
                </a:solidFill>
                <a:latin typeface="Montserrat" panose="00000500000000000000" pitchFamily="2" charset="0"/>
              </a:rPr>
              <a:t>T</a:t>
            </a:r>
            <a:r>
              <a:rPr lang="en-US" b="1" dirty="0">
                <a:solidFill>
                  <a:schemeClr val="bg1"/>
                </a:solidFill>
                <a:latin typeface="Montserrat" panose="00000500000000000000" pitchFamily="2" charset="0"/>
              </a:rPr>
              <a:t>N</a:t>
            </a:r>
            <a:r>
              <a:rPr lang="en-US" dirty="0">
                <a:solidFill>
                  <a:schemeClr val="bg1"/>
                </a:solidFill>
                <a:latin typeface="Montserrat" panose="00000500000000000000" pitchFamily="2" charset="0"/>
              </a:rPr>
              <a:t>)</a:t>
            </a:r>
            <a:endParaRPr lang="vi-VN" dirty="0">
              <a:solidFill>
                <a:schemeClr val="bg1"/>
              </a:solidFill>
              <a:latin typeface="Montserrat" panose="00000500000000000000" pitchFamily="2" charset="0"/>
            </a:endParaRPr>
          </a:p>
        </p:txBody>
      </p:sp>
      <p:sp>
        <p:nvSpPr>
          <p:cNvPr id="1334" name="Google Shape;1040;p31">
            <a:extLst>
              <a:ext uri="{FF2B5EF4-FFF2-40B4-BE49-F238E27FC236}">
                <a16:creationId xmlns:a16="http://schemas.microsoft.com/office/drawing/2014/main" id="{1DD1F33C-16ED-B721-BE65-BC5B6E0294A8}"/>
              </a:ext>
            </a:extLst>
          </p:cNvPr>
          <p:cNvSpPr txBox="1">
            <a:spLocks/>
          </p:cNvSpPr>
          <p:nvPr/>
        </p:nvSpPr>
        <p:spPr>
          <a:xfrm>
            <a:off x="535958" y="4060314"/>
            <a:ext cx="8129740"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600" dirty="0">
                <a:solidFill>
                  <a:schemeClr val="bg1"/>
                </a:solidFill>
                <a:latin typeface="Montserrat" panose="00000500000000000000" pitchFamily="2" charset="0"/>
              </a:rPr>
              <a:t>Thêm ma trận phạt sai phân bậc hai </a:t>
            </a:r>
            <a:r>
              <a:rPr lang="en-US" sz="1600" b="1" dirty="0">
                <a:solidFill>
                  <a:schemeClr val="bg1"/>
                </a:solidFill>
                <a:latin typeface="Montserrat" panose="00000500000000000000" pitchFamily="2" charset="0"/>
                <a:ea typeface="Times New Roman" panose="02020603050405020304" pitchFamily="18" charset="0"/>
              </a:rPr>
              <a:t>D</a:t>
            </a:r>
            <a:r>
              <a:rPr lang="en-US" sz="1600" b="1" baseline="-25000" dirty="0">
                <a:solidFill>
                  <a:schemeClr val="bg1"/>
                </a:solidFill>
                <a:latin typeface="Montserrat" panose="00000500000000000000" pitchFamily="2" charset="0"/>
                <a:ea typeface="Times New Roman" panose="02020603050405020304" pitchFamily="18" charset="0"/>
              </a:rPr>
              <a:t>2</a:t>
            </a:r>
            <a:r>
              <a:rPr lang="vi-VN" sz="1600" dirty="0">
                <a:solidFill>
                  <a:schemeClr val="bg1"/>
                </a:solidFill>
                <a:latin typeface="Montserrat" panose="00000500000000000000" pitchFamily="2" charset="0"/>
              </a:rPr>
              <a:t> có trọng số </a:t>
            </a:r>
            <a:r>
              <a:rPr lang="el-GR" sz="1600" dirty="0">
                <a:solidFill>
                  <a:schemeClr val="bg1"/>
                </a:solidFill>
                <a:latin typeface="Montserrat" panose="00000500000000000000" pitchFamily="2" charset="0"/>
              </a:rPr>
              <a:t>λ </a:t>
            </a:r>
            <a:r>
              <a:rPr lang="vi-VN" sz="1600" dirty="0">
                <a:solidFill>
                  <a:schemeClr val="bg1"/>
                </a:solidFill>
                <a:latin typeface="Montserrat" panose="00000500000000000000" pitchFamily="2" charset="0"/>
              </a:rPr>
              <a:t>để chống hiện tượng đường cong bị gấp khúc do bám theo các nhiễu răng cưa của </a:t>
            </a:r>
            <a:r>
              <a:rPr lang="vi-VN" sz="1600" dirty="0" err="1">
                <a:solidFill>
                  <a:schemeClr val="bg1"/>
                </a:solidFill>
                <a:latin typeface="Montserrat" panose="00000500000000000000" pitchFamily="2" charset="0"/>
              </a:rPr>
              <a:t>pixel</a:t>
            </a:r>
            <a:r>
              <a:rPr lang="vi-VN" sz="1600" dirty="0">
                <a:solidFill>
                  <a:schemeClr val="bg1"/>
                </a:solidFill>
                <a:latin typeface="Montserrat" panose="00000500000000000000" pitchFamily="2" charset="0"/>
              </a:rPr>
              <a:t> gốc.</a:t>
            </a:r>
          </a:p>
        </p:txBody>
      </p:sp>
      <mc:AlternateContent xmlns:mc="http://schemas.openxmlformats.org/markup-compatibility/2006" xmlns:a14="http://schemas.microsoft.com/office/drawing/2010/main">
        <mc:Choice Requires="a14">
          <p:sp>
            <p:nvSpPr>
              <p:cNvPr id="5" name="Google Shape;1040;p31">
                <a:extLst>
                  <a:ext uri="{FF2B5EF4-FFF2-40B4-BE49-F238E27FC236}">
                    <a16:creationId xmlns:a16="http://schemas.microsoft.com/office/drawing/2014/main" id="{6AB125CF-91D5-31B2-9253-8F4F77A83DC4}"/>
                  </a:ext>
                </a:extLst>
              </p:cNvPr>
              <p:cNvSpPr txBox="1">
                <a:spLocks/>
              </p:cNvSpPr>
              <p:nvPr/>
            </p:nvSpPr>
            <p:spPr>
              <a:xfrm>
                <a:off x="6278984" y="1910488"/>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a:solidFill>
                      <a:schemeClr val="bg1"/>
                    </a:solidFill>
                    <a:latin typeface="Montserrat" panose="00000500000000000000" pitchFamily="2" charset="0"/>
                  </a:rPr>
                  <a:t>Độ </a:t>
                </a:r>
                <a:r>
                  <a:rPr lang="en-US" dirty="0" err="1">
                    <a:solidFill>
                      <a:schemeClr val="bg1"/>
                    </a:solidFill>
                    <a:latin typeface="Montserrat" panose="00000500000000000000" pitchFamily="2" charset="0"/>
                  </a:rPr>
                  <a:t>trơn</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láng</a:t>
                </a:r>
                <a:endParaRPr lang="en-US" dirty="0">
                  <a:solidFill>
                    <a:schemeClr val="bg1"/>
                  </a:solidFill>
                  <a:latin typeface="Montserrat" panose="00000500000000000000" pitchFamily="2" charset="0"/>
                </a:endParaRPr>
              </a:p>
              <a:p>
                <a:pPr algn="ctr">
                  <a:buClr>
                    <a:schemeClr val="bg1"/>
                  </a:buClr>
                </a:pPr>
                <a:r>
                  <a:rPr lang="en-US" dirty="0">
                    <a:solidFill>
                      <a:schemeClr val="bg1"/>
                    </a:solidFill>
                    <a:latin typeface="Montserrat" panose="00000500000000000000" pitchFamily="2" charset="0"/>
                  </a:rPr>
                  <a:t>(</a:t>
                </a:r>
                <a14:m>
                  <m:oMath xmlns:m="http://schemas.openxmlformats.org/officeDocument/2006/math">
                    <m:sSubSup>
                      <m:sSubSupPr>
                        <m:ctrlPr>
                          <a:rPr lang="en-US" sz="1400" b="1" i="0">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ctrlPr>
                      </m:sSubSupPr>
                      <m:e>
                        <m:r>
                          <a:rPr lang="en-US" sz="1400" b="1" i="0">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𝐃</m:t>
                        </m:r>
                      </m:e>
                      <m:sub>
                        <m:r>
                          <a:rPr lang="en-US" sz="1400" b="1" i="0">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𝟐</m:t>
                        </m:r>
                      </m:sub>
                      <m:sup>
                        <m:r>
                          <a:rPr lang="en-US" sz="1400" b="1" i="0">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𝐓</m:t>
                        </m:r>
                      </m:sup>
                    </m:sSubSup>
                  </m:oMath>
                </a14:m>
                <a:r>
                  <a:rPr lang="en-US" sz="1400" b="1" dirty="0">
                    <a:solidFill>
                      <a:schemeClr val="bg1"/>
                    </a:solidFill>
                    <a:effectLst/>
                    <a:latin typeface="Montserrat" panose="00000500000000000000" pitchFamily="2" charset="0"/>
                    <a:ea typeface="Times New Roman" panose="02020603050405020304" pitchFamily="18" charset="0"/>
                  </a:rPr>
                  <a:t>D</a:t>
                </a:r>
                <a:r>
                  <a:rPr lang="en-US" sz="1400" b="1" baseline="-25000" dirty="0">
                    <a:solidFill>
                      <a:schemeClr val="bg1"/>
                    </a:solidFill>
                    <a:effectLst/>
                    <a:latin typeface="Montserrat" panose="00000500000000000000" pitchFamily="2" charset="0"/>
                    <a:ea typeface="Times New Roman" panose="02020603050405020304" pitchFamily="18" charset="0"/>
                  </a:rPr>
                  <a:t>2</a:t>
                </a:r>
                <a:r>
                  <a:rPr lang="en-US" dirty="0">
                    <a:solidFill>
                      <a:schemeClr val="bg1"/>
                    </a:solidFill>
                    <a:latin typeface="Montserrat" panose="00000500000000000000" pitchFamily="2" charset="0"/>
                  </a:rPr>
                  <a:t>)</a:t>
                </a:r>
                <a:endParaRPr lang="vi-VN" dirty="0">
                  <a:solidFill>
                    <a:schemeClr val="bg1"/>
                  </a:solidFill>
                  <a:latin typeface="Montserrat" panose="00000500000000000000" pitchFamily="2" charset="0"/>
                </a:endParaRPr>
              </a:p>
            </p:txBody>
          </p:sp>
        </mc:Choice>
        <mc:Fallback xmlns="">
          <p:sp>
            <p:nvSpPr>
              <p:cNvPr id="5" name="Google Shape;1040;p31">
                <a:extLst>
                  <a:ext uri="{FF2B5EF4-FFF2-40B4-BE49-F238E27FC236}">
                    <a16:creationId xmlns:a16="http://schemas.microsoft.com/office/drawing/2014/main" id="{6AB125CF-91D5-31B2-9253-8F4F77A83DC4}"/>
                  </a:ext>
                </a:extLst>
              </p:cNvPr>
              <p:cNvSpPr txBox="1">
                <a:spLocks noRot="1" noChangeAspect="1" noMove="1" noResize="1" noEditPoints="1" noAdjustHandles="1" noChangeArrowheads="1" noChangeShapeType="1" noTextEdit="1"/>
              </p:cNvSpPr>
              <p:nvPr/>
            </p:nvSpPr>
            <p:spPr>
              <a:xfrm>
                <a:off x="6278984" y="1910488"/>
                <a:ext cx="1971453" cy="435431"/>
              </a:xfrm>
              <a:prstGeom prst="rect">
                <a:avLst/>
              </a:prstGeom>
              <a:blipFill>
                <a:blip r:embed="rId4"/>
                <a:stretch>
                  <a:fillRect t="-12500" b="-25000"/>
                </a:stretch>
              </a:blipFill>
            </p:spPr>
            <p:txBody>
              <a:bodyPr/>
              <a:lstStyle/>
              <a:p>
                <a:r>
                  <a:rPr lang="en-US">
                    <a:noFill/>
                  </a:rPr>
                  <a:t> </a:t>
                </a:r>
              </a:p>
            </p:txBody>
          </p:sp>
        </mc:Fallback>
      </mc:AlternateContent>
      <p:sp>
        <p:nvSpPr>
          <p:cNvPr id="6" name="Google Shape;1040;p31">
            <a:extLst>
              <a:ext uri="{FF2B5EF4-FFF2-40B4-BE49-F238E27FC236}">
                <a16:creationId xmlns:a16="http://schemas.microsoft.com/office/drawing/2014/main" id="{2745453E-B138-FA80-57CE-4B070AB44EF2}"/>
              </a:ext>
            </a:extLst>
          </p:cNvPr>
          <p:cNvSpPr txBox="1">
            <a:spLocks/>
          </p:cNvSpPr>
          <p:nvPr/>
        </p:nvSpPr>
        <p:spPr>
          <a:xfrm>
            <a:off x="4952133" y="2742185"/>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en-US" dirty="0" err="1">
                <a:solidFill>
                  <a:schemeClr val="bg1"/>
                </a:solidFill>
                <a:latin typeface="Montserrat" panose="00000500000000000000" pitchFamily="2" charset="0"/>
              </a:rPr>
              <a:t>Hệ</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số</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làm</a:t>
            </a:r>
            <a:r>
              <a:rPr lang="en-US" dirty="0">
                <a:solidFill>
                  <a:schemeClr val="bg1"/>
                </a:solidFill>
                <a:latin typeface="Montserrat" panose="00000500000000000000" pitchFamily="2" charset="0"/>
              </a:rPr>
              <a:t> </a:t>
            </a:r>
            <a:r>
              <a:rPr lang="en-US" dirty="0" err="1">
                <a:solidFill>
                  <a:schemeClr val="bg1"/>
                </a:solidFill>
                <a:latin typeface="Montserrat" panose="00000500000000000000" pitchFamily="2" charset="0"/>
              </a:rPr>
              <a:t>mịn</a:t>
            </a:r>
            <a:r>
              <a:rPr lang="en-US" dirty="0">
                <a:solidFill>
                  <a:schemeClr val="bg1"/>
                </a:solidFill>
                <a:latin typeface="Montserrat" panose="00000500000000000000" pitchFamily="2" charset="0"/>
              </a:rPr>
              <a:t> </a:t>
            </a:r>
            <a:r>
              <a:rPr lang="en-US" sz="1400" dirty="0">
                <a:solidFill>
                  <a:schemeClr val="bg1"/>
                </a:solidFill>
                <a:effectLst/>
                <a:latin typeface="Montserrat" panose="00000500000000000000" pitchFamily="2" charset="0"/>
                <a:ea typeface="Times New Roman" panose="02020603050405020304" pitchFamily="18" charset="0"/>
              </a:rPr>
              <a:t>λ</a:t>
            </a:r>
            <a:endParaRPr lang="vi-VN" dirty="0">
              <a:solidFill>
                <a:schemeClr val="bg1"/>
              </a:solidFill>
              <a:latin typeface="Montserrat" panose="00000500000000000000" pitchFamily="2"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7E9C781-3631-3736-01A6-702E0457ED21}"/>
                  </a:ext>
                </a:extLst>
              </p:cNvPr>
              <p:cNvSpPr txBox="1"/>
              <p:nvPr/>
            </p:nvSpPr>
            <p:spPr>
              <a:xfrm>
                <a:off x="2466302" y="3249007"/>
                <a:ext cx="4965894" cy="418513"/>
              </a:xfrm>
              <a:prstGeom prst="rect">
                <a:avLst/>
              </a:prstGeom>
              <a:noFill/>
            </p:spPr>
            <p:txBody>
              <a:bodyPr wrap="square">
                <a:spAutoFit/>
              </a:bodyPr>
              <a:lstStyle/>
              <a:p>
                <a:r>
                  <a:rPr lang="en-US" sz="2000" b="1" dirty="0">
                    <a:solidFill>
                      <a:schemeClr val="bg1"/>
                    </a:solidFill>
                    <a:effectLst/>
                    <a:latin typeface="Montserrat" panose="00000500000000000000" pitchFamily="2" charset="0"/>
                    <a:ea typeface="Times New Roman" panose="02020603050405020304" pitchFamily="18" charset="0"/>
                  </a:rPr>
                  <a:t>(N</a:t>
                </a:r>
                <a:r>
                  <a:rPr lang="en-US" sz="2000" b="1" baseline="30000" dirty="0">
                    <a:solidFill>
                      <a:schemeClr val="bg1"/>
                    </a:solidFill>
                    <a:effectLst/>
                    <a:latin typeface="Montserrat" panose="00000500000000000000" pitchFamily="2" charset="0"/>
                    <a:ea typeface="Times New Roman" panose="02020603050405020304" pitchFamily="18" charset="0"/>
                  </a:rPr>
                  <a:t>T</a:t>
                </a:r>
                <a:r>
                  <a:rPr lang="en-US" sz="2000" b="1" dirty="0">
                    <a:solidFill>
                      <a:schemeClr val="bg1"/>
                    </a:solidFill>
                    <a:effectLst/>
                    <a:latin typeface="Montserrat" panose="00000500000000000000" pitchFamily="2" charset="0"/>
                    <a:ea typeface="Times New Roman" panose="02020603050405020304" pitchFamily="18" charset="0"/>
                  </a:rPr>
                  <a:t>N + λ ∙ scale ∙ </a:t>
                </a:r>
                <a14:m>
                  <m:oMath xmlns:m="http://schemas.openxmlformats.org/officeDocument/2006/math">
                    <m:sSubSup>
                      <m:sSubSupPr>
                        <m:ctrlPr>
                          <a:rPr lang="en-US" sz="20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ctrlPr>
                      </m:sSubSupPr>
                      <m:e>
                        <m:r>
                          <a:rPr lang="en-US" sz="20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𝑫</m:t>
                        </m:r>
                      </m:e>
                      <m:sub>
                        <m:r>
                          <a:rPr lang="en-US" sz="20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𝟐</m:t>
                        </m:r>
                      </m:sub>
                      <m:sup>
                        <m:r>
                          <a:rPr lang="en-US" sz="20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𝑻</m:t>
                        </m:r>
                      </m:sup>
                    </m:sSubSup>
                  </m:oMath>
                </a14:m>
                <a:r>
                  <a:rPr lang="en-US" sz="2000" b="1" dirty="0">
                    <a:solidFill>
                      <a:schemeClr val="bg1"/>
                    </a:solidFill>
                    <a:effectLst/>
                    <a:latin typeface="Montserrat" panose="00000500000000000000" pitchFamily="2" charset="0"/>
                    <a:ea typeface="Times New Roman" panose="02020603050405020304" pitchFamily="18" charset="0"/>
                  </a:rPr>
                  <a:t>D</a:t>
                </a:r>
                <a:r>
                  <a:rPr lang="en-US" sz="2000" b="1" baseline="-25000" dirty="0">
                    <a:solidFill>
                      <a:schemeClr val="bg1"/>
                    </a:solidFill>
                    <a:effectLst/>
                    <a:latin typeface="Montserrat" panose="00000500000000000000" pitchFamily="2" charset="0"/>
                    <a:ea typeface="Times New Roman" panose="02020603050405020304" pitchFamily="18" charset="0"/>
                  </a:rPr>
                  <a:t>2</a:t>
                </a:r>
                <a:r>
                  <a:rPr lang="en-US" sz="2000" b="1" dirty="0">
                    <a:solidFill>
                      <a:schemeClr val="bg1"/>
                    </a:solidFill>
                    <a:effectLst/>
                    <a:latin typeface="Montserrat" panose="00000500000000000000" pitchFamily="2" charset="0"/>
                    <a:ea typeface="Times New Roman" panose="02020603050405020304" pitchFamily="18" charset="0"/>
                  </a:rPr>
                  <a:t>)P = N</a:t>
                </a:r>
                <a:r>
                  <a:rPr lang="en-US" sz="2000" b="1" baseline="30000" dirty="0">
                    <a:solidFill>
                      <a:schemeClr val="bg1"/>
                    </a:solidFill>
                    <a:effectLst/>
                    <a:latin typeface="Montserrat" panose="00000500000000000000" pitchFamily="2" charset="0"/>
                    <a:ea typeface="Times New Roman" panose="02020603050405020304" pitchFamily="18" charset="0"/>
                  </a:rPr>
                  <a:t>T</a:t>
                </a:r>
                <a:r>
                  <a:rPr lang="en-US" sz="2000" b="1" dirty="0">
                    <a:solidFill>
                      <a:schemeClr val="bg1"/>
                    </a:solidFill>
                    <a:effectLst/>
                    <a:latin typeface="Montserrat" panose="00000500000000000000" pitchFamily="2" charset="0"/>
                    <a:ea typeface="Times New Roman" panose="02020603050405020304" pitchFamily="18" charset="0"/>
                  </a:rPr>
                  <a:t>Q </a:t>
                </a:r>
                <a:endParaRPr lang="en-US" sz="2000" b="1" dirty="0">
                  <a:solidFill>
                    <a:schemeClr val="bg1"/>
                  </a:solidFill>
                  <a:latin typeface="Montserrat" panose="00000500000000000000" pitchFamily="2" charset="0"/>
                </a:endParaRPr>
              </a:p>
            </p:txBody>
          </p:sp>
        </mc:Choice>
        <mc:Fallback xmlns="">
          <p:sp>
            <p:nvSpPr>
              <p:cNvPr id="13" name="TextBox 12">
                <a:extLst>
                  <a:ext uri="{FF2B5EF4-FFF2-40B4-BE49-F238E27FC236}">
                    <a16:creationId xmlns:a16="http://schemas.microsoft.com/office/drawing/2014/main" id="{F7E9C781-3631-3736-01A6-702E0457ED21}"/>
                  </a:ext>
                </a:extLst>
              </p:cNvPr>
              <p:cNvSpPr txBox="1">
                <a:spLocks noRot="1" noChangeAspect="1" noMove="1" noResize="1" noEditPoints="1" noAdjustHandles="1" noChangeArrowheads="1" noChangeShapeType="1" noTextEdit="1"/>
              </p:cNvSpPr>
              <p:nvPr/>
            </p:nvSpPr>
            <p:spPr>
              <a:xfrm>
                <a:off x="2466302" y="3249007"/>
                <a:ext cx="4965894" cy="418513"/>
              </a:xfrm>
              <a:prstGeom prst="rect">
                <a:avLst/>
              </a:prstGeom>
              <a:blipFill>
                <a:blip r:embed="rId5"/>
                <a:stretch>
                  <a:fillRect l="-1351" t="-5797" b="-26087"/>
                </a:stretch>
              </a:blipFill>
            </p:spPr>
            <p:txBody>
              <a:bodyPr/>
              <a:lstStyle/>
              <a:p>
                <a:r>
                  <a:rPr lang="en-US">
                    <a:noFill/>
                  </a:rPr>
                  <a:t> </a:t>
                </a:r>
              </a:p>
            </p:txBody>
          </p:sp>
        </mc:Fallback>
      </mc:AlternateContent>
    </p:spTree>
    <p:extLst>
      <p:ext uri="{BB962C8B-B14F-4D97-AF65-F5344CB8AC3E}">
        <p14:creationId xmlns:p14="http://schemas.microsoft.com/office/powerpoint/2010/main" val="9710891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CFFDDC38-9D82-DB2B-7FD4-2CCB92B7EE3D}"/>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EF5A464A-6B97-1039-EFCA-21574CA19EE6}"/>
              </a:ext>
            </a:extLst>
          </p:cNvPr>
          <p:cNvSpPr/>
          <p:nvPr/>
        </p:nvSpPr>
        <p:spPr>
          <a:xfrm>
            <a:off x="65294" y="2309089"/>
            <a:ext cx="8966279" cy="16690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D995CB7D-8BA6-2901-4B21-139B134AB683}"/>
              </a:ext>
            </a:extLst>
          </p:cNvPr>
          <p:cNvSpPr/>
          <p:nvPr/>
        </p:nvSpPr>
        <p:spPr>
          <a:xfrm>
            <a:off x="169112" y="3739498"/>
            <a:ext cx="2753073" cy="1349663"/>
          </a:xfrm>
          <a:prstGeom prst="roundRect">
            <a:avLst>
              <a:gd name="adj" fmla="val 5150"/>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D4DA58F7-EC21-C6F8-45D3-ED7D310BB78C}"/>
              </a:ext>
            </a:extLst>
          </p:cNvPr>
          <p:cNvSpPr txBox="1">
            <a:spLocks noGrp="1"/>
          </p:cNvSpPr>
          <p:nvPr>
            <p:ph type="title"/>
          </p:nvPr>
        </p:nvSpPr>
        <p:spPr>
          <a:xfrm>
            <a:off x="1120415" y="127978"/>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en" dirty="0"/>
              <a:t>XÂY DỰNG THUẬT TOÁN</a:t>
            </a:r>
            <a:endParaRPr dirty="0"/>
          </a:p>
        </p:txBody>
      </p:sp>
      <p:grpSp>
        <p:nvGrpSpPr>
          <p:cNvPr id="1344" name="Google Shape;1344;p39">
            <a:extLst>
              <a:ext uri="{FF2B5EF4-FFF2-40B4-BE49-F238E27FC236}">
                <a16:creationId xmlns:a16="http://schemas.microsoft.com/office/drawing/2014/main" id="{BF418C42-3C07-2F31-D898-D8060F7E9CFC}"/>
              </a:ext>
            </a:extLst>
          </p:cNvPr>
          <p:cNvGrpSpPr/>
          <p:nvPr/>
        </p:nvGrpSpPr>
        <p:grpSpPr>
          <a:xfrm>
            <a:off x="1441569" y="605565"/>
            <a:ext cx="5921700" cy="192184"/>
            <a:chOff x="902597" y="1069304"/>
            <a:chExt cx="5921700" cy="192184"/>
          </a:xfrm>
        </p:grpSpPr>
        <p:grpSp>
          <p:nvGrpSpPr>
            <p:cNvPr id="1345" name="Google Shape;1345;p39">
              <a:extLst>
                <a:ext uri="{FF2B5EF4-FFF2-40B4-BE49-F238E27FC236}">
                  <a16:creationId xmlns:a16="http://schemas.microsoft.com/office/drawing/2014/main" id="{B61E1F9F-70C5-CBB9-F491-1F54E6F1E3A4}"/>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DB244398-F6E5-EEF0-B0D8-ADD66392029D}"/>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906494AF-D6BA-41FC-CA4A-6FE511710571}"/>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650456B2-AFFA-748B-6BCA-15E228A37D54}"/>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D1AB6CB0-02A3-500C-E095-CF946F1631E1}"/>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5299A2A0-A016-ECC0-3691-02F47DB80406}"/>
              </a:ext>
            </a:extLst>
          </p:cNvPr>
          <p:cNvSpPr txBox="1">
            <a:spLocks/>
          </p:cNvSpPr>
          <p:nvPr/>
        </p:nvSpPr>
        <p:spPr>
          <a:xfrm>
            <a:off x="833939" y="121209"/>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en-US" sz="3600" dirty="0"/>
              <a:t>03</a:t>
            </a:r>
          </a:p>
        </p:txBody>
      </p:sp>
      <p:sp>
        <p:nvSpPr>
          <p:cNvPr id="1321" name="Google Shape;1497;p43">
            <a:extLst>
              <a:ext uri="{FF2B5EF4-FFF2-40B4-BE49-F238E27FC236}">
                <a16:creationId xmlns:a16="http://schemas.microsoft.com/office/drawing/2014/main" id="{F79D42A5-69BE-C0C6-CEFB-DE09046EAE9D}"/>
              </a:ext>
            </a:extLst>
          </p:cNvPr>
          <p:cNvSpPr txBox="1">
            <a:spLocks/>
          </p:cNvSpPr>
          <p:nvPr/>
        </p:nvSpPr>
        <p:spPr>
          <a:xfrm>
            <a:off x="1470069" y="714543"/>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dirty="0">
                <a:solidFill>
                  <a:schemeClr val="bg1"/>
                </a:solidFill>
              </a:rPr>
              <a:t>Module 3: </a:t>
            </a:r>
            <a:r>
              <a:rPr lang="fr-FR" dirty="0" err="1">
                <a:solidFill>
                  <a:schemeClr val="bg1"/>
                </a:solidFill>
              </a:rPr>
              <a:t>Tối</a:t>
            </a:r>
            <a:r>
              <a:rPr lang="fr-FR" dirty="0">
                <a:solidFill>
                  <a:schemeClr val="bg1"/>
                </a:solidFill>
              </a:rPr>
              <a:t> </a:t>
            </a:r>
            <a:r>
              <a:rPr lang="fr-FR" dirty="0" err="1">
                <a:solidFill>
                  <a:schemeClr val="bg1"/>
                </a:solidFill>
              </a:rPr>
              <a:t>ưu</a:t>
            </a:r>
            <a:r>
              <a:rPr lang="fr-FR" dirty="0">
                <a:solidFill>
                  <a:schemeClr val="bg1"/>
                </a:solidFill>
              </a:rPr>
              <a:t> </a:t>
            </a:r>
            <a:r>
              <a:rPr lang="fr-FR" dirty="0" err="1">
                <a:solidFill>
                  <a:schemeClr val="bg1"/>
                </a:solidFill>
              </a:rPr>
              <a:t>xấp</a:t>
            </a:r>
            <a:r>
              <a:rPr lang="fr-FR" dirty="0">
                <a:solidFill>
                  <a:schemeClr val="bg1"/>
                </a:solidFill>
              </a:rPr>
              <a:t> </a:t>
            </a:r>
            <a:r>
              <a:rPr lang="fr-FR" dirty="0" err="1">
                <a:solidFill>
                  <a:schemeClr val="bg1"/>
                </a:solidFill>
              </a:rPr>
              <a:t>xỉ</a:t>
            </a:r>
            <a:r>
              <a:rPr lang="fr-FR" dirty="0">
                <a:solidFill>
                  <a:schemeClr val="bg1"/>
                </a:solidFill>
              </a:rPr>
              <a:t> LST (</a:t>
            </a:r>
            <a:r>
              <a:rPr lang="fr-FR" dirty="0" err="1">
                <a:solidFill>
                  <a:schemeClr val="bg1"/>
                </a:solidFill>
              </a:rPr>
              <a:t>Smoothing</a:t>
            </a:r>
            <a:r>
              <a:rPr lang="fr-FR" dirty="0">
                <a:solidFill>
                  <a:schemeClr val="bg1"/>
                </a:solidFill>
              </a:rPr>
              <a:t> </a:t>
            </a:r>
            <a:r>
              <a:rPr lang="fr-FR" dirty="0" err="1">
                <a:solidFill>
                  <a:schemeClr val="bg1"/>
                </a:solidFill>
              </a:rPr>
              <a:t>Spline</a:t>
            </a:r>
            <a:r>
              <a:rPr lang="fr-FR" dirty="0">
                <a:solidFill>
                  <a:schemeClr val="bg1"/>
                </a:solidFill>
              </a:rPr>
              <a:t>)</a:t>
            </a:r>
          </a:p>
        </p:txBody>
      </p:sp>
      <p:sp>
        <p:nvSpPr>
          <p:cNvPr id="1337" name="Google Shape;1040;p31">
            <a:extLst>
              <a:ext uri="{FF2B5EF4-FFF2-40B4-BE49-F238E27FC236}">
                <a16:creationId xmlns:a16="http://schemas.microsoft.com/office/drawing/2014/main" id="{40CA253F-29FD-6608-7DBD-CB54C26D5982}"/>
              </a:ext>
            </a:extLst>
          </p:cNvPr>
          <p:cNvSpPr txBox="1">
            <a:spLocks/>
          </p:cNvSpPr>
          <p:nvPr/>
        </p:nvSpPr>
        <p:spPr>
          <a:xfrm>
            <a:off x="169111" y="3739498"/>
            <a:ext cx="2753073" cy="1349663"/>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accent6"/>
                </a:solidFill>
                <a:latin typeface="Montserrat" panose="00000500000000000000" pitchFamily="2" charset="0"/>
              </a:rPr>
              <a:t>Hàm </a:t>
            </a:r>
            <a:r>
              <a:rPr lang="en-US" sz="1000" dirty="0" err="1">
                <a:solidFill>
                  <a:schemeClr val="accent6"/>
                </a:solidFill>
                <a:latin typeface="Montserrat" panose="00000500000000000000" pitchFamily="2" charset="0"/>
              </a:rPr>
              <a:t>này</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đọc các điểm ảnh liên tục, dựa vào biến "Ngưỡng nhảy đứt nét" (</a:t>
            </a:r>
            <a:r>
              <a:rPr lang="vi-VN" sz="1000" dirty="0" err="1">
                <a:solidFill>
                  <a:schemeClr val="accent6"/>
                </a:solidFill>
                <a:latin typeface="Montserrat" panose="00000500000000000000" pitchFamily="2" charset="0"/>
              </a:rPr>
              <a:t>jump_threshold</a:t>
            </a:r>
            <a:r>
              <a:rPr lang="vi-VN" sz="1000" dirty="0">
                <a:solidFill>
                  <a:schemeClr val="accent6"/>
                </a:solidFill>
                <a:latin typeface="Montserrat" panose="00000500000000000000" pitchFamily="2" charset="0"/>
              </a:rPr>
              <a:t>) để phân mảnh chữ ký ra làm nhiều nét khác nhau. Bên trong nó còn có </a:t>
            </a:r>
            <a:r>
              <a:rPr lang="vi-VN" sz="1000" dirty="0" err="1">
                <a:solidFill>
                  <a:schemeClr val="accent6"/>
                </a:solidFill>
                <a:latin typeface="Montserrat" panose="00000500000000000000" pitchFamily="2" charset="0"/>
              </a:rPr>
              <a:t>logic</a:t>
            </a:r>
            <a:r>
              <a:rPr lang="vi-VN"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Spur</a:t>
            </a:r>
            <a:r>
              <a:rPr lang="vi-VN"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Pruning</a:t>
            </a:r>
            <a:r>
              <a:rPr lang="vi-VN" sz="1000" dirty="0">
                <a:solidFill>
                  <a:schemeClr val="accent6"/>
                </a:solidFill>
                <a:latin typeface="Montserrat" panose="00000500000000000000" pitchFamily="2" charset="0"/>
              </a:rPr>
              <a:t> (xóa các hạt nhiễu có độ dài nhỏ hơn 15 điểm) và </a:t>
            </a:r>
            <a:r>
              <a:rPr lang="vi-VN" sz="1000" dirty="0" err="1">
                <a:solidFill>
                  <a:schemeClr val="accent6"/>
                </a:solidFill>
                <a:latin typeface="Montserrat" panose="00000500000000000000" pitchFamily="2" charset="0"/>
              </a:rPr>
              <a:t>Junction</a:t>
            </a:r>
            <a:r>
              <a:rPr lang="vi-VN"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Healing</a:t>
            </a:r>
            <a:r>
              <a:rPr lang="vi-VN" sz="1000" dirty="0">
                <a:solidFill>
                  <a:schemeClr val="accent6"/>
                </a:solidFill>
                <a:latin typeface="Montserrat" panose="00000500000000000000" pitchFamily="2" charset="0"/>
              </a:rPr>
              <a:t> (tự động hút và nối các nét đứt gãy nếu khoảng cách ≤ 5px).</a:t>
            </a:r>
          </a:p>
        </p:txBody>
      </p:sp>
      <p:pic>
        <p:nvPicPr>
          <p:cNvPr id="5" name="Picture 4">
            <a:extLst>
              <a:ext uri="{FF2B5EF4-FFF2-40B4-BE49-F238E27FC236}">
                <a16:creationId xmlns:a16="http://schemas.microsoft.com/office/drawing/2014/main" id="{F2A37C3A-E16D-DAD4-36F9-E34F78287AB6}"/>
              </a:ext>
            </a:extLst>
          </p:cNvPr>
          <p:cNvPicPr>
            <a:picLocks noChangeAspect="1"/>
          </p:cNvPicPr>
          <p:nvPr/>
        </p:nvPicPr>
        <p:blipFill>
          <a:blip r:embed="rId3"/>
          <a:stretch>
            <a:fillRect/>
          </a:stretch>
        </p:blipFill>
        <p:spPr>
          <a:xfrm>
            <a:off x="169111" y="1165313"/>
            <a:ext cx="2753073" cy="2473745"/>
          </a:xfrm>
          <a:prstGeom prst="rect">
            <a:avLst/>
          </a:prstGeom>
          <a:ln w="28575">
            <a:solidFill>
              <a:schemeClr val="bg1"/>
            </a:solidFill>
          </a:ln>
        </p:spPr>
      </p:pic>
      <p:pic>
        <p:nvPicPr>
          <p:cNvPr id="9" name="Picture 8">
            <a:extLst>
              <a:ext uri="{FF2B5EF4-FFF2-40B4-BE49-F238E27FC236}">
                <a16:creationId xmlns:a16="http://schemas.microsoft.com/office/drawing/2014/main" id="{075FDD4D-9435-8F56-8CDE-CC0C35EFCC6B}"/>
              </a:ext>
            </a:extLst>
          </p:cNvPr>
          <p:cNvPicPr>
            <a:picLocks noChangeAspect="1"/>
          </p:cNvPicPr>
          <p:nvPr/>
        </p:nvPicPr>
        <p:blipFill>
          <a:blip r:embed="rId4"/>
          <a:stretch>
            <a:fillRect/>
          </a:stretch>
        </p:blipFill>
        <p:spPr>
          <a:xfrm>
            <a:off x="3335438" y="1164061"/>
            <a:ext cx="2313396" cy="2473745"/>
          </a:xfrm>
          <a:prstGeom prst="rect">
            <a:avLst/>
          </a:prstGeom>
          <a:ln w="28575">
            <a:solidFill>
              <a:schemeClr val="bg1"/>
            </a:solidFill>
          </a:ln>
        </p:spPr>
      </p:pic>
      <p:sp>
        <p:nvSpPr>
          <p:cNvPr id="10" name="Rectangle: Rounded Corners 9">
            <a:extLst>
              <a:ext uri="{FF2B5EF4-FFF2-40B4-BE49-F238E27FC236}">
                <a16:creationId xmlns:a16="http://schemas.microsoft.com/office/drawing/2014/main" id="{5F89D6EA-8E68-D792-3B85-FE9D85E6B22C}"/>
              </a:ext>
            </a:extLst>
          </p:cNvPr>
          <p:cNvSpPr/>
          <p:nvPr/>
        </p:nvSpPr>
        <p:spPr>
          <a:xfrm>
            <a:off x="3335438" y="3739498"/>
            <a:ext cx="2313397" cy="435430"/>
          </a:xfrm>
          <a:prstGeom prst="roundRect">
            <a:avLst>
              <a:gd name="adj" fmla="val 5150"/>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1040;p31">
            <a:extLst>
              <a:ext uri="{FF2B5EF4-FFF2-40B4-BE49-F238E27FC236}">
                <a16:creationId xmlns:a16="http://schemas.microsoft.com/office/drawing/2014/main" id="{4CDCB625-BDFB-E7C1-F45C-27CC336677BD}"/>
              </a:ext>
            </a:extLst>
          </p:cNvPr>
          <p:cNvSpPr txBox="1">
            <a:spLocks/>
          </p:cNvSpPr>
          <p:nvPr/>
        </p:nvSpPr>
        <p:spPr>
          <a:xfrm>
            <a:off x="3335439" y="3739497"/>
            <a:ext cx="2313396" cy="435430"/>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accent6"/>
                </a:solidFill>
                <a:latin typeface="Montserrat" panose="00000500000000000000" pitchFamily="2" charset="0"/>
              </a:rPr>
              <a:t>Hạt nhân chính giải hệ phương trình LST</a:t>
            </a:r>
            <a:r>
              <a:rPr lang="en-US" sz="1000" dirty="0">
                <a:solidFill>
                  <a:schemeClr val="accent6"/>
                </a:solidFill>
                <a:latin typeface="Montserrat" panose="00000500000000000000" pitchFamily="2" charset="0"/>
              </a:rPr>
              <a:t>.</a:t>
            </a:r>
            <a:endParaRPr lang="vi-VN" sz="1000" dirty="0">
              <a:solidFill>
                <a:schemeClr val="accent6"/>
              </a:solidFill>
              <a:latin typeface="Montserrat" panose="00000500000000000000" pitchFamily="2" charset="0"/>
            </a:endParaRPr>
          </a:p>
        </p:txBody>
      </p:sp>
      <p:pic>
        <p:nvPicPr>
          <p:cNvPr id="18" name="Picture 17">
            <a:extLst>
              <a:ext uri="{FF2B5EF4-FFF2-40B4-BE49-F238E27FC236}">
                <a16:creationId xmlns:a16="http://schemas.microsoft.com/office/drawing/2014/main" id="{28FBB702-7D33-AFC3-D52B-FAFA36AA0B88}"/>
              </a:ext>
            </a:extLst>
          </p:cNvPr>
          <p:cNvPicPr>
            <a:picLocks noChangeAspect="1"/>
          </p:cNvPicPr>
          <p:nvPr/>
        </p:nvPicPr>
        <p:blipFill>
          <a:blip r:embed="rId5"/>
          <a:srcRect/>
          <a:stretch/>
        </p:blipFill>
        <p:spPr>
          <a:xfrm>
            <a:off x="6043035" y="1149974"/>
            <a:ext cx="2905627" cy="2487832"/>
          </a:xfrm>
          <a:prstGeom prst="rect">
            <a:avLst/>
          </a:prstGeom>
          <a:ln w="28575">
            <a:solidFill>
              <a:schemeClr val="bg1"/>
            </a:solidFill>
          </a:ln>
        </p:spPr>
      </p:pic>
      <p:sp>
        <p:nvSpPr>
          <p:cNvPr id="22" name="Rectangle: Rounded Corners 21">
            <a:extLst>
              <a:ext uri="{FF2B5EF4-FFF2-40B4-BE49-F238E27FC236}">
                <a16:creationId xmlns:a16="http://schemas.microsoft.com/office/drawing/2014/main" id="{568EAB82-0341-0180-44E5-1383D43EA70E}"/>
              </a:ext>
            </a:extLst>
          </p:cNvPr>
          <p:cNvSpPr/>
          <p:nvPr/>
        </p:nvSpPr>
        <p:spPr>
          <a:xfrm>
            <a:off x="6043034" y="3739497"/>
            <a:ext cx="2905627" cy="1127679"/>
          </a:xfrm>
          <a:prstGeom prst="roundRect">
            <a:avLst>
              <a:gd name="adj" fmla="val 5150"/>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Google Shape;1040;p31">
            <a:extLst>
              <a:ext uri="{FF2B5EF4-FFF2-40B4-BE49-F238E27FC236}">
                <a16:creationId xmlns:a16="http://schemas.microsoft.com/office/drawing/2014/main" id="{58AA321F-4527-293C-FA4C-F70EA080F120}"/>
              </a:ext>
            </a:extLst>
          </p:cNvPr>
          <p:cNvSpPr txBox="1">
            <a:spLocks/>
          </p:cNvSpPr>
          <p:nvPr/>
        </p:nvSpPr>
        <p:spPr>
          <a:xfrm>
            <a:off x="6043034" y="3739497"/>
            <a:ext cx="2905627" cy="1127679"/>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000" dirty="0">
                <a:solidFill>
                  <a:schemeClr val="accent6"/>
                </a:solidFill>
                <a:latin typeface="Montserrat" panose="00000500000000000000" pitchFamily="2" charset="0"/>
              </a:rPr>
              <a:t>Trình xuất dữ liệu mảng (</a:t>
            </a:r>
            <a:r>
              <a:rPr lang="vi-VN" sz="1000" dirty="0" err="1">
                <a:solidFill>
                  <a:schemeClr val="accent6"/>
                </a:solidFill>
                <a:latin typeface="Montserrat" panose="00000500000000000000" pitchFamily="2" charset="0"/>
              </a:rPr>
              <a:t>array</a:t>
            </a:r>
            <a:r>
              <a:rPr lang="vi-VN" sz="1000" dirty="0">
                <a:solidFill>
                  <a:schemeClr val="accent6"/>
                </a:solidFill>
                <a:latin typeface="Montserrat" panose="00000500000000000000" pitchFamily="2" charset="0"/>
              </a:rPr>
              <a:t>) trong </a:t>
            </a:r>
            <a:r>
              <a:rPr lang="vi-VN" sz="1000" dirty="0" err="1">
                <a:solidFill>
                  <a:schemeClr val="accent6"/>
                </a:solidFill>
                <a:latin typeface="Montserrat" panose="00000500000000000000" pitchFamily="2" charset="0"/>
              </a:rPr>
              <a:t>Python</a:t>
            </a:r>
            <a:r>
              <a:rPr lang="vi-VN" sz="1000" dirty="0">
                <a:solidFill>
                  <a:schemeClr val="accent6"/>
                </a:solidFill>
                <a:latin typeface="Montserrat" panose="00000500000000000000" pitchFamily="2" charset="0"/>
              </a:rPr>
              <a:t> thành chuỗi </a:t>
            </a:r>
            <a:r>
              <a:rPr lang="vi-VN" sz="1000" dirty="0" err="1">
                <a:solidFill>
                  <a:schemeClr val="accent6"/>
                </a:solidFill>
                <a:latin typeface="Montserrat" panose="00000500000000000000" pitchFamily="2" charset="0"/>
              </a:rPr>
              <a:t>text</a:t>
            </a:r>
            <a:r>
              <a:rPr lang="vi-VN" sz="1000" dirty="0">
                <a:solidFill>
                  <a:schemeClr val="accent6"/>
                </a:solidFill>
                <a:latin typeface="Montserrat" panose="00000500000000000000" pitchFamily="2" charset="0"/>
              </a:rPr>
              <a:t> định dạng nghiêm ngặt theo chuẩn</a:t>
            </a:r>
            <a:r>
              <a:rPr lang="en-US" sz="1000" dirty="0">
                <a:solidFill>
                  <a:schemeClr val="accent6"/>
                </a:solidFill>
                <a:latin typeface="Montserrat" panose="00000500000000000000" pitchFamily="2" charset="0"/>
              </a:rPr>
              <a:t> </a:t>
            </a:r>
            <a:r>
              <a:rPr lang="vi-VN" sz="1000" dirty="0" err="1">
                <a:solidFill>
                  <a:schemeClr val="accent6"/>
                </a:solidFill>
                <a:latin typeface="Montserrat" panose="00000500000000000000" pitchFamily="2" charset="0"/>
              </a:rPr>
              <a:t>DUTMod</a:t>
            </a:r>
            <a:r>
              <a:rPr lang="en-US" sz="1000" dirty="0" err="1">
                <a:solidFill>
                  <a:schemeClr val="accent6"/>
                </a:solidFill>
                <a:latin typeface="Montserrat" panose="00000500000000000000" pitchFamily="2" charset="0"/>
              </a:rPr>
              <a:t>eling</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DISCO, đảm bảo W</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a:t>
            </a:r>
            <a:r>
              <a:rPr lang="en-US" sz="1000" dirty="0">
                <a:solidFill>
                  <a:schemeClr val="accent6"/>
                </a:solidFill>
                <a:latin typeface="Montserrat" panose="00000500000000000000" pitchFamily="2" charset="0"/>
              </a:rPr>
              <a:t> </a:t>
            </a:r>
            <a:r>
              <a:rPr lang="vi-VN" sz="1000" dirty="0">
                <a:solidFill>
                  <a:schemeClr val="accent6"/>
                </a:solidFill>
                <a:latin typeface="Montserrat" panose="00000500000000000000" pitchFamily="2" charset="0"/>
              </a:rPr>
              <a:t>1.00000000 (tọa độ đồng nhất) và </a:t>
            </a:r>
            <a:r>
              <a:rPr lang="vi-VN" sz="1000" dirty="0" err="1">
                <a:solidFill>
                  <a:schemeClr val="accent6"/>
                </a:solidFill>
                <a:latin typeface="Montserrat" panose="00000500000000000000" pitchFamily="2" charset="0"/>
              </a:rPr>
              <a:t>vector</a:t>
            </a:r>
            <a:r>
              <a:rPr lang="vi-VN" sz="1000" dirty="0">
                <a:solidFill>
                  <a:schemeClr val="accent6"/>
                </a:solidFill>
                <a:latin typeface="Montserrat" panose="00000500000000000000" pitchFamily="2" charset="0"/>
              </a:rPr>
              <a:t> nút </a:t>
            </a:r>
            <a:r>
              <a:rPr lang="vi-VN" sz="1000" dirty="0" err="1">
                <a:solidFill>
                  <a:schemeClr val="accent6"/>
                </a:solidFill>
                <a:latin typeface="Montserrat" panose="00000500000000000000" pitchFamily="2" charset="0"/>
              </a:rPr>
              <a:t>Uknot</a:t>
            </a:r>
            <a:r>
              <a:rPr lang="vi-VN" sz="1000" dirty="0">
                <a:solidFill>
                  <a:schemeClr val="accent6"/>
                </a:solidFill>
                <a:latin typeface="Montserrat" panose="00000500000000000000" pitchFamily="2" charset="0"/>
              </a:rPr>
              <a:t> được </a:t>
            </a:r>
            <a:r>
              <a:rPr lang="vi-VN" sz="1000" dirty="0" err="1">
                <a:solidFill>
                  <a:schemeClr val="accent6"/>
                </a:solidFill>
                <a:latin typeface="Montserrat" panose="00000500000000000000" pitchFamily="2" charset="0"/>
              </a:rPr>
              <a:t>format</a:t>
            </a:r>
            <a:r>
              <a:rPr lang="vi-VN" sz="1000" dirty="0">
                <a:solidFill>
                  <a:schemeClr val="accent6"/>
                </a:solidFill>
                <a:latin typeface="Montserrat" panose="00000500000000000000" pitchFamily="2" charset="0"/>
              </a:rPr>
              <a:t> đúng 8 số lẻ thập phân.</a:t>
            </a:r>
          </a:p>
        </p:txBody>
      </p:sp>
    </p:spTree>
    <p:extLst>
      <p:ext uri="{BB962C8B-B14F-4D97-AF65-F5344CB8AC3E}">
        <p14:creationId xmlns:p14="http://schemas.microsoft.com/office/powerpoint/2010/main" val="36391408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11">
          <a:extLst>
            <a:ext uri="{FF2B5EF4-FFF2-40B4-BE49-F238E27FC236}">
              <a16:creationId xmlns:a16="http://schemas.microsoft.com/office/drawing/2014/main" id="{D183FE3C-950A-BF7A-CB7D-AABD1C3F3D12}"/>
            </a:ext>
          </a:extLst>
        </p:cNvPr>
        <p:cNvGrpSpPr/>
        <p:nvPr/>
      </p:nvGrpSpPr>
      <p:grpSpPr>
        <a:xfrm>
          <a:off x="0" y="0"/>
          <a:ext cx="0" cy="0"/>
          <a:chOff x="0" y="0"/>
          <a:chExt cx="0" cy="0"/>
        </a:xfrm>
      </p:grpSpPr>
      <p:sp>
        <p:nvSpPr>
          <p:cNvPr id="1112" name="Google Shape;1112;p33">
            <a:extLst>
              <a:ext uri="{FF2B5EF4-FFF2-40B4-BE49-F238E27FC236}">
                <a16:creationId xmlns:a16="http://schemas.microsoft.com/office/drawing/2014/main" id="{A8102F34-CB54-3D9C-8453-52095210E5A4}"/>
              </a:ext>
            </a:extLst>
          </p:cNvPr>
          <p:cNvSpPr txBox="1">
            <a:spLocks noGrp="1"/>
          </p:cNvSpPr>
          <p:nvPr>
            <p:ph type="title"/>
          </p:nvPr>
        </p:nvSpPr>
        <p:spPr>
          <a:xfrm>
            <a:off x="3771397" y="1063800"/>
            <a:ext cx="3946500" cy="11751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dirty="0"/>
              <a:t>04</a:t>
            </a:r>
            <a:endParaRPr dirty="0"/>
          </a:p>
        </p:txBody>
      </p:sp>
      <p:sp>
        <p:nvSpPr>
          <p:cNvPr id="1113" name="Google Shape;1113;p33">
            <a:extLst>
              <a:ext uri="{FF2B5EF4-FFF2-40B4-BE49-F238E27FC236}">
                <a16:creationId xmlns:a16="http://schemas.microsoft.com/office/drawing/2014/main" id="{A59BC4A1-DF3D-6B0C-6B53-3DE133104AD4}"/>
              </a:ext>
            </a:extLst>
          </p:cNvPr>
          <p:cNvSpPr txBox="1">
            <a:spLocks noGrp="1"/>
          </p:cNvSpPr>
          <p:nvPr>
            <p:ph type="title" idx="2"/>
          </p:nvPr>
        </p:nvSpPr>
        <p:spPr>
          <a:xfrm>
            <a:off x="972926" y="2624225"/>
            <a:ext cx="6744721" cy="13538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vi-VN" dirty="0">
                <a:latin typeface="Montserrat"/>
                <a:ea typeface="Montserrat"/>
                <a:cs typeface="Montserrat"/>
                <a:sym typeface="Montserrat"/>
              </a:rPr>
              <a:t>KẾT QUẢ THỰC HIỆN</a:t>
            </a:r>
            <a:br>
              <a:rPr lang="vi-VN" dirty="0">
                <a:latin typeface="Montserrat"/>
                <a:ea typeface="Montserrat"/>
                <a:cs typeface="Montserrat"/>
                <a:sym typeface="Montserrat"/>
              </a:rPr>
            </a:br>
            <a:r>
              <a:rPr lang="vi-VN" dirty="0">
                <a:latin typeface="Montserrat"/>
                <a:ea typeface="Montserrat"/>
                <a:cs typeface="Montserrat"/>
                <a:sym typeface="Montserrat"/>
              </a:rPr>
              <a:t>CHƯƠNG TRÌNH</a:t>
            </a:r>
            <a:endParaRPr dirty="0">
              <a:latin typeface="Montserrat"/>
              <a:ea typeface="Montserrat"/>
              <a:cs typeface="Montserrat"/>
              <a:sym typeface="Montserrat"/>
            </a:endParaRPr>
          </a:p>
        </p:txBody>
      </p:sp>
      <p:grpSp>
        <p:nvGrpSpPr>
          <p:cNvPr id="1115" name="Google Shape;1115;p33">
            <a:extLst>
              <a:ext uri="{FF2B5EF4-FFF2-40B4-BE49-F238E27FC236}">
                <a16:creationId xmlns:a16="http://schemas.microsoft.com/office/drawing/2014/main" id="{65B4ADD5-2FA4-EE81-4A4A-1C49BE89DE0C}"/>
              </a:ext>
            </a:extLst>
          </p:cNvPr>
          <p:cNvGrpSpPr/>
          <p:nvPr/>
        </p:nvGrpSpPr>
        <p:grpSpPr>
          <a:xfrm>
            <a:off x="4145419" y="2365691"/>
            <a:ext cx="3478000" cy="192185"/>
            <a:chOff x="4788672" y="2177404"/>
            <a:chExt cx="3478000" cy="192185"/>
          </a:xfrm>
        </p:grpSpPr>
        <p:sp>
          <p:nvSpPr>
            <p:cNvPr id="1116" name="Google Shape;1116;p33">
              <a:extLst>
                <a:ext uri="{FF2B5EF4-FFF2-40B4-BE49-F238E27FC236}">
                  <a16:creationId xmlns:a16="http://schemas.microsoft.com/office/drawing/2014/main" id="{C33068B9-56FA-1EDB-FE94-AB6188163740}"/>
                </a:ext>
              </a:extLst>
            </p:cNvPr>
            <p:cNvSpPr/>
            <p:nvPr/>
          </p:nvSpPr>
          <p:spPr>
            <a:xfrm rot="-2700000" flipH="1">
              <a:off x="72509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7" name="Google Shape;1117;p33">
              <a:extLst>
                <a:ext uri="{FF2B5EF4-FFF2-40B4-BE49-F238E27FC236}">
                  <a16:creationId xmlns:a16="http://schemas.microsoft.com/office/drawing/2014/main" id="{DF134263-76A1-23B7-DE9A-557812682D4E}"/>
                </a:ext>
              </a:extLst>
            </p:cNvPr>
            <p:cNvCxnSpPr>
              <a:stCxn id="1118" idx="6"/>
              <a:endCxn id="1119" idx="2"/>
            </p:cNvCxnSpPr>
            <p:nvPr/>
          </p:nvCxnSpPr>
          <p:spPr>
            <a:xfrm rot="10800000">
              <a:off x="4845772" y="2272517"/>
              <a:ext cx="3363900" cy="0"/>
            </a:xfrm>
            <a:prstGeom prst="straightConnector1">
              <a:avLst/>
            </a:prstGeom>
            <a:noFill/>
            <a:ln w="9525" cap="flat" cmpd="sng">
              <a:solidFill>
                <a:schemeClr val="lt1"/>
              </a:solidFill>
              <a:prstDash val="solid"/>
              <a:round/>
              <a:headEnd type="none" w="med" len="med"/>
              <a:tailEnd type="none" w="med" len="med"/>
            </a:ln>
          </p:spPr>
        </p:cxnSp>
        <p:sp>
          <p:nvSpPr>
            <p:cNvPr id="1119" name="Google Shape;1119;p33">
              <a:extLst>
                <a:ext uri="{FF2B5EF4-FFF2-40B4-BE49-F238E27FC236}">
                  <a16:creationId xmlns:a16="http://schemas.microsoft.com/office/drawing/2014/main" id="{7F134FFB-FEEB-4A7D-6893-DF96F8207DD5}"/>
                </a:ext>
              </a:extLst>
            </p:cNvPr>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3">
              <a:extLst>
                <a:ext uri="{FF2B5EF4-FFF2-40B4-BE49-F238E27FC236}">
                  <a16:creationId xmlns:a16="http://schemas.microsoft.com/office/drawing/2014/main" id="{6D879F46-336D-B811-2C0A-657E4317D85B}"/>
                </a:ext>
              </a:extLst>
            </p:cNvPr>
            <p:cNvSpPr/>
            <p:nvPr/>
          </p:nvSpPr>
          <p:spPr>
            <a:xfrm flipH="1">
              <a:off x="8209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3">
            <a:extLst>
              <a:ext uri="{FF2B5EF4-FFF2-40B4-BE49-F238E27FC236}">
                <a16:creationId xmlns:a16="http://schemas.microsoft.com/office/drawing/2014/main" id="{AEF2C50E-C483-D6B1-E02C-5384BC727F19}"/>
              </a:ext>
            </a:extLst>
          </p:cNvPr>
          <p:cNvGrpSpPr/>
          <p:nvPr/>
        </p:nvGrpSpPr>
        <p:grpSpPr>
          <a:xfrm flipH="1">
            <a:off x="7834772" y="2544125"/>
            <a:ext cx="1929500" cy="2210100"/>
            <a:chOff x="295725" y="-3462825"/>
            <a:chExt cx="1929500" cy="2210100"/>
          </a:xfrm>
        </p:grpSpPr>
        <p:sp>
          <p:nvSpPr>
            <p:cNvPr id="1121" name="Google Shape;1121;p33">
              <a:extLst>
                <a:ext uri="{FF2B5EF4-FFF2-40B4-BE49-F238E27FC236}">
                  <a16:creationId xmlns:a16="http://schemas.microsoft.com/office/drawing/2014/main" id="{8297E35F-78E9-091A-5AC0-E7F4747C15D1}"/>
                </a:ext>
              </a:extLst>
            </p:cNvPr>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3">
              <a:extLst>
                <a:ext uri="{FF2B5EF4-FFF2-40B4-BE49-F238E27FC236}">
                  <a16:creationId xmlns:a16="http://schemas.microsoft.com/office/drawing/2014/main" id="{B9F28EB3-C9A7-6215-03CD-40492B938D54}"/>
                </a:ext>
              </a:extLst>
            </p:cNvPr>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3">
              <a:extLst>
                <a:ext uri="{FF2B5EF4-FFF2-40B4-BE49-F238E27FC236}">
                  <a16:creationId xmlns:a16="http://schemas.microsoft.com/office/drawing/2014/main" id="{5E354526-C17B-F76E-9EB9-57A9F35CF5B4}"/>
                </a:ext>
              </a:extLst>
            </p:cNvPr>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33">
              <a:extLst>
                <a:ext uri="{FF2B5EF4-FFF2-40B4-BE49-F238E27FC236}">
                  <a16:creationId xmlns:a16="http://schemas.microsoft.com/office/drawing/2014/main" id="{C1BCC435-FA85-0F2B-0E1C-09F69FCF52D9}"/>
                </a:ext>
              </a:extLst>
            </p:cNvPr>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3">
              <a:extLst>
                <a:ext uri="{FF2B5EF4-FFF2-40B4-BE49-F238E27FC236}">
                  <a16:creationId xmlns:a16="http://schemas.microsoft.com/office/drawing/2014/main" id="{45D902BA-D59B-E072-2F7B-8BC0AE6540D4}"/>
                </a:ext>
              </a:extLst>
            </p:cNvPr>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3">
              <a:extLst>
                <a:ext uri="{FF2B5EF4-FFF2-40B4-BE49-F238E27FC236}">
                  <a16:creationId xmlns:a16="http://schemas.microsoft.com/office/drawing/2014/main" id="{B0C99E82-738C-A776-46B1-D25ADEA194A0}"/>
                </a:ext>
              </a:extLst>
            </p:cNvPr>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3">
              <a:extLst>
                <a:ext uri="{FF2B5EF4-FFF2-40B4-BE49-F238E27FC236}">
                  <a16:creationId xmlns:a16="http://schemas.microsoft.com/office/drawing/2014/main" id="{09498A06-7615-D9F8-EA63-5554E7CC13B2}"/>
                </a:ext>
              </a:extLst>
            </p:cNvPr>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3">
              <a:extLst>
                <a:ext uri="{FF2B5EF4-FFF2-40B4-BE49-F238E27FC236}">
                  <a16:creationId xmlns:a16="http://schemas.microsoft.com/office/drawing/2014/main" id="{3B11D52A-B460-53D3-531A-BF6200F27AE9}"/>
                </a:ext>
              </a:extLst>
            </p:cNvPr>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33">
              <a:extLst>
                <a:ext uri="{FF2B5EF4-FFF2-40B4-BE49-F238E27FC236}">
                  <a16:creationId xmlns:a16="http://schemas.microsoft.com/office/drawing/2014/main" id="{B07287AC-FB49-92DA-128B-1BBB4DD143F0}"/>
                </a:ext>
              </a:extLst>
            </p:cNvPr>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33">
              <a:extLst>
                <a:ext uri="{FF2B5EF4-FFF2-40B4-BE49-F238E27FC236}">
                  <a16:creationId xmlns:a16="http://schemas.microsoft.com/office/drawing/2014/main" id="{B82D0EAD-8424-2662-16B5-1F1BE5E5FE7E}"/>
                </a:ext>
              </a:extLst>
            </p:cNvPr>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3">
              <a:extLst>
                <a:ext uri="{FF2B5EF4-FFF2-40B4-BE49-F238E27FC236}">
                  <a16:creationId xmlns:a16="http://schemas.microsoft.com/office/drawing/2014/main" id="{14874EC7-A334-651C-33FD-71A04B2260E3}"/>
                </a:ext>
              </a:extLst>
            </p:cNvPr>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3">
              <a:extLst>
                <a:ext uri="{FF2B5EF4-FFF2-40B4-BE49-F238E27FC236}">
                  <a16:creationId xmlns:a16="http://schemas.microsoft.com/office/drawing/2014/main" id="{1C6ACDB1-A5B2-88AF-D820-5456F28E8F84}"/>
                </a:ext>
              </a:extLst>
            </p:cNvPr>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3">
              <a:extLst>
                <a:ext uri="{FF2B5EF4-FFF2-40B4-BE49-F238E27FC236}">
                  <a16:creationId xmlns:a16="http://schemas.microsoft.com/office/drawing/2014/main" id="{D6C21D48-7C25-03E4-8C29-ADE3F61102D8}"/>
                </a:ext>
              </a:extLst>
            </p:cNvPr>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3">
              <a:extLst>
                <a:ext uri="{FF2B5EF4-FFF2-40B4-BE49-F238E27FC236}">
                  <a16:creationId xmlns:a16="http://schemas.microsoft.com/office/drawing/2014/main" id="{2BE65773-D492-F4AF-2086-32A326B724CE}"/>
                </a:ext>
              </a:extLst>
            </p:cNvPr>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3">
              <a:extLst>
                <a:ext uri="{FF2B5EF4-FFF2-40B4-BE49-F238E27FC236}">
                  <a16:creationId xmlns:a16="http://schemas.microsoft.com/office/drawing/2014/main" id="{C2409DB4-5050-5945-2D89-A65E8940568C}"/>
                </a:ext>
              </a:extLst>
            </p:cNvPr>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3">
              <a:extLst>
                <a:ext uri="{FF2B5EF4-FFF2-40B4-BE49-F238E27FC236}">
                  <a16:creationId xmlns:a16="http://schemas.microsoft.com/office/drawing/2014/main" id="{FBDA1767-4C41-0F6E-A3D9-9AE014BB3DC3}"/>
                </a:ext>
              </a:extLst>
            </p:cNvPr>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3">
              <a:extLst>
                <a:ext uri="{FF2B5EF4-FFF2-40B4-BE49-F238E27FC236}">
                  <a16:creationId xmlns:a16="http://schemas.microsoft.com/office/drawing/2014/main" id="{1BD83F50-61A0-4998-2265-D8B518D73926}"/>
                </a:ext>
              </a:extLst>
            </p:cNvPr>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3">
              <a:extLst>
                <a:ext uri="{FF2B5EF4-FFF2-40B4-BE49-F238E27FC236}">
                  <a16:creationId xmlns:a16="http://schemas.microsoft.com/office/drawing/2014/main" id="{99ABB44C-7F00-081D-FF17-2948020D59F0}"/>
                </a:ext>
              </a:extLst>
            </p:cNvPr>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3">
              <a:extLst>
                <a:ext uri="{FF2B5EF4-FFF2-40B4-BE49-F238E27FC236}">
                  <a16:creationId xmlns:a16="http://schemas.microsoft.com/office/drawing/2014/main" id="{4459BD5E-4C98-AB44-4EBD-A631299B148A}"/>
                </a:ext>
              </a:extLst>
            </p:cNvPr>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3">
              <a:extLst>
                <a:ext uri="{FF2B5EF4-FFF2-40B4-BE49-F238E27FC236}">
                  <a16:creationId xmlns:a16="http://schemas.microsoft.com/office/drawing/2014/main" id="{089E6D3D-BF14-79A9-85E7-E4B637028563}"/>
                </a:ext>
              </a:extLst>
            </p:cNvPr>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3">
              <a:extLst>
                <a:ext uri="{FF2B5EF4-FFF2-40B4-BE49-F238E27FC236}">
                  <a16:creationId xmlns:a16="http://schemas.microsoft.com/office/drawing/2014/main" id="{07AF7234-BBED-495C-2099-D324D1EEF3C8}"/>
                </a:ext>
              </a:extLst>
            </p:cNvPr>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3">
              <a:extLst>
                <a:ext uri="{FF2B5EF4-FFF2-40B4-BE49-F238E27FC236}">
                  <a16:creationId xmlns:a16="http://schemas.microsoft.com/office/drawing/2014/main" id="{9051ACCA-ADB3-5883-1235-B7EF065E4122}"/>
                </a:ext>
              </a:extLst>
            </p:cNvPr>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3">
              <a:extLst>
                <a:ext uri="{FF2B5EF4-FFF2-40B4-BE49-F238E27FC236}">
                  <a16:creationId xmlns:a16="http://schemas.microsoft.com/office/drawing/2014/main" id="{06EF5D98-716C-5090-7012-BC0111C74745}"/>
                </a:ext>
              </a:extLst>
            </p:cNvPr>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3">
              <a:extLst>
                <a:ext uri="{FF2B5EF4-FFF2-40B4-BE49-F238E27FC236}">
                  <a16:creationId xmlns:a16="http://schemas.microsoft.com/office/drawing/2014/main" id="{FD2DDE48-26EC-016E-5EC1-5D267529E0CB}"/>
                </a:ext>
              </a:extLst>
            </p:cNvPr>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3">
              <a:extLst>
                <a:ext uri="{FF2B5EF4-FFF2-40B4-BE49-F238E27FC236}">
                  <a16:creationId xmlns:a16="http://schemas.microsoft.com/office/drawing/2014/main" id="{EFFC9E97-AEA6-5904-9F89-286AFA1378C7}"/>
                </a:ext>
              </a:extLst>
            </p:cNvPr>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 name="Google Shape;1146;p33">
            <a:extLst>
              <a:ext uri="{FF2B5EF4-FFF2-40B4-BE49-F238E27FC236}">
                <a16:creationId xmlns:a16="http://schemas.microsoft.com/office/drawing/2014/main" id="{39DBFC84-B89F-58E6-4DAB-B77F0AC2E234}"/>
              </a:ext>
            </a:extLst>
          </p:cNvPr>
          <p:cNvGrpSpPr/>
          <p:nvPr/>
        </p:nvGrpSpPr>
        <p:grpSpPr>
          <a:xfrm>
            <a:off x="2029358" y="2295001"/>
            <a:ext cx="873188" cy="546900"/>
            <a:chOff x="1115510" y="4327288"/>
            <a:chExt cx="873188" cy="546900"/>
          </a:xfrm>
        </p:grpSpPr>
        <p:sp>
          <p:nvSpPr>
            <p:cNvPr id="1147" name="Google Shape;1147;p33">
              <a:extLst>
                <a:ext uri="{FF2B5EF4-FFF2-40B4-BE49-F238E27FC236}">
                  <a16:creationId xmlns:a16="http://schemas.microsoft.com/office/drawing/2014/main" id="{A6719753-2CEB-4B7C-D473-19133FB3E709}"/>
                </a:ext>
              </a:extLst>
            </p:cNvPr>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 name="Google Shape;1148;p33">
              <a:extLst>
                <a:ext uri="{FF2B5EF4-FFF2-40B4-BE49-F238E27FC236}">
                  <a16:creationId xmlns:a16="http://schemas.microsoft.com/office/drawing/2014/main" id="{FAC190FB-6D52-1C1E-D79E-1A38517742CF}"/>
                </a:ext>
              </a:extLst>
            </p:cNvPr>
            <p:cNvGrpSpPr/>
            <p:nvPr/>
          </p:nvGrpSpPr>
          <p:grpSpPr>
            <a:xfrm flipH="1">
              <a:off x="1664772" y="4493938"/>
              <a:ext cx="323925" cy="323650"/>
              <a:chOff x="1608625" y="299800"/>
              <a:chExt cx="323925" cy="323650"/>
            </a:xfrm>
          </p:grpSpPr>
          <p:sp>
            <p:nvSpPr>
              <p:cNvPr id="1149" name="Google Shape;1149;p33">
                <a:extLst>
                  <a:ext uri="{FF2B5EF4-FFF2-40B4-BE49-F238E27FC236}">
                    <a16:creationId xmlns:a16="http://schemas.microsoft.com/office/drawing/2014/main" id="{A21E2E82-8EDD-504B-E72F-D060DA63435B}"/>
                  </a:ext>
                </a:extLst>
              </p:cNvPr>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3">
                <a:extLst>
                  <a:ext uri="{FF2B5EF4-FFF2-40B4-BE49-F238E27FC236}">
                    <a16:creationId xmlns:a16="http://schemas.microsoft.com/office/drawing/2014/main" id="{9BCE7156-A27E-EF9D-B7DE-B56CA971279C}"/>
                  </a:ext>
                </a:extLst>
              </p:cNvPr>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3">
                <a:extLst>
                  <a:ext uri="{FF2B5EF4-FFF2-40B4-BE49-F238E27FC236}">
                    <a16:creationId xmlns:a16="http://schemas.microsoft.com/office/drawing/2014/main" id="{3DB71E53-3E78-777F-0047-F0AE0CA2629F}"/>
                  </a:ext>
                </a:extLst>
              </p:cNvPr>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12966698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970DAE7C-0A95-2D35-5DCB-EEB9A9459627}"/>
            </a:ext>
          </a:extLst>
        </p:cNvPr>
        <p:cNvGrpSpPr/>
        <p:nvPr/>
      </p:nvGrpSpPr>
      <p:grpSpPr>
        <a:xfrm>
          <a:off x="0" y="0"/>
          <a:ext cx="0" cy="0"/>
          <a:chOff x="0" y="0"/>
          <a:chExt cx="0" cy="0"/>
        </a:xfrm>
      </p:grpSpPr>
      <p:sp>
        <p:nvSpPr>
          <p:cNvPr id="1343" name="Google Shape;1343;p39">
            <a:extLst>
              <a:ext uri="{FF2B5EF4-FFF2-40B4-BE49-F238E27FC236}">
                <a16:creationId xmlns:a16="http://schemas.microsoft.com/office/drawing/2014/main" id="{23349E69-DF7B-F2D6-4BF8-D1B5848C179E}"/>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82BD7995-477D-D9BF-A171-FBBDEB688F69}"/>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B76E88FF-86C8-606E-72E5-747E45382D98}"/>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AFB628FA-13C0-9EB5-A1F9-13B0955AAD98}"/>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801525D0-6563-2297-4D90-BC31204E6BBF}"/>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5657190A-9016-1022-82C0-5148E409792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66266D98-E947-0F14-F676-143773A69337}"/>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1DD4AFF7-9F45-353F-D81F-9C4622DF3089}"/>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C0ABC0E8-8230-C8C5-A5C5-48715DDA9C41}"/>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solidFill>
                  <a:schemeClr val="bg1"/>
                </a:solidFill>
              </a:rPr>
              <a:t>Giao diện tương tác </a:t>
            </a:r>
            <a:r>
              <a:rPr lang="vi-VN" dirty="0" err="1">
                <a:solidFill>
                  <a:schemeClr val="bg1"/>
                </a:solidFill>
              </a:rPr>
              <a:t>Web</a:t>
            </a:r>
            <a:r>
              <a:rPr lang="vi-VN" dirty="0">
                <a:solidFill>
                  <a:schemeClr val="bg1"/>
                </a:solidFill>
              </a:rPr>
              <a:t> UI</a:t>
            </a:r>
            <a:endParaRPr lang="fr-FR" dirty="0">
              <a:solidFill>
                <a:schemeClr val="bg1"/>
              </a:solidFill>
            </a:endParaRPr>
          </a:p>
        </p:txBody>
      </p:sp>
      <p:sp>
        <p:nvSpPr>
          <p:cNvPr id="6" name="Google Shape;1040;p31">
            <a:extLst>
              <a:ext uri="{FF2B5EF4-FFF2-40B4-BE49-F238E27FC236}">
                <a16:creationId xmlns:a16="http://schemas.microsoft.com/office/drawing/2014/main" id="{B288754E-E9FD-D77C-D60E-F43C6F502205}"/>
              </a:ext>
            </a:extLst>
          </p:cNvPr>
          <p:cNvSpPr txBox="1">
            <a:spLocks/>
          </p:cNvSpPr>
          <p:nvPr/>
        </p:nvSpPr>
        <p:spPr>
          <a:xfrm>
            <a:off x="392274" y="1802221"/>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err="1">
                <a:solidFill>
                  <a:schemeClr val="bg1"/>
                </a:solidFill>
                <a:latin typeface="Montserrat" panose="00000500000000000000" pitchFamily="2" charset="0"/>
              </a:rPr>
              <a:t>Upload</a:t>
            </a:r>
            <a:r>
              <a:rPr lang="vi-VN" sz="1200" dirty="0">
                <a:solidFill>
                  <a:schemeClr val="bg1"/>
                </a:solidFill>
                <a:latin typeface="Montserrat" panose="00000500000000000000" pitchFamily="2" charset="0"/>
              </a:rPr>
              <a:t> </a:t>
            </a:r>
            <a:r>
              <a:rPr lang="vi-VN" sz="1200" dirty="0" err="1">
                <a:solidFill>
                  <a:schemeClr val="bg1"/>
                </a:solidFill>
                <a:latin typeface="Montserrat" panose="00000500000000000000" pitchFamily="2" charset="0"/>
              </a:rPr>
              <a:t>file</a:t>
            </a:r>
            <a:r>
              <a:rPr lang="vi-VN" sz="1200" dirty="0">
                <a:solidFill>
                  <a:schemeClr val="bg1"/>
                </a:solidFill>
                <a:latin typeface="Montserrat" panose="00000500000000000000" pitchFamily="2" charset="0"/>
              </a:rPr>
              <a:t> ảnh </a:t>
            </a:r>
          </a:p>
          <a:p>
            <a:pPr algn="ctr">
              <a:buClr>
                <a:schemeClr val="bg1"/>
              </a:buClr>
            </a:pPr>
            <a:r>
              <a:rPr lang="vi-VN" sz="1200" dirty="0">
                <a:solidFill>
                  <a:schemeClr val="bg1"/>
                </a:solidFill>
                <a:latin typeface="Montserrat" panose="00000500000000000000" pitchFamily="2" charset="0"/>
              </a:rPr>
              <a:t>(.</a:t>
            </a:r>
            <a:r>
              <a:rPr lang="vi-VN" sz="1200" dirty="0" err="1">
                <a:solidFill>
                  <a:schemeClr val="bg1"/>
                </a:solidFill>
                <a:latin typeface="Montserrat" panose="00000500000000000000" pitchFamily="2" charset="0"/>
              </a:rPr>
              <a:t>jpg</a:t>
            </a:r>
            <a:r>
              <a:rPr lang="vi-VN" sz="1200" dirty="0">
                <a:solidFill>
                  <a:schemeClr val="bg1"/>
                </a:solidFill>
                <a:latin typeface="Montserrat" panose="00000500000000000000" pitchFamily="2" charset="0"/>
              </a:rPr>
              <a:t> hoặc .</a:t>
            </a:r>
            <a:r>
              <a:rPr lang="vi-VN" sz="1200" dirty="0" err="1">
                <a:solidFill>
                  <a:schemeClr val="bg1"/>
                </a:solidFill>
                <a:latin typeface="Montserrat" panose="00000500000000000000" pitchFamily="2" charset="0"/>
              </a:rPr>
              <a:t>png</a:t>
            </a:r>
            <a:r>
              <a:rPr lang="vi-VN" sz="1200" dirty="0">
                <a:solidFill>
                  <a:schemeClr val="bg1"/>
                </a:solidFill>
                <a:latin typeface="Montserrat" panose="00000500000000000000" pitchFamily="2" charset="0"/>
              </a:rPr>
              <a:t>)</a:t>
            </a:r>
          </a:p>
        </p:txBody>
      </p:sp>
      <p:sp>
        <p:nvSpPr>
          <p:cNvPr id="10" name="Arrow: Right 9">
            <a:extLst>
              <a:ext uri="{FF2B5EF4-FFF2-40B4-BE49-F238E27FC236}">
                <a16:creationId xmlns:a16="http://schemas.microsoft.com/office/drawing/2014/main" id="{FB22F6D2-4805-05A5-C5B2-DD5077ED2839}"/>
              </a:ext>
            </a:extLst>
          </p:cNvPr>
          <p:cNvSpPr/>
          <p:nvPr/>
        </p:nvSpPr>
        <p:spPr>
          <a:xfrm>
            <a:off x="2116771" y="1951125"/>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1040;p31">
            <a:extLst>
              <a:ext uri="{FF2B5EF4-FFF2-40B4-BE49-F238E27FC236}">
                <a16:creationId xmlns:a16="http://schemas.microsoft.com/office/drawing/2014/main" id="{9E9D5000-F965-7B54-5BB3-96E10AFD38FB}"/>
              </a:ext>
            </a:extLst>
          </p:cNvPr>
          <p:cNvSpPr txBox="1">
            <a:spLocks/>
          </p:cNvSpPr>
          <p:nvPr/>
        </p:nvSpPr>
        <p:spPr>
          <a:xfrm>
            <a:off x="268796" y="2387790"/>
            <a:ext cx="1971453" cy="57416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Thanh trượt điều chỉnh hệ số làm mịn </a:t>
            </a:r>
            <a:r>
              <a:rPr lang="el-GR" sz="1200" dirty="0">
                <a:solidFill>
                  <a:schemeClr val="bg1"/>
                </a:solidFill>
                <a:latin typeface="Montserrat" panose="00000500000000000000" pitchFamily="2" charset="0"/>
              </a:rPr>
              <a:t>λ </a:t>
            </a:r>
            <a:r>
              <a:rPr lang="vi-VN" sz="1200" dirty="0">
                <a:solidFill>
                  <a:schemeClr val="bg1"/>
                </a:solidFill>
                <a:latin typeface="Montserrat" panose="00000500000000000000" pitchFamily="2" charset="0"/>
              </a:rPr>
              <a:t>và ngưỡng nhảy</a:t>
            </a:r>
          </a:p>
        </p:txBody>
      </p:sp>
      <p:sp>
        <p:nvSpPr>
          <p:cNvPr id="12" name="Arrow: Right 11">
            <a:extLst>
              <a:ext uri="{FF2B5EF4-FFF2-40B4-BE49-F238E27FC236}">
                <a16:creationId xmlns:a16="http://schemas.microsoft.com/office/drawing/2014/main" id="{320A5780-13C2-BE38-1051-5D20CF8A1C3C}"/>
              </a:ext>
            </a:extLst>
          </p:cNvPr>
          <p:cNvSpPr/>
          <p:nvPr/>
        </p:nvSpPr>
        <p:spPr>
          <a:xfrm>
            <a:off x="2116771" y="2592088"/>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Google Shape;1497;p43">
            <a:extLst>
              <a:ext uri="{FF2B5EF4-FFF2-40B4-BE49-F238E27FC236}">
                <a16:creationId xmlns:a16="http://schemas.microsoft.com/office/drawing/2014/main" id="{AAD308C2-42DD-49C4-06B7-36FF65EDECBF}"/>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4" name="Picture 3">
            <a:extLst>
              <a:ext uri="{FF2B5EF4-FFF2-40B4-BE49-F238E27FC236}">
                <a16:creationId xmlns:a16="http://schemas.microsoft.com/office/drawing/2014/main" id="{3CBCE3B0-B188-8FC0-1D14-61642C128A7B}"/>
              </a:ext>
            </a:extLst>
          </p:cNvPr>
          <p:cNvPicPr>
            <a:picLocks noChangeAspect="1"/>
          </p:cNvPicPr>
          <p:nvPr/>
        </p:nvPicPr>
        <p:blipFill>
          <a:blip r:embed="rId4"/>
          <a:stretch>
            <a:fillRect/>
          </a:stretch>
        </p:blipFill>
        <p:spPr>
          <a:xfrm>
            <a:off x="2555837" y="1412766"/>
            <a:ext cx="5574406" cy="2679780"/>
          </a:xfrm>
          <a:prstGeom prst="rect">
            <a:avLst/>
          </a:prstGeom>
          <a:ln w="28575">
            <a:solidFill>
              <a:schemeClr val="bg1"/>
            </a:solidFill>
          </a:ln>
        </p:spPr>
      </p:pic>
      <p:sp>
        <p:nvSpPr>
          <p:cNvPr id="5" name="Google Shape;1040;p31">
            <a:extLst>
              <a:ext uri="{FF2B5EF4-FFF2-40B4-BE49-F238E27FC236}">
                <a16:creationId xmlns:a16="http://schemas.microsoft.com/office/drawing/2014/main" id="{76DD32A8-F256-49A4-8439-EC1504F078E2}"/>
              </a:ext>
            </a:extLst>
          </p:cNvPr>
          <p:cNvSpPr txBox="1">
            <a:spLocks/>
          </p:cNvSpPr>
          <p:nvPr/>
        </p:nvSpPr>
        <p:spPr>
          <a:xfrm>
            <a:off x="268796" y="3677845"/>
            <a:ext cx="1971453" cy="57416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Bấm vào nút để thực hiện việc tạo đường cong</a:t>
            </a:r>
          </a:p>
        </p:txBody>
      </p:sp>
      <p:sp>
        <p:nvSpPr>
          <p:cNvPr id="7" name="Arrow: Right 6">
            <a:extLst>
              <a:ext uri="{FF2B5EF4-FFF2-40B4-BE49-F238E27FC236}">
                <a16:creationId xmlns:a16="http://schemas.microsoft.com/office/drawing/2014/main" id="{0493D554-D95C-86E9-8053-46A26B676C70}"/>
              </a:ext>
            </a:extLst>
          </p:cNvPr>
          <p:cNvSpPr/>
          <p:nvPr/>
        </p:nvSpPr>
        <p:spPr>
          <a:xfrm>
            <a:off x="2116771" y="3882143"/>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39736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03A789F3-6822-0260-6F7D-34E9DC3F7A37}"/>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0E1F307E-5A0C-FBFA-6156-FE5F606EA96E}"/>
              </a:ext>
            </a:extLst>
          </p:cNvPr>
          <p:cNvSpPr/>
          <p:nvPr/>
        </p:nvSpPr>
        <p:spPr>
          <a:xfrm>
            <a:off x="3170419" y="2309089"/>
            <a:ext cx="5673777"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E05FC752-8CA5-A328-6479-D2FA3EF53185}"/>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3F0A7D0B-09A4-2D59-395F-E49EC76B73D5}"/>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848E241F-AFAE-0EEC-F44F-9D2DF043316D}"/>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F2608B8B-CF5B-2EDF-4F4F-21B72A5DE176}"/>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2CF2E5A3-AAE8-7AD9-B9B0-1BEF18D56B32}"/>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E88F18F1-466C-C066-20DF-994E0FD29D83}"/>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7C7EEA3D-7616-7A00-A080-72B2FF1909E4}"/>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573BE302-ECE4-FE46-5F76-61F79CD1FBCA}"/>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9287BA59-B2DA-D0DE-5C1B-3CB81BF1386B}"/>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err="1"/>
              <a:t>Tiền</a:t>
            </a:r>
            <a:r>
              <a:rPr lang="en-US" dirty="0"/>
              <a:t> </a:t>
            </a:r>
            <a:r>
              <a:rPr lang="en-US" dirty="0" err="1"/>
              <a:t>xử</a:t>
            </a:r>
            <a:r>
              <a:rPr lang="en-US" dirty="0"/>
              <a:t> </a:t>
            </a:r>
            <a:r>
              <a:rPr lang="en-US" dirty="0" err="1"/>
              <a:t>lý</a:t>
            </a:r>
            <a:r>
              <a:rPr lang="en-US" dirty="0"/>
              <a:t>, </a:t>
            </a:r>
            <a:r>
              <a:rPr lang="en-US" dirty="0" err="1"/>
              <a:t>trích</a:t>
            </a:r>
            <a:r>
              <a:rPr lang="en-US" dirty="0"/>
              <a:t> </a:t>
            </a:r>
            <a:r>
              <a:rPr lang="en-US" dirty="0" err="1"/>
              <a:t>xuất</a:t>
            </a:r>
            <a:r>
              <a:rPr lang="en-US" dirty="0"/>
              <a:t> </a:t>
            </a:r>
            <a:r>
              <a:rPr lang="en-US" dirty="0" err="1"/>
              <a:t>và</a:t>
            </a:r>
            <a:r>
              <a:rPr lang="en-US" dirty="0"/>
              <a:t> </a:t>
            </a:r>
            <a:r>
              <a:rPr lang="en-US" dirty="0" err="1"/>
              <a:t>nội</a:t>
            </a:r>
            <a:r>
              <a:rPr lang="en-US" dirty="0"/>
              <a:t> </a:t>
            </a:r>
            <a:r>
              <a:rPr lang="en-US" dirty="0" err="1"/>
              <a:t>suy</a:t>
            </a:r>
            <a:r>
              <a:rPr lang="en-US" dirty="0"/>
              <a:t> </a:t>
            </a:r>
            <a:r>
              <a:rPr lang="en-US" dirty="0" err="1"/>
              <a:t>cơ</a:t>
            </a:r>
            <a:r>
              <a:rPr lang="en-US" dirty="0"/>
              <a:t> </a:t>
            </a:r>
            <a:r>
              <a:rPr lang="en-US" dirty="0" err="1"/>
              <a:t>bản</a:t>
            </a:r>
            <a:endParaRPr lang="fr-FR" dirty="0">
              <a:solidFill>
                <a:schemeClr val="bg1"/>
              </a:solidFill>
            </a:endParaRPr>
          </a:p>
        </p:txBody>
      </p:sp>
      <p:sp>
        <p:nvSpPr>
          <p:cNvPr id="11" name="Google Shape;1040;p31">
            <a:extLst>
              <a:ext uri="{FF2B5EF4-FFF2-40B4-BE49-F238E27FC236}">
                <a16:creationId xmlns:a16="http://schemas.microsoft.com/office/drawing/2014/main" id="{86987578-9592-D6DB-9B0F-52A14E257ABB}"/>
              </a:ext>
            </a:extLst>
          </p:cNvPr>
          <p:cNvSpPr txBox="1">
            <a:spLocks/>
          </p:cNvSpPr>
          <p:nvPr/>
        </p:nvSpPr>
        <p:spPr>
          <a:xfrm>
            <a:off x="874366" y="1406307"/>
            <a:ext cx="1971453"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200" dirty="0">
                <a:solidFill>
                  <a:schemeClr val="bg1"/>
                </a:solidFill>
                <a:latin typeface="Montserrat" panose="00000500000000000000" pitchFamily="2" charset="0"/>
              </a:rPr>
              <a:t>Giao diện hiển thị thành công 3 khung hình: </a:t>
            </a:r>
            <a:r>
              <a:rPr lang="vi-VN" sz="1200" b="1" dirty="0">
                <a:solidFill>
                  <a:schemeClr val="bg1"/>
                </a:solidFill>
                <a:latin typeface="Montserrat" panose="00000500000000000000" pitchFamily="2" charset="0"/>
              </a:rPr>
              <a:t>Ảnh gốc, Ảnh khung xương </a:t>
            </a:r>
            <a:r>
              <a:rPr lang="vi-VN" sz="1200" b="1" dirty="0" err="1">
                <a:solidFill>
                  <a:schemeClr val="bg1"/>
                </a:solidFill>
                <a:latin typeface="Montserrat" panose="00000500000000000000" pitchFamily="2" charset="0"/>
              </a:rPr>
              <a:t>Zhang-Suen</a:t>
            </a:r>
            <a:r>
              <a:rPr lang="vi-VN" sz="1200" b="1" dirty="0">
                <a:solidFill>
                  <a:schemeClr val="bg1"/>
                </a:solidFill>
                <a:latin typeface="Montserrat" panose="00000500000000000000" pitchFamily="2" charset="0"/>
              </a:rPr>
              <a:t>, và Đồ thị điểm ảnh có thứ tự</a:t>
            </a:r>
            <a:r>
              <a:rPr lang="vi-VN" sz="1200" dirty="0">
                <a:solidFill>
                  <a:schemeClr val="bg1"/>
                </a:solidFill>
                <a:latin typeface="Montserrat" panose="00000500000000000000" pitchFamily="2" charset="0"/>
              </a:rPr>
              <a:t>. Bảng thống kê ghi nhận hệ thống trích xuất được 1,958 </a:t>
            </a:r>
            <a:r>
              <a:rPr lang="vi-VN" sz="1200" dirty="0" err="1">
                <a:solidFill>
                  <a:schemeClr val="bg1"/>
                </a:solidFill>
                <a:latin typeface="Montserrat" panose="00000500000000000000" pitchFamily="2" charset="0"/>
              </a:rPr>
              <a:t>pixel</a:t>
            </a:r>
            <a:r>
              <a:rPr lang="vi-VN" sz="1200" dirty="0">
                <a:solidFill>
                  <a:schemeClr val="bg1"/>
                </a:solidFill>
                <a:latin typeface="Montserrat" panose="00000500000000000000" pitchFamily="2" charset="0"/>
              </a:rPr>
              <a:t> và chia làm 4 nét vẽ.</a:t>
            </a:r>
          </a:p>
        </p:txBody>
      </p:sp>
      <p:sp>
        <p:nvSpPr>
          <p:cNvPr id="14" name="Google Shape;1497;p43">
            <a:extLst>
              <a:ext uri="{FF2B5EF4-FFF2-40B4-BE49-F238E27FC236}">
                <a16:creationId xmlns:a16="http://schemas.microsoft.com/office/drawing/2014/main" id="{A54A4B9D-709B-A5B1-2E77-EC12D5523755}"/>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16" name="Picture 15">
            <a:extLst>
              <a:ext uri="{FF2B5EF4-FFF2-40B4-BE49-F238E27FC236}">
                <a16:creationId xmlns:a16="http://schemas.microsoft.com/office/drawing/2014/main" id="{8D0C9042-98C8-B162-12C2-35605E1AB70A}"/>
              </a:ext>
            </a:extLst>
          </p:cNvPr>
          <p:cNvPicPr>
            <a:picLocks noChangeAspect="1"/>
          </p:cNvPicPr>
          <p:nvPr/>
        </p:nvPicPr>
        <p:blipFill>
          <a:blip r:embed="rId4"/>
          <a:stretch>
            <a:fillRect/>
          </a:stretch>
        </p:blipFill>
        <p:spPr>
          <a:xfrm>
            <a:off x="3356209" y="1311714"/>
            <a:ext cx="5261399" cy="2523827"/>
          </a:xfrm>
          <a:prstGeom prst="rect">
            <a:avLst/>
          </a:prstGeom>
          <a:ln w="28575">
            <a:solidFill>
              <a:schemeClr val="bg1"/>
            </a:solidFill>
          </a:ln>
        </p:spPr>
      </p:pic>
      <p:sp>
        <p:nvSpPr>
          <p:cNvPr id="17" name="Rectangle: Rounded Corners 16">
            <a:extLst>
              <a:ext uri="{FF2B5EF4-FFF2-40B4-BE49-F238E27FC236}">
                <a16:creationId xmlns:a16="http://schemas.microsoft.com/office/drawing/2014/main" id="{D470367B-C845-94A5-02AE-DE959D1E46CE}"/>
              </a:ext>
            </a:extLst>
          </p:cNvPr>
          <p:cNvSpPr/>
          <p:nvPr/>
        </p:nvSpPr>
        <p:spPr>
          <a:xfrm>
            <a:off x="874366" y="1508915"/>
            <a:ext cx="1971453" cy="2046158"/>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FA1BCC96-586A-374C-6357-092AB24D5CD6}"/>
              </a:ext>
            </a:extLst>
          </p:cNvPr>
          <p:cNvSpPr/>
          <p:nvPr/>
        </p:nvSpPr>
        <p:spPr>
          <a:xfrm>
            <a:off x="526392" y="4033434"/>
            <a:ext cx="8144487"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497;p43">
            <a:extLst>
              <a:ext uri="{FF2B5EF4-FFF2-40B4-BE49-F238E27FC236}">
                <a16:creationId xmlns:a16="http://schemas.microsoft.com/office/drawing/2014/main" id="{0530467E-8A20-170F-BA7B-FAE5404D8B2A}"/>
              </a:ext>
            </a:extLst>
          </p:cNvPr>
          <p:cNvSpPr txBox="1">
            <a:spLocks/>
          </p:cNvSpPr>
          <p:nvPr/>
        </p:nvSpPr>
        <p:spPr>
          <a:xfrm>
            <a:off x="526392" y="4033433"/>
            <a:ext cx="8091216"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sz="1200" b="1" dirty="0">
                <a:solidFill>
                  <a:schemeClr val="accent6"/>
                </a:solidFill>
              </a:rPr>
              <a:t>Nhận xét: </a:t>
            </a:r>
            <a:r>
              <a:rPr lang="vi-VN" sz="1200" dirty="0">
                <a:solidFill>
                  <a:schemeClr val="accent6"/>
                </a:solidFill>
              </a:rPr>
              <a:t>Thuật toán tiền xử lý vận hành rất ổn định. Giải thuật DFS nhận thức hướng hoạt động chính xác, bám sát theo tiến trình đưa bút thực tế của người ký và tự động loại bỏ các hạt nhiễu dăm lắt nhắt thông qua cơ chế lọc </a:t>
            </a:r>
            <a:r>
              <a:rPr lang="vi-VN" sz="1200" dirty="0" err="1">
                <a:solidFill>
                  <a:schemeClr val="accent6"/>
                </a:solidFill>
              </a:rPr>
              <a:t>Spur</a:t>
            </a:r>
            <a:r>
              <a:rPr lang="vi-VN" sz="1200" dirty="0">
                <a:solidFill>
                  <a:schemeClr val="accent6"/>
                </a:solidFill>
              </a:rPr>
              <a:t> </a:t>
            </a:r>
            <a:r>
              <a:rPr lang="vi-VN" sz="1200" dirty="0" err="1">
                <a:solidFill>
                  <a:schemeClr val="accent6"/>
                </a:solidFill>
              </a:rPr>
              <a:t>Pruning</a:t>
            </a:r>
            <a:r>
              <a:rPr lang="vi-VN" sz="1200" dirty="0">
                <a:solidFill>
                  <a:schemeClr val="accent6"/>
                </a:solidFill>
              </a:rPr>
              <a:t>.</a:t>
            </a:r>
            <a:endParaRPr lang="fr-FR" sz="1200" dirty="0">
              <a:solidFill>
                <a:schemeClr val="accent6"/>
              </a:solidFill>
            </a:endParaRPr>
          </a:p>
        </p:txBody>
      </p:sp>
    </p:spTree>
    <p:extLst>
      <p:ext uri="{BB962C8B-B14F-4D97-AF65-F5344CB8AC3E}">
        <p14:creationId xmlns:p14="http://schemas.microsoft.com/office/powerpoint/2010/main" val="28079331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C9820619-F8BF-6451-84F2-3E8CBF55FB97}"/>
            </a:ext>
          </a:extLst>
        </p:cNvPr>
        <p:cNvGrpSpPr/>
        <p:nvPr/>
      </p:nvGrpSpPr>
      <p:grpSpPr>
        <a:xfrm>
          <a:off x="0" y="0"/>
          <a:ext cx="0" cy="0"/>
          <a:chOff x="0" y="0"/>
          <a:chExt cx="0" cy="0"/>
        </a:xfrm>
      </p:grpSpPr>
      <p:sp>
        <p:nvSpPr>
          <p:cNvPr id="1343" name="Google Shape;1343;p39">
            <a:extLst>
              <a:ext uri="{FF2B5EF4-FFF2-40B4-BE49-F238E27FC236}">
                <a16:creationId xmlns:a16="http://schemas.microsoft.com/office/drawing/2014/main" id="{6FED334D-2826-6A1D-B2C5-213F5F992491}"/>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88C81150-C8FA-C57D-5459-11934207CF20}"/>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9F4432AA-63F1-B0B4-539F-5FF3191E03C4}"/>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7F10DF5B-802A-0D6F-E6AA-5DA75618F7A7}"/>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8A68AB9A-CA1C-EEF7-D182-76000CE22A1D}"/>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9A8A699B-62CA-8EC5-F93B-6E18F0088E4D}"/>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3CC8E3A4-C722-A59B-B1DE-6EFC064E28DF}"/>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0E6ED01F-68AF-EB02-C95A-C45D3B14E005}"/>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AA7C9563-0820-4B06-1E4C-219115C72FFE}"/>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en-US" dirty="0" err="1"/>
              <a:t>Tiền</a:t>
            </a:r>
            <a:r>
              <a:rPr lang="en-US" dirty="0"/>
              <a:t> </a:t>
            </a:r>
            <a:r>
              <a:rPr lang="en-US" dirty="0" err="1"/>
              <a:t>xử</a:t>
            </a:r>
            <a:r>
              <a:rPr lang="en-US" dirty="0"/>
              <a:t> </a:t>
            </a:r>
            <a:r>
              <a:rPr lang="en-US" dirty="0" err="1"/>
              <a:t>lý</a:t>
            </a:r>
            <a:r>
              <a:rPr lang="en-US" dirty="0"/>
              <a:t>, </a:t>
            </a:r>
            <a:r>
              <a:rPr lang="en-US" dirty="0" err="1"/>
              <a:t>trích</a:t>
            </a:r>
            <a:r>
              <a:rPr lang="en-US" dirty="0"/>
              <a:t> </a:t>
            </a:r>
            <a:r>
              <a:rPr lang="en-US" dirty="0" err="1"/>
              <a:t>xuất</a:t>
            </a:r>
            <a:r>
              <a:rPr lang="en-US" dirty="0"/>
              <a:t> </a:t>
            </a:r>
            <a:r>
              <a:rPr lang="en-US" dirty="0" err="1"/>
              <a:t>và</a:t>
            </a:r>
            <a:r>
              <a:rPr lang="en-US" dirty="0"/>
              <a:t> </a:t>
            </a:r>
            <a:r>
              <a:rPr lang="en-US" dirty="0" err="1"/>
              <a:t>nội</a:t>
            </a:r>
            <a:r>
              <a:rPr lang="en-US" dirty="0"/>
              <a:t> </a:t>
            </a:r>
            <a:r>
              <a:rPr lang="en-US" dirty="0" err="1"/>
              <a:t>suy</a:t>
            </a:r>
            <a:r>
              <a:rPr lang="en-US" dirty="0"/>
              <a:t> </a:t>
            </a:r>
            <a:r>
              <a:rPr lang="en-US" dirty="0" err="1"/>
              <a:t>cơ</a:t>
            </a:r>
            <a:r>
              <a:rPr lang="en-US" dirty="0"/>
              <a:t> </a:t>
            </a:r>
            <a:r>
              <a:rPr lang="en-US" dirty="0" err="1"/>
              <a:t>bản</a:t>
            </a:r>
            <a:endParaRPr lang="fr-FR" dirty="0">
              <a:solidFill>
                <a:schemeClr val="bg1"/>
              </a:solidFill>
            </a:endParaRPr>
          </a:p>
        </p:txBody>
      </p:sp>
      <p:sp>
        <p:nvSpPr>
          <p:cNvPr id="14" name="Google Shape;1497;p43">
            <a:extLst>
              <a:ext uri="{FF2B5EF4-FFF2-40B4-BE49-F238E27FC236}">
                <a16:creationId xmlns:a16="http://schemas.microsoft.com/office/drawing/2014/main" id="{E1B61752-2A6B-A4BE-6D14-79F0957462FA}"/>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4" name="Picture 3">
            <a:extLst>
              <a:ext uri="{FF2B5EF4-FFF2-40B4-BE49-F238E27FC236}">
                <a16:creationId xmlns:a16="http://schemas.microsoft.com/office/drawing/2014/main" id="{507701F2-5CAD-C2F4-6ED6-A74D17E4A3EC}"/>
              </a:ext>
            </a:extLst>
          </p:cNvPr>
          <p:cNvPicPr>
            <a:picLocks noChangeAspect="1"/>
          </p:cNvPicPr>
          <p:nvPr/>
        </p:nvPicPr>
        <p:blipFill>
          <a:blip r:embed="rId4"/>
          <a:stretch>
            <a:fillRect/>
          </a:stretch>
        </p:blipFill>
        <p:spPr>
          <a:xfrm>
            <a:off x="3108547" y="1292646"/>
            <a:ext cx="5630595" cy="1417147"/>
          </a:xfrm>
          <a:prstGeom prst="rect">
            <a:avLst/>
          </a:prstGeom>
          <a:ln w="28575">
            <a:solidFill>
              <a:schemeClr val="bg1"/>
            </a:solidFill>
          </a:ln>
        </p:spPr>
      </p:pic>
      <p:sp>
        <p:nvSpPr>
          <p:cNvPr id="5" name="Google Shape;1040;p31">
            <a:extLst>
              <a:ext uri="{FF2B5EF4-FFF2-40B4-BE49-F238E27FC236}">
                <a16:creationId xmlns:a16="http://schemas.microsoft.com/office/drawing/2014/main" id="{17F99133-84AC-EC74-35AC-C1C157FDB989}"/>
              </a:ext>
            </a:extLst>
          </p:cNvPr>
          <p:cNvSpPr txBox="1">
            <a:spLocks/>
          </p:cNvSpPr>
          <p:nvPr/>
        </p:nvSpPr>
        <p:spPr>
          <a:xfrm>
            <a:off x="991880" y="1434962"/>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Xuất </a:t>
            </a:r>
            <a:r>
              <a:rPr lang="vi-VN" sz="1200" dirty="0" err="1">
                <a:solidFill>
                  <a:schemeClr val="bg1"/>
                </a:solidFill>
                <a:latin typeface="Montserrat" panose="00000500000000000000" pitchFamily="2" charset="0"/>
              </a:rPr>
              <a:t>file</a:t>
            </a:r>
            <a:r>
              <a:rPr lang="vi-VN" sz="1200" dirty="0">
                <a:solidFill>
                  <a:schemeClr val="bg1"/>
                </a:solidFill>
                <a:latin typeface="Montserrat" panose="00000500000000000000" pitchFamily="2" charset="0"/>
              </a:rPr>
              <a:t> </a:t>
            </a:r>
          </a:p>
          <a:p>
            <a:pPr algn="ctr">
              <a:buClr>
                <a:schemeClr val="bg1"/>
              </a:buClr>
            </a:pPr>
            <a:r>
              <a:rPr lang="vi-VN" sz="1200" dirty="0">
                <a:solidFill>
                  <a:schemeClr val="bg1"/>
                </a:solidFill>
                <a:latin typeface="Montserrat" panose="00000500000000000000" pitchFamily="2" charset="0"/>
              </a:rPr>
              <a:t>diempixel.dat</a:t>
            </a:r>
          </a:p>
        </p:txBody>
      </p:sp>
      <p:sp>
        <p:nvSpPr>
          <p:cNvPr id="6" name="Arrow: Right 5">
            <a:extLst>
              <a:ext uri="{FF2B5EF4-FFF2-40B4-BE49-F238E27FC236}">
                <a16:creationId xmlns:a16="http://schemas.microsoft.com/office/drawing/2014/main" id="{9ADF4F04-7E30-4E8F-16C0-0D9A1EA54167}"/>
              </a:ext>
            </a:extLst>
          </p:cNvPr>
          <p:cNvSpPr/>
          <p:nvPr/>
        </p:nvSpPr>
        <p:spPr>
          <a:xfrm>
            <a:off x="2716377" y="1583866"/>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D29BD5E3-51C6-7EC0-A611-AC32636C06F0}"/>
              </a:ext>
            </a:extLst>
          </p:cNvPr>
          <p:cNvPicPr>
            <a:picLocks noChangeAspect="1"/>
          </p:cNvPicPr>
          <p:nvPr/>
        </p:nvPicPr>
        <p:blipFill>
          <a:blip r:embed="rId5"/>
          <a:srcRect l="673" r="673"/>
          <a:stretch>
            <a:fillRect/>
          </a:stretch>
        </p:blipFill>
        <p:spPr>
          <a:xfrm>
            <a:off x="226473" y="2928921"/>
            <a:ext cx="4723519" cy="1756816"/>
          </a:xfrm>
          <a:prstGeom prst="rect">
            <a:avLst/>
          </a:prstGeom>
          <a:ln w="28575">
            <a:solidFill>
              <a:schemeClr val="bg1"/>
            </a:solidFill>
          </a:ln>
        </p:spPr>
      </p:pic>
      <p:sp>
        <p:nvSpPr>
          <p:cNvPr id="9" name="Google Shape;1040;p31">
            <a:extLst>
              <a:ext uri="{FF2B5EF4-FFF2-40B4-BE49-F238E27FC236}">
                <a16:creationId xmlns:a16="http://schemas.microsoft.com/office/drawing/2014/main" id="{8D055C0B-9592-343B-523A-B8D7106C8552}"/>
              </a:ext>
            </a:extLst>
          </p:cNvPr>
          <p:cNvSpPr txBox="1">
            <a:spLocks/>
          </p:cNvSpPr>
          <p:nvPr/>
        </p:nvSpPr>
        <p:spPr>
          <a:xfrm>
            <a:off x="5296390" y="3589613"/>
            <a:ext cx="1971453"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err="1">
                <a:solidFill>
                  <a:schemeClr val="bg1"/>
                </a:solidFill>
                <a:latin typeface="Montserrat" panose="00000500000000000000" pitchFamily="2" charset="0"/>
              </a:rPr>
              <a:t>File</a:t>
            </a:r>
            <a:r>
              <a:rPr lang="vi-VN" sz="1200" dirty="0">
                <a:solidFill>
                  <a:schemeClr val="bg1"/>
                </a:solidFill>
                <a:latin typeface="Montserrat" panose="00000500000000000000" pitchFamily="2" charset="0"/>
              </a:rPr>
              <a:t> .</a:t>
            </a:r>
            <a:r>
              <a:rPr lang="vi-VN" sz="1200" dirty="0" err="1">
                <a:solidFill>
                  <a:schemeClr val="bg1"/>
                </a:solidFill>
                <a:latin typeface="Montserrat" panose="00000500000000000000" pitchFamily="2" charset="0"/>
              </a:rPr>
              <a:t>dat</a:t>
            </a:r>
            <a:r>
              <a:rPr lang="vi-VN" sz="1200" dirty="0">
                <a:solidFill>
                  <a:schemeClr val="bg1"/>
                </a:solidFill>
                <a:latin typeface="Montserrat" panose="00000500000000000000" pitchFamily="2" charset="0"/>
              </a:rPr>
              <a:t> với đúng</a:t>
            </a:r>
          </a:p>
          <a:p>
            <a:pPr algn="ctr">
              <a:buClr>
                <a:schemeClr val="bg1"/>
              </a:buClr>
            </a:pPr>
            <a:r>
              <a:rPr lang="vi-VN" sz="1200" dirty="0">
                <a:solidFill>
                  <a:schemeClr val="bg1"/>
                </a:solidFill>
                <a:latin typeface="Montserrat" panose="00000500000000000000" pitchFamily="2" charset="0"/>
              </a:rPr>
              <a:t>1958 </a:t>
            </a:r>
            <a:r>
              <a:rPr lang="vi-VN" sz="1200" dirty="0" err="1">
                <a:solidFill>
                  <a:schemeClr val="bg1"/>
                </a:solidFill>
                <a:latin typeface="Montserrat" panose="00000500000000000000" pitchFamily="2" charset="0"/>
              </a:rPr>
              <a:t>pixels</a:t>
            </a:r>
            <a:endParaRPr lang="vi-VN" sz="1200" dirty="0">
              <a:solidFill>
                <a:schemeClr val="bg1"/>
              </a:solidFill>
              <a:latin typeface="Montserrat" panose="00000500000000000000" pitchFamily="2" charset="0"/>
            </a:endParaRPr>
          </a:p>
        </p:txBody>
      </p:sp>
      <p:sp>
        <p:nvSpPr>
          <p:cNvPr id="10" name="Arrow: Right 9">
            <a:extLst>
              <a:ext uri="{FF2B5EF4-FFF2-40B4-BE49-F238E27FC236}">
                <a16:creationId xmlns:a16="http://schemas.microsoft.com/office/drawing/2014/main" id="{9D8D4F2E-0284-4BA4-F021-942822510B3A}"/>
              </a:ext>
            </a:extLst>
          </p:cNvPr>
          <p:cNvSpPr/>
          <p:nvPr/>
        </p:nvSpPr>
        <p:spPr>
          <a:xfrm rot="10800000">
            <a:off x="5150854" y="3768320"/>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843655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26C2D833-B34C-C793-6559-17B341841541}"/>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8630153-1172-1345-BFF7-77DD909F3CB1}"/>
              </a:ext>
            </a:extLst>
          </p:cNvPr>
          <p:cNvSpPr/>
          <p:nvPr/>
        </p:nvSpPr>
        <p:spPr>
          <a:xfrm>
            <a:off x="191912" y="2211982"/>
            <a:ext cx="5921700"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59590B15-5FF9-1CC3-FACC-32462F6B68DB}"/>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E4853279-7F9B-E22F-01FC-3716DED03E2E}"/>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218F7C1B-FF45-001B-398E-1878475F64F5}"/>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0D945C40-024E-61E3-A1F2-B6BCA151C1E7}"/>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F1DEEC0E-BE7B-16FF-1CE7-D1F75AF1ACC2}"/>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9A70F08D-90EF-BD81-59C8-0911CC736DBE}"/>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654EDC90-8D33-9CEC-CF26-CA49EA3AC6BD}"/>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B26F3F64-312A-5A82-4031-9F42DE6C739C}"/>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DFFD2DAF-FE0D-A2E3-EF90-211598DBB7BF}"/>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Tính toán và xây dựng đường cong B-</a:t>
            </a:r>
            <a:r>
              <a:rPr lang="vi-VN" dirty="0" err="1"/>
              <a:t>Spline</a:t>
            </a:r>
            <a:endParaRPr lang="fr-FR" dirty="0">
              <a:solidFill>
                <a:schemeClr val="bg1"/>
              </a:solidFill>
            </a:endParaRPr>
          </a:p>
        </p:txBody>
      </p:sp>
      <p:sp>
        <p:nvSpPr>
          <p:cNvPr id="11" name="Google Shape;1040;p31">
            <a:extLst>
              <a:ext uri="{FF2B5EF4-FFF2-40B4-BE49-F238E27FC236}">
                <a16:creationId xmlns:a16="http://schemas.microsoft.com/office/drawing/2014/main" id="{B99C8C8C-E60A-8BC3-1BF0-6216863A4929}"/>
              </a:ext>
            </a:extLst>
          </p:cNvPr>
          <p:cNvSpPr txBox="1">
            <a:spLocks/>
          </p:cNvSpPr>
          <p:nvPr/>
        </p:nvSpPr>
        <p:spPr>
          <a:xfrm>
            <a:off x="6226057" y="1341189"/>
            <a:ext cx="2726031"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200" dirty="0">
                <a:solidFill>
                  <a:schemeClr val="bg1"/>
                </a:solidFill>
                <a:latin typeface="Montserrat" panose="00000500000000000000" pitchFamily="2" charset="0"/>
              </a:rPr>
              <a:t>Thuật toán giải hệ phương trình LST chính quy hóa thực hiện tính toán ma trận để tìm ra tập điểm điều khiển tối ưu. Khung nhìn hiển thị đồng thời hai chế độ kết xuất đồ họa: </a:t>
            </a:r>
            <a:r>
              <a:rPr lang="vi-VN" sz="1200" b="1" dirty="0">
                <a:solidFill>
                  <a:schemeClr val="bg1"/>
                </a:solidFill>
                <a:latin typeface="Montserrat" panose="00000500000000000000" pitchFamily="2" charset="0"/>
              </a:rPr>
              <a:t>Chế độ trực quan nền trắng</a:t>
            </a:r>
            <a:r>
              <a:rPr lang="vi-VN" sz="1200" dirty="0">
                <a:solidFill>
                  <a:schemeClr val="bg1"/>
                </a:solidFill>
                <a:latin typeface="Montserrat" panose="00000500000000000000" pitchFamily="2" charset="0"/>
              </a:rPr>
              <a:t> mô phỏng nét mực bút bi thực tế và </a:t>
            </a:r>
            <a:r>
              <a:rPr lang="vi-VN" sz="1200" b="1" dirty="0">
                <a:solidFill>
                  <a:schemeClr val="bg1"/>
                </a:solidFill>
                <a:latin typeface="Montserrat" panose="00000500000000000000" pitchFamily="2" charset="0"/>
              </a:rPr>
              <a:t>Chế độ kỹ thuật nền tối</a:t>
            </a:r>
            <a:r>
              <a:rPr lang="vi-VN" sz="1200" dirty="0">
                <a:solidFill>
                  <a:schemeClr val="bg1"/>
                </a:solidFill>
                <a:latin typeface="Montserrat" panose="00000500000000000000" pitchFamily="2" charset="0"/>
              </a:rPr>
              <a:t> thể hiện chi tiết vị trí các chấm đỉnh đa giác điều khiển </a:t>
            </a:r>
            <a:r>
              <a:rPr lang="vi-VN" sz="1200" dirty="0" err="1">
                <a:solidFill>
                  <a:schemeClr val="bg1"/>
                </a:solidFill>
                <a:latin typeface="Montserrat" panose="00000500000000000000" pitchFamily="2" charset="0"/>
              </a:rPr>
              <a:t>Control</a:t>
            </a:r>
            <a:r>
              <a:rPr lang="vi-VN" sz="1200" dirty="0">
                <a:solidFill>
                  <a:schemeClr val="bg1"/>
                </a:solidFill>
                <a:latin typeface="Montserrat" panose="00000500000000000000" pitchFamily="2" charset="0"/>
              </a:rPr>
              <a:t> </a:t>
            </a:r>
            <a:r>
              <a:rPr lang="vi-VN" sz="1200" dirty="0" err="1">
                <a:solidFill>
                  <a:schemeClr val="bg1"/>
                </a:solidFill>
                <a:latin typeface="Montserrat" panose="00000500000000000000" pitchFamily="2" charset="0"/>
              </a:rPr>
              <a:t>Points</a:t>
            </a:r>
            <a:r>
              <a:rPr lang="vi-VN" sz="1200" dirty="0">
                <a:solidFill>
                  <a:schemeClr val="bg1"/>
                </a:solidFill>
                <a:latin typeface="Montserrat" panose="00000500000000000000" pitchFamily="2" charset="0"/>
              </a:rPr>
              <a:t>. </a:t>
            </a:r>
          </a:p>
        </p:txBody>
      </p:sp>
      <p:sp>
        <p:nvSpPr>
          <p:cNvPr id="14" name="Google Shape;1497;p43">
            <a:extLst>
              <a:ext uri="{FF2B5EF4-FFF2-40B4-BE49-F238E27FC236}">
                <a16:creationId xmlns:a16="http://schemas.microsoft.com/office/drawing/2014/main" id="{0660C565-AC30-E01E-25D4-6C62ECBA2BE1}"/>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sp>
        <p:nvSpPr>
          <p:cNvPr id="17" name="Rectangle: Rounded Corners 16">
            <a:extLst>
              <a:ext uri="{FF2B5EF4-FFF2-40B4-BE49-F238E27FC236}">
                <a16:creationId xmlns:a16="http://schemas.microsoft.com/office/drawing/2014/main" id="{0DF810C0-6F7E-0DBF-F110-2B9965C855FA}"/>
              </a:ext>
            </a:extLst>
          </p:cNvPr>
          <p:cNvSpPr/>
          <p:nvPr/>
        </p:nvSpPr>
        <p:spPr>
          <a:xfrm>
            <a:off x="6226057" y="1394677"/>
            <a:ext cx="2726031" cy="2169099"/>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91B87422-CEA7-D11C-C5F6-3F43141CDA9D}"/>
              </a:ext>
            </a:extLst>
          </p:cNvPr>
          <p:cNvSpPr/>
          <p:nvPr/>
        </p:nvSpPr>
        <p:spPr>
          <a:xfrm>
            <a:off x="526392" y="4033434"/>
            <a:ext cx="8144487"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497;p43">
            <a:extLst>
              <a:ext uri="{FF2B5EF4-FFF2-40B4-BE49-F238E27FC236}">
                <a16:creationId xmlns:a16="http://schemas.microsoft.com/office/drawing/2014/main" id="{362468A8-02DF-C49D-DE70-069C322137CB}"/>
              </a:ext>
            </a:extLst>
          </p:cNvPr>
          <p:cNvSpPr txBox="1">
            <a:spLocks/>
          </p:cNvSpPr>
          <p:nvPr/>
        </p:nvSpPr>
        <p:spPr>
          <a:xfrm>
            <a:off x="526392" y="4033433"/>
            <a:ext cx="8091216"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sz="1200" b="1" dirty="0">
                <a:solidFill>
                  <a:schemeClr val="accent6"/>
                </a:solidFill>
              </a:rPr>
              <a:t>Nhận xét: </a:t>
            </a:r>
            <a:r>
              <a:rPr lang="vi-VN" sz="1200" dirty="0">
                <a:solidFill>
                  <a:schemeClr val="accent6"/>
                </a:solidFill>
              </a:rPr>
              <a:t>Việc áp dụng tham số hóa </a:t>
            </a:r>
            <a:r>
              <a:rPr lang="vi-VN" sz="1200" dirty="0" err="1">
                <a:solidFill>
                  <a:schemeClr val="accent6"/>
                </a:solidFill>
              </a:rPr>
              <a:t>Chord</a:t>
            </a:r>
            <a:r>
              <a:rPr lang="vi-VN" sz="1200" dirty="0">
                <a:solidFill>
                  <a:schemeClr val="accent6"/>
                </a:solidFill>
              </a:rPr>
              <a:t> </a:t>
            </a:r>
            <a:r>
              <a:rPr lang="vi-VN" sz="1200" dirty="0" err="1">
                <a:solidFill>
                  <a:schemeClr val="accent6"/>
                </a:solidFill>
              </a:rPr>
              <a:t>Length</a:t>
            </a:r>
            <a:r>
              <a:rPr lang="vi-VN" sz="1200" dirty="0">
                <a:solidFill>
                  <a:schemeClr val="accent6"/>
                </a:solidFill>
              </a:rPr>
              <a:t> kết hợp với thành phần phạt ma trận sai phân khống chế cực tốt hiện tượng răng cưa. Đường cong tạo ra đạt độ trơn láng </a:t>
            </a:r>
            <a:r>
              <a:rPr lang="vi-VN" sz="1200" dirty="0" err="1">
                <a:solidFill>
                  <a:schemeClr val="accent6"/>
                </a:solidFill>
              </a:rPr>
              <a:t>vector</a:t>
            </a:r>
            <a:r>
              <a:rPr lang="vi-VN" sz="1200" dirty="0">
                <a:solidFill>
                  <a:schemeClr val="accent6"/>
                </a:solidFill>
              </a:rPr>
              <a:t> lý tưởng, bo mượt các khúc cua gấp khúc mà không xảy ra hiện tượng quá khớp (</a:t>
            </a:r>
            <a:r>
              <a:rPr lang="vi-VN" sz="1200" dirty="0" err="1">
                <a:solidFill>
                  <a:schemeClr val="accent6"/>
                </a:solidFill>
              </a:rPr>
              <a:t>overfitting</a:t>
            </a:r>
            <a:r>
              <a:rPr lang="vi-VN" sz="1200" dirty="0">
                <a:solidFill>
                  <a:schemeClr val="accent6"/>
                </a:solidFill>
              </a:rPr>
              <a:t>).</a:t>
            </a:r>
            <a:endParaRPr lang="fr-FR" sz="1200" dirty="0">
              <a:solidFill>
                <a:schemeClr val="accent6"/>
              </a:solidFill>
            </a:endParaRPr>
          </a:p>
        </p:txBody>
      </p:sp>
      <p:pic>
        <p:nvPicPr>
          <p:cNvPr id="4" name="Picture 3">
            <a:extLst>
              <a:ext uri="{FF2B5EF4-FFF2-40B4-BE49-F238E27FC236}">
                <a16:creationId xmlns:a16="http://schemas.microsoft.com/office/drawing/2014/main" id="{C1FF1362-C945-3F43-F4CB-6C6B1D6686D5}"/>
              </a:ext>
            </a:extLst>
          </p:cNvPr>
          <p:cNvPicPr>
            <a:picLocks noChangeAspect="1"/>
          </p:cNvPicPr>
          <p:nvPr/>
        </p:nvPicPr>
        <p:blipFill>
          <a:blip r:embed="rId4"/>
          <a:stretch>
            <a:fillRect/>
          </a:stretch>
        </p:blipFill>
        <p:spPr>
          <a:xfrm>
            <a:off x="331519" y="1215834"/>
            <a:ext cx="5683604" cy="2575383"/>
          </a:xfrm>
          <a:prstGeom prst="rect">
            <a:avLst/>
          </a:prstGeom>
          <a:ln w="28575">
            <a:solidFill>
              <a:schemeClr val="bg1"/>
            </a:solidFill>
          </a:ln>
        </p:spPr>
      </p:pic>
    </p:spTree>
    <p:extLst>
      <p:ext uri="{BB962C8B-B14F-4D97-AF65-F5344CB8AC3E}">
        <p14:creationId xmlns:p14="http://schemas.microsoft.com/office/powerpoint/2010/main" val="41193806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24779952-53A6-0867-ECB9-6E73A8C1215E}"/>
            </a:ext>
          </a:extLst>
        </p:cNvPr>
        <p:cNvGrpSpPr/>
        <p:nvPr/>
      </p:nvGrpSpPr>
      <p:grpSpPr>
        <a:xfrm>
          <a:off x="0" y="0"/>
          <a:ext cx="0" cy="0"/>
          <a:chOff x="0" y="0"/>
          <a:chExt cx="0" cy="0"/>
        </a:xfrm>
      </p:grpSpPr>
      <p:sp>
        <p:nvSpPr>
          <p:cNvPr id="13" name="Rectangle: Rounded Corners 12">
            <a:extLst>
              <a:ext uri="{FF2B5EF4-FFF2-40B4-BE49-F238E27FC236}">
                <a16:creationId xmlns:a16="http://schemas.microsoft.com/office/drawing/2014/main" id="{6D650FCB-8F4A-8080-F088-EB9B98011CCD}"/>
              </a:ext>
            </a:extLst>
          </p:cNvPr>
          <p:cNvSpPr/>
          <p:nvPr/>
        </p:nvSpPr>
        <p:spPr>
          <a:xfrm>
            <a:off x="1510496" y="2571750"/>
            <a:ext cx="5850606" cy="1900325"/>
          </a:xfrm>
          <a:prstGeom prst="roundRect">
            <a:avLst>
              <a:gd name="adj" fmla="val 10751"/>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0643D8C6-5187-937F-361E-006A05FB70D2}"/>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8F493545-C967-4D1C-A003-B5C3FDA83E04}"/>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F0AC5D8F-F334-FE7F-6EBB-4208F161DFEA}"/>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C878F138-B7D4-12C6-3855-983345BEA341}"/>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F1B5FF4F-45FE-CF30-FB89-17D45AA4DE8A}"/>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EBB38005-B5F5-D826-0188-CF64EAB94111}"/>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88AE8273-FDAE-F664-7ED5-C49ABC5D6888}"/>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9C92612C-E8AE-38B4-5895-DB428DED328F}"/>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C04BFA1B-8B87-64BD-0BCF-4FF53C4FEE5D}"/>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Tính toán và xây dựng đường cong B-</a:t>
            </a:r>
            <a:r>
              <a:rPr lang="vi-VN" dirty="0" err="1"/>
              <a:t>Spline</a:t>
            </a:r>
            <a:endParaRPr lang="fr-FR" dirty="0">
              <a:solidFill>
                <a:schemeClr val="bg1"/>
              </a:solidFill>
            </a:endParaRPr>
          </a:p>
        </p:txBody>
      </p:sp>
      <p:sp>
        <p:nvSpPr>
          <p:cNvPr id="14" name="Google Shape;1497;p43">
            <a:extLst>
              <a:ext uri="{FF2B5EF4-FFF2-40B4-BE49-F238E27FC236}">
                <a16:creationId xmlns:a16="http://schemas.microsoft.com/office/drawing/2014/main" id="{AFEA01A5-8808-CB10-3425-E269FBECFD21}"/>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sp>
        <p:nvSpPr>
          <p:cNvPr id="5" name="Google Shape;1040;p31">
            <a:extLst>
              <a:ext uri="{FF2B5EF4-FFF2-40B4-BE49-F238E27FC236}">
                <a16:creationId xmlns:a16="http://schemas.microsoft.com/office/drawing/2014/main" id="{74047EB9-F22D-3E5E-1CE5-A89A5FF9AC9C}"/>
              </a:ext>
            </a:extLst>
          </p:cNvPr>
          <p:cNvSpPr txBox="1">
            <a:spLocks/>
          </p:cNvSpPr>
          <p:nvPr/>
        </p:nvSpPr>
        <p:spPr>
          <a:xfrm>
            <a:off x="1521391" y="3964451"/>
            <a:ext cx="5757721" cy="435431"/>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bg1"/>
              </a:buClr>
            </a:pPr>
            <a:r>
              <a:rPr lang="vi-VN" sz="1200" dirty="0">
                <a:solidFill>
                  <a:schemeClr val="bg1"/>
                </a:solidFill>
                <a:latin typeface="Montserrat" panose="00000500000000000000" pitchFamily="2" charset="0"/>
              </a:rPr>
              <a:t>Bảng tóm tắt cấu trúc dữ liệu toán học cho phép người dùng mở rộng (</a:t>
            </a:r>
            <a:r>
              <a:rPr lang="vi-VN" sz="1200" dirty="0" err="1">
                <a:solidFill>
                  <a:schemeClr val="bg1"/>
                </a:solidFill>
                <a:latin typeface="Montserrat" panose="00000500000000000000" pitchFamily="2" charset="0"/>
              </a:rPr>
              <a:t>expand</a:t>
            </a:r>
            <a:r>
              <a:rPr lang="vi-VN" sz="1200" dirty="0">
                <a:solidFill>
                  <a:schemeClr val="bg1"/>
                </a:solidFill>
                <a:latin typeface="Montserrat" panose="00000500000000000000" pitchFamily="2" charset="0"/>
              </a:rPr>
              <a:t>) để kiểm tra chi tiết giá trị tọa độ thực tế của từng đường cong</a:t>
            </a:r>
          </a:p>
        </p:txBody>
      </p:sp>
      <p:pic>
        <p:nvPicPr>
          <p:cNvPr id="12" name="Picture 11">
            <a:extLst>
              <a:ext uri="{FF2B5EF4-FFF2-40B4-BE49-F238E27FC236}">
                <a16:creationId xmlns:a16="http://schemas.microsoft.com/office/drawing/2014/main" id="{9ABDF674-1706-017F-D1C6-A7FCC8ECD77C}"/>
              </a:ext>
            </a:extLst>
          </p:cNvPr>
          <p:cNvPicPr>
            <a:picLocks noChangeAspect="1"/>
          </p:cNvPicPr>
          <p:nvPr/>
        </p:nvPicPr>
        <p:blipFill>
          <a:blip r:embed="rId4"/>
          <a:stretch>
            <a:fillRect/>
          </a:stretch>
        </p:blipFill>
        <p:spPr>
          <a:xfrm>
            <a:off x="1639600" y="1237356"/>
            <a:ext cx="5606491" cy="2543360"/>
          </a:xfrm>
          <a:prstGeom prst="rect">
            <a:avLst/>
          </a:prstGeom>
          <a:ln w="28575">
            <a:solidFill>
              <a:schemeClr val="bg1"/>
            </a:solidFill>
          </a:ln>
        </p:spPr>
      </p:pic>
      <p:sp>
        <p:nvSpPr>
          <p:cNvPr id="6" name="Arrow: Right 5">
            <a:extLst>
              <a:ext uri="{FF2B5EF4-FFF2-40B4-BE49-F238E27FC236}">
                <a16:creationId xmlns:a16="http://schemas.microsoft.com/office/drawing/2014/main" id="{EB9EAED6-C619-B662-8A1D-A984D16450F3}"/>
              </a:ext>
            </a:extLst>
          </p:cNvPr>
          <p:cNvSpPr/>
          <p:nvPr/>
        </p:nvSpPr>
        <p:spPr>
          <a:xfrm rot="16200000">
            <a:off x="3979925" y="3358399"/>
            <a:ext cx="840655" cy="254834"/>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4823982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53FC4902-48BB-1A87-485C-644CFB8AF330}"/>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3294B876-5805-6BD3-6770-4087910B6E3E}"/>
              </a:ext>
            </a:extLst>
          </p:cNvPr>
          <p:cNvSpPr/>
          <p:nvPr/>
        </p:nvSpPr>
        <p:spPr>
          <a:xfrm>
            <a:off x="239719" y="1678018"/>
            <a:ext cx="8499423" cy="1766134"/>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2D6F3A49-79F3-23B9-2815-77AACCFC798F}"/>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BDDBE038-65EE-B2A7-12C5-C5601813D884}"/>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B8C257B7-0BFA-17FD-C4EE-EF947820BC09}"/>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2225F2D4-5A21-751F-3FEE-516BCFF00087}"/>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1D95820B-D5C8-6900-A650-51E7C2C8B90D}"/>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7CD9D322-8AEE-B049-142F-E68D6B7732E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23F7C8A9-E2D4-9BFB-1AFF-DEADCC935CAA}"/>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1DEAC17F-87A5-2327-D912-D0D7BE13DBC0}"/>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39A87169-C927-EDF1-8418-60DFCC9B6735}"/>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Xuất </a:t>
            </a:r>
            <a:r>
              <a:rPr lang="en-US" dirty="0" err="1"/>
              <a:t>tệp</a:t>
            </a:r>
            <a:r>
              <a:rPr lang="en-US" dirty="0"/>
              <a:t> </a:t>
            </a:r>
            <a:r>
              <a:rPr lang="en-US" dirty="0" err="1"/>
              <a:t>dữ</a:t>
            </a:r>
            <a:r>
              <a:rPr lang="en-US" dirty="0"/>
              <a:t> </a:t>
            </a:r>
            <a:r>
              <a:rPr lang="en-US" dirty="0" err="1"/>
              <a:t>liệu</a:t>
            </a:r>
            <a:r>
              <a:rPr lang="en-US" dirty="0"/>
              <a:t> </a:t>
            </a:r>
            <a:r>
              <a:rPr lang="en-US" dirty="0" err="1"/>
              <a:t>và</a:t>
            </a:r>
            <a:r>
              <a:rPr lang="en-US" dirty="0"/>
              <a:t> </a:t>
            </a:r>
            <a:r>
              <a:rPr lang="en-US" dirty="0" err="1"/>
              <a:t>nạp</a:t>
            </a:r>
            <a:r>
              <a:rPr lang="en-US" dirty="0"/>
              <a:t> </a:t>
            </a:r>
            <a:r>
              <a:rPr lang="en-US" dirty="0" err="1"/>
              <a:t>vào</a:t>
            </a:r>
            <a:r>
              <a:rPr lang="en-US" dirty="0"/>
              <a:t> </a:t>
            </a:r>
            <a:r>
              <a:rPr lang="en-US" dirty="0" err="1"/>
              <a:t>phần</a:t>
            </a:r>
            <a:r>
              <a:rPr lang="en-US" dirty="0"/>
              <a:t> </a:t>
            </a:r>
            <a:r>
              <a:rPr lang="en-US" dirty="0" err="1"/>
              <a:t>mềm</a:t>
            </a:r>
            <a:r>
              <a:rPr lang="en-US" dirty="0"/>
              <a:t> </a:t>
            </a:r>
            <a:r>
              <a:rPr lang="en-US" dirty="0" err="1"/>
              <a:t>DUTModeling</a:t>
            </a:r>
            <a:endParaRPr lang="fr-FR" dirty="0">
              <a:solidFill>
                <a:schemeClr val="bg1"/>
              </a:solidFill>
            </a:endParaRPr>
          </a:p>
        </p:txBody>
      </p:sp>
      <p:sp>
        <p:nvSpPr>
          <p:cNvPr id="11" name="Google Shape;1040;p31">
            <a:extLst>
              <a:ext uri="{FF2B5EF4-FFF2-40B4-BE49-F238E27FC236}">
                <a16:creationId xmlns:a16="http://schemas.microsoft.com/office/drawing/2014/main" id="{A0DD2E56-0232-6633-E437-DEB807763EC8}"/>
              </a:ext>
            </a:extLst>
          </p:cNvPr>
          <p:cNvSpPr txBox="1">
            <a:spLocks/>
          </p:cNvSpPr>
          <p:nvPr/>
        </p:nvSpPr>
        <p:spPr>
          <a:xfrm>
            <a:off x="299804" y="1453357"/>
            <a:ext cx="2668248"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vi-VN" sz="1200" dirty="0">
                <a:solidFill>
                  <a:schemeClr val="bg1"/>
                </a:solidFill>
                <a:latin typeface="Montserrat" panose="00000500000000000000" pitchFamily="2" charset="0"/>
              </a:rPr>
              <a:t>Nhấn nút chức năng </a:t>
            </a:r>
            <a:r>
              <a:rPr lang="vi-VN" sz="1200" b="1" dirty="0">
                <a:solidFill>
                  <a:schemeClr val="bg1"/>
                </a:solidFill>
                <a:latin typeface="Montserrat" panose="00000500000000000000" pitchFamily="2" charset="0"/>
              </a:rPr>
              <a:t>“Tải bsplinecurve.dat”</a:t>
            </a:r>
            <a:r>
              <a:rPr lang="vi-VN" sz="1200" dirty="0">
                <a:solidFill>
                  <a:schemeClr val="bg1"/>
                </a:solidFill>
                <a:latin typeface="Montserrat" panose="00000500000000000000" pitchFamily="2" charset="0"/>
              </a:rPr>
              <a:t> để tải xuống tệp dữ liệu hình học cuối cùng mang tên bsplinecurve.dat. Giao diện tích hợp một khung xem trước (</a:t>
            </a:r>
            <a:r>
              <a:rPr lang="vi-VN" sz="1200" dirty="0" err="1">
                <a:solidFill>
                  <a:schemeClr val="bg1"/>
                </a:solidFill>
                <a:latin typeface="Montserrat" panose="00000500000000000000" pitchFamily="2" charset="0"/>
              </a:rPr>
              <a:t>Preview</a:t>
            </a:r>
            <a:r>
              <a:rPr lang="vi-VN" sz="1200" dirty="0">
                <a:solidFill>
                  <a:schemeClr val="bg1"/>
                </a:solidFill>
                <a:latin typeface="Montserrat" panose="00000500000000000000" pitchFamily="2" charset="0"/>
              </a:rPr>
              <a:t>) cho phép theo dõi trực tiếp 50 dòng văn bản đầu tiên của tệp.</a:t>
            </a:r>
          </a:p>
        </p:txBody>
      </p:sp>
      <p:sp>
        <p:nvSpPr>
          <p:cNvPr id="14" name="Google Shape;1497;p43">
            <a:extLst>
              <a:ext uri="{FF2B5EF4-FFF2-40B4-BE49-F238E27FC236}">
                <a16:creationId xmlns:a16="http://schemas.microsoft.com/office/drawing/2014/main" id="{3A7D7F9D-199B-FEC7-9CCF-4D3DA9FD9B76}"/>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pic>
        <p:nvPicPr>
          <p:cNvPr id="4" name="Picture 3">
            <a:extLst>
              <a:ext uri="{FF2B5EF4-FFF2-40B4-BE49-F238E27FC236}">
                <a16:creationId xmlns:a16="http://schemas.microsoft.com/office/drawing/2014/main" id="{0A5CFDFC-E007-7B09-E58B-B94B1BD19787}"/>
              </a:ext>
            </a:extLst>
          </p:cNvPr>
          <p:cNvPicPr>
            <a:picLocks noChangeAspect="1"/>
          </p:cNvPicPr>
          <p:nvPr/>
        </p:nvPicPr>
        <p:blipFill>
          <a:blip r:embed="rId4"/>
          <a:srcRect/>
          <a:stretch/>
        </p:blipFill>
        <p:spPr>
          <a:xfrm>
            <a:off x="3087974" y="1228723"/>
            <a:ext cx="5353630" cy="2584380"/>
          </a:xfrm>
          <a:prstGeom prst="rect">
            <a:avLst/>
          </a:prstGeom>
          <a:ln w="28575">
            <a:solidFill>
              <a:schemeClr val="bg1"/>
            </a:solidFill>
          </a:ln>
        </p:spPr>
      </p:pic>
      <p:sp>
        <p:nvSpPr>
          <p:cNvPr id="6" name="Arrow: Right 5">
            <a:extLst>
              <a:ext uri="{FF2B5EF4-FFF2-40B4-BE49-F238E27FC236}">
                <a16:creationId xmlns:a16="http://schemas.microsoft.com/office/drawing/2014/main" id="{78DFCC30-C428-2279-BF2F-0CEC6212CD5A}"/>
              </a:ext>
            </a:extLst>
          </p:cNvPr>
          <p:cNvSpPr/>
          <p:nvPr/>
        </p:nvSpPr>
        <p:spPr>
          <a:xfrm rot="10800000">
            <a:off x="5246947" y="1723305"/>
            <a:ext cx="246956" cy="165566"/>
          </a:xfrm>
          <a:prstGeom prst="rightArrow">
            <a:avLst/>
          </a:prstGeom>
          <a:solidFill>
            <a:schemeClr val="bg1"/>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2EF50D9-E626-5E9D-FA44-4F1D060A9023}"/>
              </a:ext>
            </a:extLst>
          </p:cNvPr>
          <p:cNvPicPr>
            <a:picLocks noChangeAspect="1"/>
          </p:cNvPicPr>
          <p:nvPr/>
        </p:nvPicPr>
        <p:blipFill>
          <a:blip r:embed="rId5"/>
          <a:srcRect/>
          <a:stretch/>
        </p:blipFill>
        <p:spPr>
          <a:xfrm>
            <a:off x="6568330" y="2820816"/>
            <a:ext cx="1727732" cy="2078898"/>
          </a:xfrm>
          <a:prstGeom prst="rect">
            <a:avLst/>
          </a:prstGeom>
          <a:ln w="28575">
            <a:solidFill>
              <a:schemeClr val="bg1"/>
            </a:solidFill>
          </a:ln>
        </p:spPr>
      </p:pic>
      <p:cxnSp>
        <p:nvCxnSpPr>
          <p:cNvPr id="13" name="Connector: Curved 12">
            <a:extLst>
              <a:ext uri="{FF2B5EF4-FFF2-40B4-BE49-F238E27FC236}">
                <a16:creationId xmlns:a16="http://schemas.microsoft.com/office/drawing/2014/main" id="{B9E3D5CD-2B08-0440-0BE2-C8ABFDBB3832}"/>
              </a:ext>
            </a:extLst>
          </p:cNvPr>
          <p:cNvCxnSpPr>
            <a:cxnSpLocks/>
          </p:cNvCxnSpPr>
          <p:nvPr/>
        </p:nvCxnSpPr>
        <p:spPr>
          <a:xfrm>
            <a:off x="5688767" y="2958130"/>
            <a:ext cx="654965" cy="498911"/>
          </a:xfrm>
          <a:prstGeom prst="curvedConnector3">
            <a:avLst/>
          </a:prstGeom>
          <a:ln w="28575">
            <a:solidFill>
              <a:schemeClr val="accent6">
                <a:lumMod val="9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2107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342">
          <a:extLst>
            <a:ext uri="{FF2B5EF4-FFF2-40B4-BE49-F238E27FC236}">
              <a16:creationId xmlns:a16="http://schemas.microsoft.com/office/drawing/2014/main" id="{B7B33541-A8F8-5AEF-9CDF-325DC726A964}"/>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79752BB9-D5F0-7AD0-B1C7-A6F47896ADAA}"/>
              </a:ext>
            </a:extLst>
          </p:cNvPr>
          <p:cNvSpPr/>
          <p:nvPr/>
        </p:nvSpPr>
        <p:spPr>
          <a:xfrm>
            <a:off x="191912" y="2211982"/>
            <a:ext cx="5921700" cy="2095398"/>
          </a:xfrm>
          <a:prstGeom prst="roundRect">
            <a:avLst/>
          </a:prstGeom>
          <a:noFill/>
          <a:ln>
            <a:solidFill>
              <a:schemeClr val="bg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3" name="Google Shape;1343;p39">
            <a:extLst>
              <a:ext uri="{FF2B5EF4-FFF2-40B4-BE49-F238E27FC236}">
                <a16:creationId xmlns:a16="http://schemas.microsoft.com/office/drawing/2014/main" id="{41B81C32-99EB-DEA8-7915-DB9D68417AA2}"/>
              </a:ext>
            </a:extLst>
          </p:cNvPr>
          <p:cNvSpPr txBox="1">
            <a:spLocks noGrp="1"/>
          </p:cNvSpPr>
          <p:nvPr>
            <p:ph type="title"/>
          </p:nvPr>
        </p:nvSpPr>
        <p:spPr>
          <a:xfrm>
            <a:off x="1160842" y="193839"/>
            <a:ext cx="7578300" cy="572700"/>
          </a:xfrm>
          <a:prstGeom prst="rect">
            <a:avLst/>
          </a:prstGeom>
        </p:spPr>
        <p:txBody>
          <a:bodyPr spcFirstLastPara="1" wrap="square" lIns="91425" tIns="0" rIns="91425" bIns="0" anchor="ctr" anchorCtr="0">
            <a:noAutofit/>
          </a:bodyPr>
          <a:lstStyle/>
          <a:p>
            <a:pPr marL="0" lvl="0" indent="0" algn="ctr" rtl="0">
              <a:spcBef>
                <a:spcPts val="0"/>
              </a:spcBef>
              <a:spcAft>
                <a:spcPts val="0"/>
              </a:spcAft>
              <a:buNone/>
            </a:pPr>
            <a:r>
              <a:rPr lang="vi-VN" dirty="0"/>
              <a:t>KẾT QUẢ CHƯƠNG TRÌNH</a:t>
            </a:r>
            <a:endParaRPr dirty="0"/>
          </a:p>
        </p:txBody>
      </p:sp>
      <p:grpSp>
        <p:nvGrpSpPr>
          <p:cNvPr id="1344" name="Google Shape;1344;p39">
            <a:extLst>
              <a:ext uri="{FF2B5EF4-FFF2-40B4-BE49-F238E27FC236}">
                <a16:creationId xmlns:a16="http://schemas.microsoft.com/office/drawing/2014/main" id="{1F325BB5-3114-84D6-8237-E1D8E8FE773F}"/>
              </a:ext>
            </a:extLst>
          </p:cNvPr>
          <p:cNvGrpSpPr/>
          <p:nvPr/>
        </p:nvGrpSpPr>
        <p:grpSpPr>
          <a:xfrm>
            <a:off x="1481996" y="671426"/>
            <a:ext cx="5921700" cy="192184"/>
            <a:chOff x="902597" y="1069304"/>
            <a:chExt cx="5921700" cy="192184"/>
          </a:xfrm>
        </p:grpSpPr>
        <p:grpSp>
          <p:nvGrpSpPr>
            <p:cNvPr id="1345" name="Google Shape;1345;p39">
              <a:extLst>
                <a:ext uri="{FF2B5EF4-FFF2-40B4-BE49-F238E27FC236}">
                  <a16:creationId xmlns:a16="http://schemas.microsoft.com/office/drawing/2014/main" id="{36CE4A37-E706-ABBD-FA17-C41904A38435}"/>
                </a:ext>
              </a:extLst>
            </p:cNvPr>
            <p:cNvGrpSpPr/>
            <p:nvPr/>
          </p:nvGrpSpPr>
          <p:grpSpPr>
            <a:xfrm>
              <a:off x="902597" y="1069304"/>
              <a:ext cx="5864700" cy="192184"/>
              <a:chOff x="2335097" y="1069304"/>
              <a:chExt cx="5864700" cy="192184"/>
            </a:xfrm>
          </p:grpSpPr>
          <p:sp>
            <p:nvSpPr>
              <p:cNvPr id="1346" name="Google Shape;1346;p39">
                <a:extLst>
                  <a:ext uri="{FF2B5EF4-FFF2-40B4-BE49-F238E27FC236}">
                    <a16:creationId xmlns:a16="http://schemas.microsoft.com/office/drawing/2014/main" id="{253F73BD-A172-088B-E81A-453158105D55}"/>
                  </a:ext>
                </a:extLst>
              </p:cNvPr>
              <p:cNvSpPr/>
              <p:nvPr/>
            </p:nvSpPr>
            <p:spPr>
              <a:xfrm rot="-2700000" flipH="1">
                <a:off x="60320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47" name="Google Shape;1347;p39">
                <a:extLst>
                  <a:ext uri="{FF2B5EF4-FFF2-40B4-BE49-F238E27FC236}">
                    <a16:creationId xmlns:a16="http://schemas.microsoft.com/office/drawing/2014/main" id="{BDD61B87-D93B-401A-635F-0AC4012B34FD}"/>
                  </a:ext>
                </a:extLst>
              </p:cNvPr>
              <p:cNvCxnSpPr>
                <a:stCxn id="1348" idx="6"/>
                <a:endCxn id="1349"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349" name="Google Shape;1349;p39">
                <a:extLst>
                  <a:ext uri="{FF2B5EF4-FFF2-40B4-BE49-F238E27FC236}">
                    <a16:creationId xmlns:a16="http://schemas.microsoft.com/office/drawing/2014/main" id="{F6160D9D-13F7-87C1-4968-F89D8EF0DF75}"/>
                  </a:ext>
                </a:extLst>
              </p:cNvPr>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48" name="Google Shape;1348;p39">
              <a:extLst>
                <a:ext uri="{FF2B5EF4-FFF2-40B4-BE49-F238E27FC236}">
                  <a16:creationId xmlns:a16="http://schemas.microsoft.com/office/drawing/2014/main" id="{B18E3D56-69B4-F749-7FBD-91ED4E5EA563}"/>
                </a:ext>
              </a:extLst>
            </p:cNvPr>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39;p31">
            <a:extLst>
              <a:ext uri="{FF2B5EF4-FFF2-40B4-BE49-F238E27FC236}">
                <a16:creationId xmlns:a16="http://schemas.microsoft.com/office/drawing/2014/main" id="{982AF3D5-7A6E-3B05-7B8B-819BD91019B9}"/>
              </a:ext>
            </a:extLst>
          </p:cNvPr>
          <p:cNvSpPr txBox="1">
            <a:spLocks/>
          </p:cNvSpPr>
          <p:nvPr/>
        </p:nvSpPr>
        <p:spPr>
          <a:xfrm>
            <a:off x="874366" y="187070"/>
            <a:ext cx="1801526" cy="57270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2800"/>
              <a:buFont typeface="Montserrat"/>
              <a:buNone/>
              <a:defRPr sz="2800" b="1"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2pPr>
            <a:lvl3pPr marR="0" lvl="2"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3pPr>
            <a:lvl4pPr marR="0" lvl="3"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4pPr>
            <a:lvl5pPr marR="0" lvl="4"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5pPr>
            <a:lvl6pPr marR="0" lvl="5"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6pPr>
            <a:lvl7pPr marR="0" lvl="6"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7pPr>
            <a:lvl8pPr marR="0" lvl="7"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8pPr>
            <a:lvl9pPr marR="0" lvl="8" algn="l" rtl="0">
              <a:lnSpc>
                <a:spcPct val="100000"/>
              </a:lnSpc>
              <a:spcBef>
                <a:spcPts val="0"/>
              </a:spcBef>
              <a:spcAft>
                <a:spcPts val="0"/>
              </a:spcAft>
              <a:buClr>
                <a:schemeClr val="lt1"/>
              </a:buClr>
              <a:buSzPts val="2800"/>
              <a:buFont typeface="Montserrat Black"/>
              <a:buNone/>
              <a:defRPr sz="2800" b="0" i="0" u="none" strike="noStrike" cap="none">
                <a:solidFill>
                  <a:schemeClr val="lt1"/>
                </a:solidFill>
                <a:latin typeface="Montserrat Black"/>
                <a:ea typeface="Montserrat Black"/>
                <a:cs typeface="Montserrat Black"/>
                <a:sym typeface="Montserrat Black"/>
              </a:defRPr>
            </a:lvl9pPr>
          </a:lstStyle>
          <a:p>
            <a:r>
              <a:rPr lang="vi-VN" sz="3600" dirty="0"/>
              <a:t>04</a:t>
            </a:r>
            <a:endParaRPr lang="en-US" sz="3600" dirty="0"/>
          </a:p>
        </p:txBody>
      </p:sp>
      <p:sp>
        <p:nvSpPr>
          <p:cNvPr id="1321" name="Google Shape;1497;p43">
            <a:extLst>
              <a:ext uri="{FF2B5EF4-FFF2-40B4-BE49-F238E27FC236}">
                <a16:creationId xmlns:a16="http://schemas.microsoft.com/office/drawing/2014/main" id="{2F017556-6B45-A298-FDDB-68C4D4DA3D52}"/>
              </a:ext>
            </a:extLst>
          </p:cNvPr>
          <p:cNvSpPr txBox="1">
            <a:spLocks/>
          </p:cNvSpPr>
          <p:nvPr/>
        </p:nvSpPr>
        <p:spPr>
          <a:xfrm>
            <a:off x="1510496" y="780404"/>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dirty="0"/>
              <a:t>Xuất </a:t>
            </a:r>
            <a:r>
              <a:rPr lang="en-US" dirty="0" err="1"/>
              <a:t>tệp</a:t>
            </a:r>
            <a:r>
              <a:rPr lang="en-US" dirty="0"/>
              <a:t> </a:t>
            </a:r>
            <a:r>
              <a:rPr lang="en-US" dirty="0" err="1"/>
              <a:t>dữ</a:t>
            </a:r>
            <a:r>
              <a:rPr lang="en-US" dirty="0"/>
              <a:t> </a:t>
            </a:r>
            <a:r>
              <a:rPr lang="en-US" dirty="0" err="1"/>
              <a:t>liệu</a:t>
            </a:r>
            <a:r>
              <a:rPr lang="en-US" dirty="0"/>
              <a:t> </a:t>
            </a:r>
            <a:r>
              <a:rPr lang="en-US" dirty="0" err="1"/>
              <a:t>và</a:t>
            </a:r>
            <a:r>
              <a:rPr lang="en-US" dirty="0"/>
              <a:t> </a:t>
            </a:r>
            <a:r>
              <a:rPr lang="en-US" dirty="0" err="1"/>
              <a:t>nạp</a:t>
            </a:r>
            <a:r>
              <a:rPr lang="en-US" dirty="0"/>
              <a:t> </a:t>
            </a:r>
            <a:r>
              <a:rPr lang="en-US" dirty="0" err="1"/>
              <a:t>vào</a:t>
            </a:r>
            <a:r>
              <a:rPr lang="en-US" dirty="0"/>
              <a:t> </a:t>
            </a:r>
            <a:r>
              <a:rPr lang="en-US" dirty="0" err="1"/>
              <a:t>phần</a:t>
            </a:r>
            <a:r>
              <a:rPr lang="en-US" dirty="0"/>
              <a:t> </a:t>
            </a:r>
            <a:r>
              <a:rPr lang="en-US" dirty="0" err="1"/>
              <a:t>mềm</a:t>
            </a:r>
            <a:r>
              <a:rPr lang="en-US" dirty="0"/>
              <a:t> </a:t>
            </a:r>
            <a:r>
              <a:rPr lang="en-US" dirty="0" err="1"/>
              <a:t>DUTModeling</a:t>
            </a:r>
            <a:endParaRPr lang="fr-FR" dirty="0">
              <a:solidFill>
                <a:schemeClr val="bg1"/>
              </a:solidFill>
            </a:endParaRPr>
          </a:p>
        </p:txBody>
      </p:sp>
      <p:sp>
        <p:nvSpPr>
          <p:cNvPr id="11" name="Google Shape;1040;p31">
            <a:extLst>
              <a:ext uri="{FF2B5EF4-FFF2-40B4-BE49-F238E27FC236}">
                <a16:creationId xmlns:a16="http://schemas.microsoft.com/office/drawing/2014/main" id="{5B27111A-73D4-B6A1-A2E6-956C4C838267}"/>
              </a:ext>
            </a:extLst>
          </p:cNvPr>
          <p:cNvSpPr txBox="1">
            <a:spLocks/>
          </p:cNvSpPr>
          <p:nvPr/>
        </p:nvSpPr>
        <p:spPr>
          <a:xfrm>
            <a:off x="6226057" y="1341189"/>
            <a:ext cx="2726031" cy="2231677"/>
          </a:xfrm>
          <a:prstGeom prst="rect">
            <a:avLst/>
          </a:prstGeom>
        </p:spPr>
        <p:txBody>
          <a:bodyPr spcFirstLastPara="1" wrap="square" lIns="91425" tIns="0" rIns="91425"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buClr>
                <a:schemeClr val="bg1"/>
              </a:buClr>
            </a:pPr>
            <a:r>
              <a:rPr lang="en-US" sz="1200" dirty="0">
                <a:solidFill>
                  <a:schemeClr val="bg1"/>
                </a:solidFill>
                <a:latin typeface="Montserrat" panose="00000500000000000000" pitchFamily="2" charset="0"/>
              </a:rPr>
              <a:t>K</a:t>
            </a:r>
            <a:r>
              <a:rPr lang="vi-VN" sz="1200" dirty="0">
                <a:solidFill>
                  <a:schemeClr val="bg1"/>
                </a:solidFill>
                <a:latin typeface="Montserrat" panose="00000500000000000000" pitchFamily="2" charset="0"/>
              </a:rPr>
              <a:t>hởi động phần mềm đồ họa chuyên dụng </a:t>
            </a:r>
            <a:r>
              <a:rPr lang="vi-VN" sz="1200" dirty="0" err="1">
                <a:solidFill>
                  <a:schemeClr val="bg1"/>
                </a:solidFill>
                <a:latin typeface="Montserrat" panose="00000500000000000000" pitchFamily="2" charset="0"/>
              </a:rPr>
              <a:t>DUTMod</a:t>
            </a:r>
            <a:r>
              <a:rPr lang="en-US" sz="1200" dirty="0" err="1">
                <a:solidFill>
                  <a:schemeClr val="bg1"/>
                </a:solidFill>
                <a:latin typeface="Montserrat" panose="00000500000000000000" pitchFamily="2" charset="0"/>
              </a:rPr>
              <a:t>eling</a:t>
            </a:r>
            <a:r>
              <a:rPr lang="en-US" sz="1200" dirty="0">
                <a:solidFill>
                  <a:schemeClr val="bg1"/>
                </a:solidFill>
                <a:latin typeface="Montserrat" panose="00000500000000000000" pitchFamily="2" charset="0"/>
              </a:rPr>
              <a:t> </a:t>
            </a:r>
            <a:r>
              <a:rPr lang="vi-VN" sz="1200" dirty="0">
                <a:solidFill>
                  <a:schemeClr val="bg1"/>
                </a:solidFill>
                <a:latin typeface="Montserrat" panose="00000500000000000000" pitchFamily="2" charset="0"/>
              </a:rPr>
              <a:t>/</a:t>
            </a:r>
            <a:r>
              <a:rPr lang="en-US" sz="1200" dirty="0">
                <a:solidFill>
                  <a:schemeClr val="bg1"/>
                </a:solidFill>
                <a:latin typeface="Montserrat" panose="00000500000000000000" pitchFamily="2" charset="0"/>
              </a:rPr>
              <a:t> </a:t>
            </a:r>
            <a:r>
              <a:rPr lang="vi-VN" sz="1200" dirty="0">
                <a:solidFill>
                  <a:schemeClr val="bg1"/>
                </a:solidFill>
                <a:latin typeface="Montserrat" panose="00000500000000000000" pitchFamily="2" charset="0"/>
              </a:rPr>
              <a:t>DISCO của bộ môn để nạp tệp vào kiểm chứng.</a:t>
            </a:r>
            <a:r>
              <a:rPr lang="en-US" sz="1200" dirty="0">
                <a:solidFill>
                  <a:schemeClr val="bg1"/>
                </a:solidFill>
                <a:latin typeface="Montserrat" panose="00000500000000000000" pitchFamily="2" charset="0"/>
              </a:rPr>
              <a:t> </a:t>
            </a:r>
            <a:r>
              <a:rPr lang="vi-VN" sz="1200" dirty="0">
                <a:solidFill>
                  <a:schemeClr val="bg1"/>
                </a:solidFill>
                <a:latin typeface="Montserrat" panose="00000500000000000000" pitchFamily="2" charset="0"/>
              </a:rPr>
              <a:t>Phần mềm đọc thành công tệp tin dữ liệu đầu ra và thực hiện tái tạo dựng hình gần như chính xác hình dáng, cấu trúc đa nét của chữ ký trong không gian đồ họa mô phỏng.</a:t>
            </a:r>
          </a:p>
        </p:txBody>
      </p:sp>
      <p:sp>
        <p:nvSpPr>
          <p:cNvPr id="14" name="Google Shape;1497;p43">
            <a:extLst>
              <a:ext uri="{FF2B5EF4-FFF2-40B4-BE49-F238E27FC236}">
                <a16:creationId xmlns:a16="http://schemas.microsoft.com/office/drawing/2014/main" id="{EAF7AFDC-E0CF-8B9B-7D7E-DEBDDCEC7B7C}"/>
              </a:ext>
            </a:extLst>
          </p:cNvPr>
          <p:cNvSpPr txBox="1">
            <a:spLocks/>
          </p:cNvSpPr>
          <p:nvPr/>
        </p:nvSpPr>
        <p:spPr>
          <a:xfrm>
            <a:off x="1611150" y="4708070"/>
            <a:ext cx="5921700" cy="435430"/>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fr-FR" sz="1200" dirty="0">
                <a:solidFill>
                  <a:schemeClr val="bg1"/>
                </a:solidFill>
                <a:hlinkClick r:id="rId3"/>
              </a:rPr>
              <a:t>https://chu-ky-bspline.streamlit.app/</a:t>
            </a:r>
            <a:r>
              <a:rPr lang="vi-VN" sz="1200" dirty="0">
                <a:solidFill>
                  <a:schemeClr val="bg1"/>
                </a:solidFill>
              </a:rPr>
              <a:t> </a:t>
            </a:r>
            <a:endParaRPr lang="fr-FR" sz="1200" dirty="0">
              <a:solidFill>
                <a:schemeClr val="bg1"/>
              </a:solidFill>
            </a:endParaRPr>
          </a:p>
        </p:txBody>
      </p:sp>
      <p:sp>
        <p:nvSpPr>
          <p:cNvPr id="17" name="Rectangle: Rounded Corners 16">
            <a:extLst>
              <a:ext uri="{FF2B5EF4-FFF2-40B4-BE49-F238E27FC236}">
                <a16:creationId xmlns:a16="http://schemas.microsoft.com/office/drawing/2014/main" id="{86FDB327-4C5C-44AD-72EC-8064EB7A7B9A}"/>
              </a:ext>
            </a:extLst>
          </p:cNvPr>
          <p:cNvSpPr/>
          <p:nvPr/>
        </p:nvSpPr>
        <p:spPr>
          <a:xfrm>
            <a:off x="6226057" y="1394677"/>
            <a:ext cx="2726031" cy="2169099"/>
          </a:xfrm>
          <a:prstGeom prst="roundRect">
            <a:avLst>
              <a:gd name="adj" fmla="val 515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D8AFEE98-3BCB-184D-AB11-F46F3BDB5415}"/>
              </a:ext>
            </a:extLst>
          </p:cNvPr>
          <p:cNvSpPr/>
          <p:nvPr/>
        </p:nvSpPr>
        <p:spPr>
          <a:xfrm>
            <a:off x="526392" y="4033434"/>
            <a:ext cx="8144487" cy="686908"/>
          </a:xfrm>
          <a:prstGeom prst="roundRect">
            <a:avLst/>
          </a:prstGeom>
          <a:solidFill>
            <a:schemeClr val="bg1"/>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Google Shape;1497;p43">
            <a:extLst>
              <a:ext uri="{FF2B5EF4-FFF2-40B4-BE49-F238E27FC236}">
                <a16:creationId xmlns:a16="http://schemas.microsoft.com/office/drawing/2014/main" id="{5787CBB8-E731-130D-0678-BDFD0BF43466}"/>
              </a:ext>
            </a:extLst>
          </p:cNvPr>
          <p:cNvSpPr txBox="1">
            <a:spLocks/>
          </p:cNvSpPr>
          <p:nvPr/>
        </p:nvSpPr>
        <p:spPr>
          <a:xfrm>
            <a:off x="526392" y="4033433"/>
            <a:ext cx="8091216" cy="686908"/>
          </a:xfrm>
          <a:prstGeom prst="rect">
            <a:avLst/>
          </a:prstGeom>
          <a:noFill/>
          <a:ln>
            <a:noFill/>
          </a:ln>
        </p:spPr>
        <p:txBody>
          <a:bodyPr spcFirstLastPara="1" wrap="square" lIns="91425" tIns="0" rIns="91425" bIns="0" anchor="ctr" anchorCtr="0">
            <a:noAutofit/>
          </a:bodyPr>
          <a:lstStyle>
            <a:defPPr marR="0" lvl="0" algn="l" rtl="0">
              <a:lnSpc>
                <a:spcPct val="100000"/>
              </a:lnSpc>
              <a:spcBef>
                <a:spcPts val="0"/>
              </a:spcBef>
              <a:spcAft>
                <a:spcPts val="0"/>
              </a:spcAft>
            </a:defPPr>
            <a:lvl1pPr marL="457200" marR="0" lvl="0" indent="-330200" algn="l" rtl="0">
              <a:lnSpc>
                <a:spcPct val="100000"/>
              </a:lnSpc>
              <a:spcBef>
                <a:spcPts val="0"/>
              </a:spcBef>
              <a:spcAft>
                <a:spcPts val="0"/>
              </a:spcAft>
              <a:buClr>
                <a:schemeClr val="dk1"/>
              </a:buClr>
              <a:buSzPts val="1600"/>
              <a:buFont typeface="Montserrat"/>
              <a:buNone/>
              <a:defRPr sz="1600" b="0" i="0" u="none" strike="noStrike" cap="none">
                <a:solidFill>
                  <a:schemeClr val="lt1"/>
                </a:solidFill>
                <a:latin typeface="Montserrat"/>
                <a:ea typeface="Montserrat"/>
                <a:cs typeface="Montserrat"/>
                <a:sym typeface="Montserrat"/>
              </a:defRPr>
            </a:lvl1pPr>
            <a:lvl2pPr marL="914400" marR="0" lvl="1"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2pPr>
            <a:lvl3pPr marL="1371600" marR="0" lvl="2"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3pPr>
            <a:lvl4pPr marL="1828800" marR="0" lvl="3"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4pPr>
            <a:lvl5pPr marL="2286000" marR="0" lvl="4"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5pPr>
            <a:lvl6pPr marL="2743200" marR="0" lvl="5"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6pPr>
            <a:lvl7pPr marL="3200400" marR="0" lvl="6"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7pPr>
            <a:lvl8pPr marL="3657600" marR="0" lvl="7"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8pPr>
            <a:lvl9pPr marL="4114800" marR="0" lvl="8" indent="-330200" algn="r" rtl="0">
              <a:lnSpc>
                <a:spcPct val="100000"/>
              </a:lnSpc>
              <a:spcBef>
                <a:spcPts val="0"/>
              </a:spcBef>
              <a:spcAft>
                <a:spcPts val="0"/>
              </a:spcAft>
              <a:buClr>
                <a:schemeClr val="dk1"/>
              </a:buClr>
              <a:buSzPts val="1600"/>
              <a:buFont typeface="Montserrat"/>
              <a:buNone/>
              <a:defRPr sz="1600" b="0" i="0" u="none" strike="noStrike" cap="none">
                <a:solidFill>
                  <a:schemeClr val="dk1"/>
                </a:solidFill>
                <a:latin typeface="Montserrat"/>
                <a:ea typeface="Montserrat"/>
                <a:cs typeface="Montserrat"/>
                <a:sym typeface="Montserrat"/>
              </a:defRPr>
            </a:lvl9pPr>
          </a:lstStyle>
          <a:p>
            <a:pPr marL="0" indent="0" algn="ctr"/>
            <a:r>
              <a:rPr lang="vi-VN" sz="1200" b="1" dirty="0">
                <a:solidFill>
                  <a:schemeClr val="accent6"/>
                </a:solidFill>
              </a:rPr>
              <a:t>Nhận xét: </a:t>
            </a:r>
            <a:r>
              <a:rPr lang="vi-VN" sz="1200" dirty="0">
                <a:solidFill>
                  <a:schemeClr val="accent6"/>
                </a:solidFill>
              </a:rPr>
              <a:t>Tệp dữ liệu đầu ra tuân thủ nghiêm ngặt các quy ước số học và định dạng cấu trúc của bộ môn (tọa độ đỉnh làm tròn đúng 2 chữ số thập phân, trọng số </a:t>
            </a:r>
            <a:r>
              <a:rPr lang="vi-VN" sz="1200">
                <a:solidFill>
                  <a:schemeClr val="accent6"/>
                </a:solidFill>
              </a:rPr>
              <a:t>đồng nhất, </a:t>
            </a:r>
            <a:r>
              <a:rPr lang="vi-VN" sz="1200" dirty="0" err="1">
                <a:solidFill>
                  <a:schemeClr val="accent6"/>
                </a:solidFill>
              </a:rPr>
              <a:t>vector</a:t>
            </a:r>
            <a:r>
              <a:rPr lang="vi-VN" sz="1200" dirty="0">
                <a:solidFill>
                  <a:schemeClr val="accent6"/>
                </a:solidFill>
              </a:rPr>
              <a:t> nút làm tròn 8 chữ số thập phân), đảm bảo tính tương thích tuyệt đối mà không phát sinh bất kỳ lỗi cú pháp nào.</a:t>
            </a:r>
            <a:endParaRPr lang="fr-FR" sz="1200" dirty="0">
              <a:solidFill>
                <a:schemeClr val="accent6"/>
              </a:solidFill>
            </a:endParaRPr>
          </a:p>
        </p:txBody>
      </p:sp>
      <p:pic>
        <p:nvPicPr>
          <p:cNvPr id="4" name="Picture 3">
            <a:extLst>
              <a:ext uri="{FF2B5EF4-FFF2-40B4-BE49-F238E27FC236}">
                <a16:creationId xmlns:a16="http://schemas.microsoft.com/office/drawing/2014/main" id="{E42C3613-045E-2355-85F9-FA218BFA5272}"/>
              </a:ext>
            </a:extLst>
          </p:cNvPr>
          <p:cNvPicPr>
            <a:picLocks noChangeAspect="1"/>
          </p:cNvPicPr>
          <p:nvPr/>
        </p:nvPicPr>
        <p:blipFill>
          <a:blip r:embed="rId4"/>
          <a:srcRect/>
          <a:stretch/>
        </p:blipFill>
        <p:spPr>
          <a:xfrm>
            <a:off x="331519" y="1304640"/>
            <a:ext cx="5683604" cy="2397770"/>
          </a:xfrm>
          <a:prstGeom prst="rect">
            <a:avLst/>
          </a:prstGeom>
          <a:ln w="28575">
            <a:solidFill>
              <a:schemeClr val="bg1"/>
            </a:solidFill>
          </a:ln>
        </p:spPr>
      </p:pic>
    </p:spTree>
    <p:extLst>
      <p:ext uri="{BB962C8B-B14F-4D97-AF65-F5344CB8AC3E}">
        <p14:creationId xmlns:p14="http://schemas.microsoft.com/office/powerpoint/2010/main" val="17149305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72"/>
        <p:cNvGrpSpPr/>
        <p:nvPr/>
      </p:nvGrpSpPr>
      <p:grpSpPr>
        <a:xfrm>
          <a:off x="0" y="0"/>
          <a:ext cx="0" cy="0"/>
          <a:chOff x="0" y="0"/>
          <a:chExt cx="0" cy="0"/>
        </a:xfrm>
      </p:grpSpPr>
      <p:sp>
        <p:nvSpPr>
          <p:cNvPr id="1073" name="Google Shape;1073;p32"/>
          <p:cNvSpPr txBox="1">
            <a:spLocks noGrp="1"/>
          </p:cNvSpPr>
          <p:nvPr>
            <p:ph type="title"/>
          </p:nvPr>
        </p:nvSpPr>
        <p:spPr>
          <a:xfrm>
            <a:off x="782850" y="1013625"/>
            <a:ext cx="3435300" cy="1305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b="0">
                <a:latin typeface="Montserrat Medium"/>
                <a:ea typeface="Montserrat Medium"/>
                <a:cs typeface="Montserrat Medium"/>
                <a:sym typeface="Montserrat Medium"/>
              </a:rPr>
              <a:t>À PROPOS</a:t>
            </a:r>
            <a:r>
              <a:rPr lang="en"/>
              <a:t> DU PROJET</a:t>
            </a:r>
            <a:endParaRPr/>
          </a:p>
        </p:txBody>
      </p:sp>
      <p:sp>
        <p:nvSpPr>
          <p:cNvPr id="1074" name="Google Shape;1074;p32"/>
          <p:cNvSpPr txBox="1">
            <a:spLocks noGrp="1"/>
          </p:cNvSpPr>
          <p:nvPr>
            <p:ph type="subTitle" idx="1"/>
          </p:nvPr>
        </p:nvSpPr>
        <p:spPr>
          <a:xfrm>
            <a:off x="782850" y="2824875"/>
            <a:ext cx="3435300" cy="1305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Les images révèlent de grandes quantités de données, alors rappelez-vous : utilisez une image au lieu d'un long texte. Votre public l'appréciera</a:t>
            </a:r>
            <a:endParaRPr/>
          </a:p>
        </p:txBody>
      </p:sp>
      <p:pic>
        <p:nvPicPr>
          <p:cNvPr id="1075" name="Google Shape;1075;p32"/>
          <p:cNvPicPr preferRelativeResize="0"/>
          <p:nvPr/>
        </p:nvPicPr>
        <p:blipFill rotWithShape="1">
          <a:blip r:embed="rId3">
            <a:alphaModFix/>
          </a:blip>
          <a:srcRect l="26435" r="6876"/>
          <a:stretch/>
        </p:blipFill>
        <p:spPr>
          <a:xfrm>
            <a:off x="4992350" y="944100"/>
            <a:ext cx="3256800" cy="3255300"/>
          </a:xfrm>
          <a:prstGeom prst="ellipse">
            <a:avLst/>
          </a:prstGeom>
          <a:noFill/>
          <a:ln>
            <a:noFill/>
          </a:ln>
        </p:spPr>
      </p:pic>
      <p:grpSp>
        <p:nvGrpSpPr>
          <p:cNvPr id="1076" name="Google Shape;1076;p32"/>
          <p:cNvGrpSpPr/>
          <p:nvPr/>
        </p:nvGrpSpPr>
        <p:grpSpPr>
          <a:xfrm rot="10800000">
            <a:off x="3188769" y="4079806"/>
            <a:ext cx="1803578" cy="1592367"/>
            <a:chOff x="-4912150" y="-393637"/>
            <a:chExt cx="2057000" cy="1816112"/>
          </a:xfrm>
        </p:grpSpPr>
        <p:sp>
          <p:nvSpPr>
            <p:cNvPr id="1077" name="Google Shape;1077;p32"/>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32"/>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32"/>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32"/>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32"/>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32"/>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32"/>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32"/>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32"/>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32"/>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32"/>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32"/>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32"/>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32"/>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32"/>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32"/>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32"/>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32"/>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32"/>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 name="Google Shape;1096;p32"/>
          <p:cNvGrpSpPr/>
          <p:nvPr/>
        </p:nvGrpSpPr>
        <p:grpSpPr>
          <a:xfrm>
            <a:off x="4572000" y="169263"/>
            <a:ext cx="946675" cy="901375"/>
            <a:chOff x="4487300" y="227688"/>
            <a:chExt cx="946675" cy="901375"/>
          </a:xfrm>
        </p:grpSpPr>
        <p:grpSp>
          <p:nvGrpSpPr>
            <p:cNvPr id="1097" name="Google Shape;1097;p32"/>
            <p:cNvGrpSpPr/>
            <p:nvPr/>
          </p:nvGrpSpPr>
          <p:grpSpPr>
            <a:xfrm>
              <a:off x="5249800" y="345688"/>
              <a:ext cx="184175" cy="158025"/>
              <a:chOff x="-3626300" y="-1680825"/>
              <a:chExt cx="184175" cy="158025"/>
            </a:xfrm>
          </p:grpSpPr>
          <p:sp>
            <p:nvSpPr>
              <p:cNvPr id="1098" name="Google Shape;1098;p32"/>
              <p:cNvSpPr/>
              <p:nvPr/>
            </p:nvSpPr>
            <p:spPr>
              <a:xfrm>
                <a:off x="-3626300" y="-1680825"/>
                <a:ext cx="184175" cy="158025"/>
              </a:xfrm>
              <a:custGeom>
                <a:avLst/>
                <a:gdLst/>
                <a:ahLst/>
                <a:cxnLst/>
                <a:rect l="l" t="t" r="r" b="b"/>
                <a:pathLst>
                  <a:path w="7367" h="6321" extrusionOk="0">
                    <a:moveTo>
                      <a:pt x="4219" y="295"/>
                    </a:moveTo>
                    <a:cubicBezTo>
                      <a:pt x="5804" y="295"/>
                      <a:pt x="7087" y="1578"/>
                      <a:pt x="7087" y="3163"/>
                    </a:cubicBezTo>
                    <a:cubicBezTo>
                      <a:pt x="7087" y="4901"/>
                      <a:pt x="5670" y="6050"/>
                      <a:pt x="4190" y="6050"/>
                    </a:cubicBezTo>
                    <a:cubicBezTo>
                      <a:pt x="3484" y="6050"/>
                      <a:pt x="2764" y="5789"/>
                      <a:pt x="2177" y="5205"/>
                    </a:cubicBezTo>
                    <a:cubicBezTo>
                      <a:pt x="369" y="3386"/>
                      <a:pt x="1653" y="295"/>
                      <a:pt x="4219" y="295"/>
                    </a:cubicBezTo>
                    <a:close/>
                    <a:moveTo>
                      <a:pt x="4193" y="1"/>
                    </a:moveTo>
                    <a:cubicBezTo>
                      <a:pt x="3419" y="1"/>
                      <a:pt x="2630" y="289"/>
                      <a:pt x="1987" y="931"/>
                    </a:cubicBezTo>
                    <a:cubicBezTo>
                      <a:pt x="1" y="2928"/>
                      <a:pt x="1407" y="6321"/>
                      <a:pt x="4219" y="6321"/>
                    </a:cubicBezTo>
                    <a:cubicBezTo>
                      <a:pt x="5960" y="6321"/>
                      <a:pt x="7366" y="4904"/>
                      <a:pt x="7366" y="3163"/>
                    </a:cubicBezTo>
                    <a:cubicBezTo>
                      <a:pt x="7366" y="1260"/>
                      <a:pt x="5813" y="1"/>
                      <a:pt x="41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32"/>
              <p:cNvSpPr/>
              <p:nvPr/>
            </p:nvSpPr>
            <p:spPr>
              <a:xfrm>
                <a:off x="-3559050" y="-1636200"/>
                <a:ext cx="76175" cy="68900"/>
              </a:xfrm>
              <a:custGeom>
                <a:avLst/>
                <a:gdLst/>
                <a:ahLst/>
                <a:cxnLst/>
                <a:rect l="l" t="t" r="r" b="b"/>
                <a:pathLst>
                  <a:path w="3047" h="2756" extrusionOk="0">
                    <a:moveTo>
                      <a:pt x="1516" y="0"/>
                    </a:moveTo>
                    <a:cubicBezTo>
                      <a:pt x="891" y="0"/>
                      <a:pt x="331" y="427"/>
                      <a:pt x="179" y="1065"/>
                    </a:cubicBezTo>
                    <a:cubicBezTo>
                      <a:pt x="0" y="1802"/>
                      <a:pt x="469" y="2550"/>
                      <a:pt x="1206" y="2717"/>
                    </a:cubicBezTo>
                    <a:cubicBezTo>
                      <a:pt x="1315" y="2743"/>
                      <a:pt x="1424" y="2756"/>
                      <a:pt x="1531" y="2756"/>
                    </a:cubicBezTo>
                    <a:cubicBezTo>
                      <a:pt x="2157" y="2756"/>
                      <a:pt x="2716" y="2329"/>
                      <a:pt x="2868" y="1690"/>
                    </a:cubicBezTo>
                    <a:cubicBezTo>
                      <a:pt x="3047" y="954"/>
                      <a:pt x="2578" y="206"/>
                      <a:pt x="1842" y="39"/>
                    </a:cubicBezTo>
                    <a:cubicBezTo>
                      <a:pt x="1732" y="13"/>
                      <a:pt x="1623" y="0"/>
                      <a:pt x="151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 name="Google Shape;1100;p32"/>
            <p:cNvGrpSpPr/>
            <p:nvPr/>
          </p:nvGrpSpPr>
          <p:grpSpPr>
            <a:xfrm>
              <a:off x="4487300" y="227688"/>
              <a:ext cx="716725" cy="901375"/>
              <a:chOff x="-3888525" y="-2483300"/>
              <a:chExt cx="716725" cy="901375"/>
            </a:xfrm>
          </p:grpSpPr>
          <p:sp>
            <p:nvSpPr>
              <p:cNvPr id="1101" name="Google Shape;1101;p32"/>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32"/>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03" name="Google Shape;1103;p32"/>
          <p:cNvGrpSpPr/>
          <p:nvPr/>
        </p:nvGrpSpPr>
        <p:grpSpPr>
          <a:xfrm>
            <a:off x="919197" y="2394179"/>
            <a:ext cx="3011003" cy="192185"/>
            <a:chOff x="4873322" y="2177404"/>
            <a:chExt cx="3011003" cy="192185"/>
          </a:xfrm>
        </p:grpSpPr>
        <p:sp>
          <p:nvSpPr>
            <p:cNvPr id="1104" name="Google Shape;1104;p32"/>
            <p:cNvSpPr/>
            <p:nvPr/>
          </p:nvSpPr>
          <p:spPr>
            <a:xfrm rot="-2700000" flipH="1">
              <a:off x="61841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05" name="Google Shape;1105;p32"/>
            <p:cNvCxnSpPr>
              <a:stCxn id="1106" idx="6"/>
              <a:endCxn id="1107" idx="2"/>
            </p:cNvCxnSpPr>
            <p:nvPr/>
          </p:nvCxnSpPr>
          <p:spPr>
            <a:xfrm rot="10800000">
              <a:off x="4930225" y="2272525"/>
              <a:ext cx="2897100" cy="0"/>
            </a:xfrm>
            <a:prstGeom prst="straightConnector1">
              <a:avLst/>
            </a:prstGeom>
            <a:noFill/>
            <a:ln w="9525" cap="flat" cmpd="sng">
              <a:solidFill>
                <a:schemeClr val="lt1"/>
              </a:solidFill>
              <a:prstDash val="solid"/>
              <a:round/>
              <a:headEnd type="none" w="med" len="med"/>
              <a:tailEnd type="none" w="med" len="med"/>
            </a:ln>
          </p:spPr>
        </p:cxnSp>
        <p:sp>
          <p:nvSpPr>
            <p:cNvPr id="1107" name="Google Shape;1107;p32"/>
            <p:cNvSpPr/>
            <p:nvPr/>
          </p:nvSpPr>
          <p:spPr>
            <a:xfrm flipH="1">
              <a:off x="487332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32"/>
            <p:cNvSpPr/>
            <p:nvPr/>
          </p:nvSpPr>
          <p:spPr>
            <a:xfrm flipH="1">
              <a:off x="7827325" y="2244025"/>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5"/>
        <p:cNvGrpSpPr/>
        <p:nvPr/>
      </p:nvGrpSpPr>
      <p:grpSpPr>
        <a:xfrm>
          <a:off x="0" y="0"/>
          <a:ext cx="0" cy="0"/>
          <a:chOff x="0" y="0"/>
          <a:chExt cx="0" cy="0"/>
        </a:xfrm>
      </p:grpSpPr>
      <p:sp>
        <p:nvSpPr>
          <p:cNvPr id="1156" name="Google Shape;1156;p34"/>
          <p:cNvSpPr txBox="1">
            <a:spLocks noGrp="1"/>
          </p:cNvSpPr>
          <p:nvPr>
            <p:ph type="title"/>
          </p:nvPr>
        </p:nvSpPr>
        <p:spPr>
          <a:xfrm>
            <a:off x="1940550" y="3438075"/>
            <a:ext cx="5262900" cy="363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—QUELQU'UN DE CÉLÈBRE</a:t>
            </a:r>
            <a:endParaRPr/>
          </a:p>
        </p:txBody>
      </p:sp>
      <p:sp>
        <p:nvSpPr>
          <p:cNvPr id="1157" name="Google Shape;1157;p34"/>
          <p:cNvSpPr txBox="1">
            <a:spLocks noGrp="1"/>
          </p:cNvSpPr>
          <p:nvPr>
            <p:ph type="subTitle" idx="1"/>
          </p:nvPr>
        </p:nvSpPr>
        <p:spPr>
          <a:xfrm>
            <a:off x="1940550" y="1342425"/>
            <a:ext cx="5262900" cy="1592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 Voici une citation. Des mots pleins de sagesse que quelqu'un d'important a dit et qui peuvent inspirer le lecteur. “</a:t>
            </a:r>
            <a:endParaRPr/>
          </a:p>
        </p:txBody>
      </p:sp>
      <p:grpSp>
        <p:nvGrpSpPr>
          <p:cNvPr id="1158" name="Google Shape;1158;p34"/>
          <p:cNvGrpSpPr/>
          <p:nvPr/>
        </p:nvGrpSpPr>
        <p:grpSpPr>
          <a:xfrm>
            <a:off x="2027097" y="3051329"/>
            <a:ext cx="3612325" cy="192185"/>
            <a:chOff x="4788672" y="2177404"/>
            <a:chExt cx="3612325" cy="192185"/>
          </a:xfrm>
        </p:grpSpPr>
        <p:sp>
          <p:nvSpPr>
            <p:cNvPr id="1159" name="Google Shape;1159;p34"/>
            <p:cNvSpPr/>
            <p:nvPr/>
          </p:nvSpPr>
          <p:spPr>
            <a:xfrm rot="-2700000" flipH="1">
              <a:off x="77081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60" name="Google Shape;1160;p34"/>
            <p:cNvCxnSpPr>
              <a:stCxn id="1161" idx="6"/>
              <a:endCxn id="1162" idx="2"/>
            </p:cNvCxnSpPr>
            <p:nvPr/>
          </p:nvCxnSpPr>
          <p:spPr>
            <a:xfrm rot="10800000">
              <a:off x="4845697" y="2272517"/>
              <a:ext cx="3498300" cy="0"/>
            </a:xfrm>
            <a:prstGeom prst="straightConnector1">
              <a:avLst/>
            </a:prstGeom>
            <a:noFill/>
            <a:ln w="9525" cap="flat" cmpd="sng">
              <a:solidFill>
                <a:schemeClr val="lt1"/>
              </a:solidFill>
              <a:prstDash val="solid"/>
              <a:round/>
              <a:headEnd type="none" w="med" len="med"/>
              <a:tailEnd type="none" w="med" len="med"/>
            </a:ln>
          </p:spPr>
        </p:cxnSp>
        <p:sp>
          <p:nvSpPr>
            <p:cNvPr id="1162" name="Google Shape;1162;p34"/>
            <p:cNvSpPr/>
            <p:nvPr/>
          </p:nvSpPr>
          <p:spPr>
            <a:xfrm flipH="1">
              <a:off x="4788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34"/>
            <p:cNvSpPr/>
            <p:nvPr/>
          </p:nvSpPr>
          <p:spPr>
            <a:xfrm flipH="1">
              <a:off x="8343997"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 name="Google Shape;1163;p34"/>
          <p:cNvGrpSpPr/>
          <p:nvPr/>
        </p:nvGrpSpPr>
        <p:grpSpPr>
          <a:xfrm rot="10800000">
            <a:off x="2460069" y="-714219"/>
            <a:ext cx="1803578" cy="1592367"/>
            <a:chOff x="-4912150" y="-393637"/>
            <a:chExt cx="2057000" cy="1816112"/>
          </a:xfrm>
        </p:grpSpPr>
        <p:sp>
          <p:nvSpPr>
            <p:cNvPr id="1164" name="Google Shape;1164;p34"/>
            <p:cNvSpPr/>
            <p:nvPr/>
          </p:nvSpPr>
          <p:spPr>
            <a:xfrm>
              <a:off x="-4604150" y="-280425"/>
              <a:ext cx="858750" cy="1117575"/>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34"/>
            <p:cNvSpPr/>
            <p:nvPr/>
          </p:nvSpPr>
          <p:spPr>
            <a:xfrm>
              <a:off x="-3780300" y="-305525"/>
              <a:ext cx="62525" cy="57000"/>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34"/>
            <p:cNvSpPr/>
            <p:nvPr/>
          </p:nvSpPr>
          <p:spPr>
            <a:xfrm>
              <a:off x="-4199050" y="281125"/>
              <a:ext cx="155150" cy="154850"/>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34"/>
            <p:cNvSpPr/>
            <p:nvPr/>
          </p:nvSpPr>
          <p:spPr>
            <a:xfrm>
              <a:off x="-4514575" y="97000"/>
              <a:ext cx="740775" cy="896950"/>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34"/>
            <p:cNvSpPr/>
            <p:nvPr/>
          </p:nvSpPr>
          <p:spPr>
            <a:xfrm>
              <a:off x="-3809300" y="72075"/>
              <a:ext cx="61400" cy="56825"/>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34"/>
            <p:cNvSpPr/>
            <p:nvPr/>
          </p:nvSpPr>
          <p:spPr>
            <a:xfrm>
              <a:off x="-4203525" y="-330075"/>
              <a:ext cx="275400" cy="273925"/>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34"/>
            <p:cNvSpPr/>
            <p:nvPr/>
          </p:nvSpPr>
          <p:spPr>
            <a:xfrm>
              <a:off x="-3964425" y="-355100"/>
              <a:ext cx="64750" cy="56950"/>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34"/>
            <p:cNvSpPr/>
            <p:nvPr/>
          </p:nvSpPr>
          <p:spPr>
            <a:xfrm>
              <a:off x="-4230300" y="-88200"/>
              <a:ext cx="62525" cy="56800"/>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34"/>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34"/>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34"/>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34"/>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34"/>
            <p:cNvSpPr/>
            <p:nvPr/>
          </p:nvSpPr>
          <p:spPr>
            <a:xfrm>
              <a:off x="-3761575" y="553550"/>
              <a:ext cx="51025" cy="38375"/>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34"/>
            <p:cNvSpPr/>
            <p:nvPr/>
          </p:nvSpPr>
          <p:spPr>
            <a:xfrm>
              <a:off x="-4478025" y="655725"/>
              <a:ext cx="666475" cy="651250"/>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34"/>
            <p:cNvSpPr/>
            <p:nvPr/>
          </p:nvSpPr>
          <p:spPr>
            <a:xfrm>
              <a:off x="-4579025" y="1370700"/>
              <a:ext cx="46900" cy="38375"/>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34"/>
            <p:cNvSpPr/>
            <p:nvPr/>
          </p:nvSpPr>
          <p:spPr>
            <a:xfrm>
              <a:off x="-4912150" y="393325"/>
              <a:ext cx="547675" cy="546850"/>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34"/>
            <p:cNvSpPr/>
            <p:nvPr/>
          </p:nvSpPr>
          <p:spPr>
            <a:xfrm>
              <a:off x="-3508415" y="-393637"/>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34"/>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34"/>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 name="Google Shape;1183;p34"/>
          <p:cNvGrpSpPr/>
          <p:nvPr/>
        </p:nvGrpSpPr>
        <p:grpSpPr>
          <a:xfrm>
            <a:off x="6286297" y="3482200"/>
            <a:ext cx="1929500" cy="2210100"/>
            <a:chOff x="295725" y="-3462825"/>
            <a:chExt cx="1929500" cy="2210100"/>
          </a:xfrm>
        </p:grpSpPr>
        <p:sp>
          <p:nvSpPr>
            <p:cNvPr id="1184" name="Google Shape;1184;p34"/>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34"/>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1186;p34"/>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34"/>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34"/>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34"/>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34"/>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34"/>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34"/>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34"/>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34"/>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34"/>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34"/>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34"/>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34"/>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34"/>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34"/>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34"/>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 name="Google Shape;1202;p34"/>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34"/>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34"/>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34"/>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34"/>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34"/>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34"/>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212"/>
        <p:cNvGrpSpPr/>
        <p:nvPr/>
      </p:nvGrpSpPr>
      <p:grpSpPr>
        <a:xfrm>
          <a:off x="0" y="0"/>
          <a:ext cx="0" cy="0"/>
          <a:chOff x="0" y="0"/>
          <a:chExt cx="0" cy="0"/>
        </a:xfrm>
      </p:grpSpPr>
      <p:sp>
        <p:nvSpPr>
          <p:cNvPr id="1213" name="Google Shape;1213;p35"/>
          <p:cNvSpPr txBox="1"/>
          <p:nvPr/>
        </p:nvSpPr>
        <p:spPr>
          <a:xfrm>
            <a:off x="3887485"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Juin</a:t>
            </a:r>
            <a:endParaRPr sz="2000" b="1">
              <a:solidFill>
                <a:schemeClr val="lt1"/>
              </a:solidFill>
              <a:latin typeface="Montserrat"/>
              <a:ea typeface="Montserrat"/>
              <a:cs typeface="Montserrat"/>
              <a:sym typeface="Montserrat"/>
            </a:endParaRPr>
          </a:p>
        </p:txBody>
      </p:sp>
      <p:sp>
        <p:nvSpPr>
          <p:cNvPr id="1214" name="Google Shape;1214;p35"/>
          <p:cNvSpPr txBox="1"/>
          <p:nvPr/>
        </p:nvSpPr>
        <p:spPr>
          <a:xfrm>
            <a:off x="2491098" y="2787858"/>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2</a:t>
            </a:r>
            <a:endParaRPr sz="1600">
              <a:solidFill>
                <a:schemeClr val="lt1"/>
              </a:solidFill>
              <a:latin typeface="Montserrat Medium"/>
              <a:ea typeface="Montserrat Medium"/>
              <a:cs typeface="Montserrat Medium"/>
              <a:sym typeface="Montserrat Medium"/>
            </a:endParaRPr>
          </a:p>
        </p:txBody>
      </p:sp>
      <p:cxnSp>
        <p:nvCxnSpPr>
          <p:cNvPr id="1215" name="Google Shape;1215;p35"/>
          <p:cNvCxnSpPr>
            <a:stCxn id="1216" idx="6"/>
            <a:endCxn id="1217" idx="2"/>
          </p:cNvCxnSpPr>
          <p:nvPr/>
        </p:nvCxnSpPr>
        <p:spPr>
          <a:xfrm rot="10800000" flipH="1">
            <a:off x="2591620" y="3215453"/>
            <a:ext cx="2763300" cy="3000"/>
          </a:xfrm>
          <a:prstGeom prst="straightConnector1">
            <a:avLst/>
          </a:prstGeom>
          <a:noFill/>
          <a:ln w="9525" cap="flat" cmpd="sng">
            <a:solidFill>
              <a:schemeClr val="lt1"/>
            </a:solidFill>
            <a:prstDash val="solid"/>
            <a:round/>
            <a:headEnd type="oval" w="med" len="med"/>
            <a:tailEnd type="oval" w="med" len="med"/>
          </a:ln>
        </p:spPr>
      </p:cxnSp>
      <p:sp>
        <p:nvSpPr>
          <p:cNvPr id="1216" name="Google Shape;1216;p35"/>
          <p:cNvSpPr/>
          <p:nvPr/>
        </p:nvSpPr>
        <p:spPr>
          <a:xfrm>
            <a:off x="2318020" y="3081653"/>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35"/>
          <p:cNvSpPr/>
          <p:nvPr/>
        </p:nvSpPr>
        <p:spPr>
          <a:xfrm>
            <a:off x="5355045" y="3078653"/>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35"/>
          <p:cNvSpPr txBox="1"/>
          <p:nvPr/>
        </p:nvSpPr>
        <p:spPr>
          <a:xfrm>
            <a:off x="3509276" y="2787850"/>
            <a:ext cx="33429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Pluton est une planète naine</a:t>
            </a:r>
            <a:endParaRPr sz="1600">
              <a:solidFill>
                <a:schemeClr val="lt1"/>
              </a:solidFill>
              <a:latin typeface="Montserrat Medium"/>
              <a:ea typeface="Montserrat Medium"/>
              <a:cs typeface="Montserrat Medium"/>
              <a:sym typeface="Montserrat Medium"/>
            </a:endParaRPr>
          </a:p>
        </p:txBody>
      </p:sp>
      <p:sp>
        <p:nvSpPr>
          <p:cNvPr id="1219" name="Google Shape;1219;p35"/>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CALENDRIER DU PROJET</a:t>
            </a:r>
            <a:endParaRPr/>
          </a:p>
        </p:txBody>
      </p:sp>
      <p:grpSp>
        <p:nvGrpSpPr>
          <p:cNvPr id="1220" name="Google Shape;1220;p35"/>
          <p:cNvGrpSpPr/>
          <p:nvPr/>
        </p:nvGrpSpPr>
        <p:grpSpPr>
          <a:xfrm>
            <a:off x="1611150" y="1050283"/>
            <a:ext cx="5921700" cy="192184"/>
            <a:chOff x="902597" y="1069304"/>
            <a:chExt cx="5921700" cy="192184"/>
          </a:xfrm>
        </p:grpSpPr>
        <p:grpSp>
          <p:nvGrpSpPr>
            <p:cNvPr id="1221" name="Google Shape;1221;p35"/>
            <p:cNvGrpSpPr/>
            <p:nvPr/>
          </p:nvGrpSpPr>
          <p:grpSpPr>
            <a:xfrm>
              <a:off x="902597" y="1069304"/>
              <a:ext cx="5864700" cy="192184"/>
              <a:chOff x="2335097" y="1069304"/>
              <a:chExt cx="5864700" cy="192184"/>
            </a:xfrm>
          </p:grpSpPr>
          <p:sp>
            <p:nvSpPr>
              <p:cNvPr id="1222" name="Google Shape;1222;p35"/>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23" name="Google Shape;1223;p35"/>
              <p:cNvCxnSpPr>
                <a:stCxn id="1224" idx="6"/>
                <a:endCxn id="1225"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225" name="Google Shape;1225;p35"/>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4" name="Google Shape;1224;p35"/>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 name="Google Shape;1226;p35"/>
          <p:cNvSpPr txBox="1"/>
          <p:nvPr/>
        </p:nvSpPr>
        <p:spPr>
          <a:xfrm>
            <a:off x="1094750"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Avril</a:t>
            </a:r>
            <a:endParaRPr sz="2000" b="1">
              <a:solidFill>
                <a:schemeClr val="lt1"/>
              </a:solidFill>
              <a:latin typeface="Montserrat"/>
              <a:ea typeface="Montserrat"/>
              <a:cs typeface="Montserrat"/>
              <a:sym typeface="Montserrat"/>
            </a:endParaRPr>
          </a:p>
        </p:txBody>
      </p:sp>
      <p:sp>
        <p:nvSpPr>
          <p:cNvPr id="1227" name="Google Shape;1227;p35"/>
          <p:cNvSpPr txBox="1"/>
          <p:nvPr/>
        </p:nvSpPr>
        <p:spPr>
          <a:xfrm>
            <a:off x="2491079"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Mai</a:t>
            </a:r>
            <a:endParaRPr sz="2000" b="1">
              <a:solidFill>
                <a:schemeClr val="lt1"/>
              </a:solidFill>
              <a:latin typeface="Montserrat"/>
              <a:ea typeface="Montserrat"/>
              <a:cs typeface="Montserrat"/>
              <a:sym typeface="Montserrat"/>
            </a:endParaRPr>
          </a:p>
        </p:txBody>
      </p:sp>
      <p:sp>
        <p:nvSpPr>
          <p:cNvPr id="1228" name="Google Shape;1228;p35"/>
          <p:cNvSpPr txBox="1"/>
          <p:nvPr/>
        </p:nvSpPr>
        <p:spPr>
          <a:xfrm>
            <a:off x="5283858"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Juillet</a:t>
            </a:r>
            <a:endParaRPr sz="2000" b="1">
              <a:solidFill>
                <a:schemeClr val="lt1"/>
              </a:solidFill>
              <a:latin typeface="Montserrat"/>
              <a:ea typeface="Montserrat"/>
              <a:cs typeface="Montserrat"/>
              <a:sym typeface="Montserrat"/>
            </a:endParaRPr>
          </a:p>
        </p:txBody>
      </p:sp>
      <p:sp>
        <p:nvSpPr>
          <p:cNvPr id="1229" name="Google Shape;1229;p35"/>
          <p:cNvSpPr txBox="1"/>
          <p:nvPr/>
        </p:nvSpPr>
        <p:spPr>
          <a:xfrm>
            <a:off x="6666558" y="1424600"/>
            <a:ext cx="1382700" cy="48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Août</a:t>
            </a:r>
            <a:endParaRPr sz="2000" b="1">
              <a:solidFill>
                <a:schemeClr val="lt1"/>
              </a:solidFill>
              <a:latin typeface="Montserrat"/>
              <a:ea typeface="Montserrat"/>
              <a:cs typeface="Montserrat"/>
              <a:sym typeface="Montserrat"/>
            </a:endParaRPr>
          </a:p>
        </p:txBody>
      </p:sp>
      <p:grpSp>
        <p:nvGrpSpPr>
          <p:cNvPr id="1230" name="Google Shape;1230;p35"/>
          <p:cNvGrpSpPr/>
          <p:nvPr/>
        </p:nvGrpSpPr>
        <p:grpSpPr>
          <a:xfrm>
            <a:off x="782838" y="4237143"/>
            <a:ext cx="960401" cy="721220"/>
            <a:chOff x="695513" y="4237143"/>
            <a:chExt cx="960401" cy="721220"/>
          </a:xfrm>
        </p:grpSpPr>
        <p:sp>
          <p:nvSpPr>
            <p:cNvPr id="1231" name="Google Shape;1231;p35"/>
            <p:cNvSpPr/>
            <p:nvPr/>
          </p:nvSpPr>
          <p:spPr>
            <a:xfrm>
              <a:off x="1175713" y="42371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35"/>
            <p:cNvSpPr/>
            <p:nvPr/>
          </p:nvSpPr>
          <p:spPr>
            <a:xfrm>
              <a:off x="695513" y="4478468"/>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3" name="Google Shape;1233;p35"/>
          <p:cNvSpPr txBox="1"/>
          <p:nvPr/>
        </p:nvSpPr>
        <p:spPr>
          <a:xfrm>
            <a:off x="1191023" y="3466660"/>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3</a:t>
            </a:r>
            <a:endParaRPr sz="1600">
              <a:solidFill>
                <a:schemeClr val="lt1"/>
              </a:solidFill>
              <a:latin typeface="Montserrat Medium"/>
              <a:ea typeface="Montserrat Medium"/>
              <a:cs typeface="Montserrat Medium"/>
              <a:sym typeface="Montserrat Medium"/>
            </a:endParaRPr>
          </a:p>
        </p:txBody>
      </p:sp>
      <p:sp>
        <p:nvSpPr>
          <p:cNvPr id="1234" name="Google Shape;1234;p35"/>
          <p:cNvSpPr/>
          <p:nvPr/>
        </p:nvSpPr>
        <p:spPr>
          <a:xfrm>
            <a:off x="5355045" y="3757036"/>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35" name="Google Shape;1235;p35"/>
          <p:cNvCxnSpPr>
            <a:stCxn id="1236" idx="6"/>
            <a:endCxn id="1234" idx="2"/>
          </p:cNvCxnSpPr>
          <p:nvPr/>
        </p:nvCxnSpPr>
        <p:spPr>
          <a:xfrm rot="10800000" flipH="1">
            <a:off x="1187670" y="3893855"/>
            <a:ext cx="4167300" cy="600"/>
          </a:xfrm>
          <a:prstGeom prst="straightConnector1">
            <a:avLst/>
          </a:prstGeom>
          <a:noFill/>
          <a:ln w="9525" cap="flat" cmpd="sng">
            <a:solidFill>
              <a:schemeClr val="lt1"/>
            </a:solidFill>
            <a:prstDash val="solid"/>
            <a:round/>
            <a:headEnd type="oval" w="med" len="med"/>
            <a:tailEnd type="oval" w="med" len="med"/>
          </a:ln>
        </p:spPr>
      </p:cxnSp>
      <p:sp>
        <p:nvSpPr>
          <p:cNvPr id="1236" name="Google Shape;1236;p35"/>
          <p:cNvSpPr/>
          <p:nvPr/>
        </p:nvSpPr>
        <p:spPr>
          <a:xfrm>
            <a:off x="914070" y="3757655"/>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35"/>
          <p:cNvSpPr txBox="1"/>
          <p:nvPr/>
        </p:nvSpPr>
        <p:spPr>
          <a:xfrm>
            <a:off x="2209190" y="3466660"/>
            <a:ext cx="31425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Saturne est gazeuse</a:t>
            </a:r>
            <a:endParaRPr sz="1600">
              <a:solidFill>
                <a:schemeClr val="lt1"/>
              </a:solidFill>
              <a:latin typeface="Montserrat Medium"/>
              <a:ea typeface="Montserrat Medium"/>
              <a:cs typeface="Montserrat Medium"/>
              <a:sym typeface="Montserrat Medium"/>
            </a:endParaRPr>
          </a:p>
        </p:txBody>
      </p:sp>
      <p:cxnSp>
        <p:nvCxnSpPr>
          <p:cNvPr id="1238" name="Google Shape;1238;p35"/>
          <p:cNvCxnSpPr>
            <a:stCxn id="1239" idx="6"/>
            <a:endCxn id="1240" idx="2"/>
          </p:cNvCxnSpPr>
          <p:nvPr/>
        </p:nvCxnSpPr>
        <p:spPr>
          <a:xfrm>
            <a:off x="3968420" y="4570450"/>
            <a:ext cx="2783100" cy="0"/>
          </a:xfrm>
          <a:prstGeom prst="straightConnector1">
            <a:avLst/>
          </a:prstGeom>
          <a:noFill/>
          <a:ln w="9525" cap="flat" cmpd="sng">
            <a:solidFill>
              <a:schemeClr val="lt1"/>
            </a:solidFill>
            <a:prstDash val="solid"/>
            <a:round/>
            <a:headEnd type="oval" w="med" len="med"/>
            <a:tailEnd type="oval" w="med" len="med"/>
          </a:ln>
        </p:spPr>
      </p:cxnSp>
      <p:sp>
        <p:nvSpPr>
          <p:cNvPr id="1239" name="Google Shape;1239;p35"/>
          <p:cNvSpPr/>
          <p:nvPr/>
        </p:nvSpPr>
        <p:spPr>
          <a:xfrm>
            <a:off x="3694820" y="4433650"/>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35"/>
          <p:cNvSpPr txBox="1"/>
          <p:nvPr/>
        </p:nvSpPr>
        <p:spPr>
          <a:xfrm>
            <a:off x="3887475" y="4142749"/>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4</a:t>
            </a:r>
            <a:endParaRPr sz="1600">
              <a:solidFill>
                <a:schemeClr val="lt1"/>
              </a:solidFill>
              <a:latin typeface="Montserrat Medium"/>
              <a:ea typeface="Montserrat Medium"/>
              <a:cs typeface="Montserrat Medium"/>
              <a:sym typeface="Montserrat Medium"/>
            </a:endParaRPr>
          </a:p>
        </p:txBody>
      </p:sp>
      <p:sp>
        <p:nvSpPr>
          <p:cNvPr id="1242" name="Google Shape;1242;p35"/>
          <p:cNvSpPr txBox="1"/>
          <p:nvPr/>
        </p:nvSpPr>
        <p:spPr>
          <a:xfrm>
            <a:off x="4906874" y="4142749"/>
            <a:ext cx="31425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Le Soleil est un étoile</a:t>
            </a:r>
            <a:endParaRPr sz="1600">
              <a:solidFill>
                <a:schemeClr val="lt1"/>
              </a:solidFill>
              <a:latin typeface="Montserrat Medium"/>
              <a:ea typeface="Montserrat Medium"/>
              <a:cs typeface="Montserrat Medium"/>
              <a:sym typeface="Montserrat Medium"/>
            </a:endParaRPr>
          </a:p>
        </p:txBody>
      </p:sp>
      <p:sp>
        <p:nvSpPr>
          <p:cNvPr id="1240" name="Google Shape;1240;p35"/>
          <p:cNvSpPr/>
          <p:nvPr/>
        </p:nvSpPr>
        <p:spPr>
          <a:xfrm>
            <a:off x="6751520" y="4433656"/>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35"/>
          <p:cNvSpPr txBox="1"/>
          <p:nvPr/>
        </p:nvSpPr>
        <p:spPr>
          <a:xfrm>
            <a:off x="1191023" y="2105262"/>
            <a:ext cx="10194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Tâche 1</a:t>
            </a:r>
            <a:endParaRPr sz="1600">
              <a:solidFill>
                <a:schemeClr val="lt1"/>
              </a:solidFill>
              <a:latin typeface="Montserrat Medium"/>
              <a:ea typeface="Montserrat Medium"/>
              <a:cs typeface="Montserrat Medium"/>
              <a:sym typeface="Montserrat Medium"/>
            </a:endParaRPr>
          </a:p>
        </p:txBody>
      </p:sp>
      <p:sp>
        <p:nvSpPr>
          <p:cNvPr id="1244" name="Google Shape;1244;p35"/>
          <p:cNvSpPr txBox="1"/>
          <p:nvPr/>
        </p:nvSpPr>
        <p:spPr>
          <a:xfrm>
            <a:off x="2209190" y="2105261"/>
            <a:ext cx="31425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Mercure est très petite</a:t>
            </a:r>
            <a:endParaRPr sz="1600">
              <a:solidFill>
                <a:schemeClr val="lt1"/>
              </a:solidFill>
              <a:latin typeface="Montserrat Medium"/>
              <a:ea typeface="Montserrat Medium"/>
              <a:cs typeface="Montserrat Medium"/>
              <a:sym typeface="Montserrat Medium"/>
            </a:endParaRPr>
          </a:p>
        </p:txBody>
      </p:sp>
      <p:cxnSp>
        <p:nvCxnSpPr>
          <p:cNvPr id="1245" name="Google Shape;1245;p35"/>
          <p:cNvCxnSpPr>
            <a:stCxn id="1246" idx="6"/>
            <a:endCxn id="1247" idx="2"/>
          </p:cNvCxnSpPr>
          <p:nvPr/>
        </p:nvCxnSpPr>
        <p:spPr>
          <a:xfrm>
            <a:off x="1187670" y="2532638"/>
            <a:ext cx="5569500" cy="0"/>
          </a:xfrm>
          <a:prstGeom prst="straightConnector1">
            <a:avLst/>
          </a:prstGeom>
          <a:noFill/>
          <a:ln w="9525" cap="flat" cmpd="sng">
            <a:solidFill>
              <a:schemeClr val="lt1"/>
            </a:solidFill>
            <a:prstDash val="solid"/>
            <a:round/>
            <a:headEnd type="oval" w="med" len="med"/>
            <a:tailEnd type="oval" w="med" len="med"/>
          </a:ln>
        </p:spPr>
      </p:cxnSp>
      <p:sp>
        <p:nvSpPr>
          <p:cNvPr id="1246" name="Google Shape;1246;p35"/>
          <p:cNvSpPr/>
          <p:nvPr/>
        </p:nvSpPr>
        <p:spPr>
          <a:xfrm>
            <a:off x="914070" y="2395838"/>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35"/>
          <p:cNvSpPr/>
          <p:nvPr/>
        </p:nvSpPr>
        <p:spPr>
          <a:xfrm>
            <a:off x="6757145" y="2395838"/>
            <a:ext cx="273600" cy="273600"/>
          </a:xfrm>
          <a:prstGeom prst="ellipse">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263"/>
        <p:cNvGrpSpPr/>
        <p:nvPr/>
      </p:nvGrpSpPr>
      <p:grpSpPr>
        <a:xfrm>
          <a:off x="0" y="0"/>
          <a:ext cx="0" cy="0"/>
          <a:chOff x="0" y="0"/>
          <a:chExt cx="0" cy="0"/>
        </a:xfrm>
      </p:grpSpPr>
      <p:sp>
        <p:nvSpPr>
          <p:cNvPr id="1264" name="Google Shape;1264;p37"/>
          <p:cNvSpPr txBox="1">
            <a:spLocks noGrp="1"/>
          </p:cNvSpPr>
          <p:nvPr>
            <p:ph type="body" idx="1"/>
          </p:nvPr>
        </p:nvSpPr>
        <p:spPr>
          <a:xfrm>
            <a:off x="1932150" y="1660875"/>
            <a:ext cx="5279700" cy="22392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Savez-vous ce qui vous aide à rendre votre point de vue très clair ?</a:t>
            </a:r>
            <a:endParaRPr/>
          </a:p>
          <a:p>
            <a:pPr marL="0" lvl="0" indent="0" algn="l" rtl="0">
              <a:spcBef>
                <a:spcPts val="1000"/>
              </a:spcBef>
              <a:spcAft>
                <a:spcPts val="0"/>
              </a:spcAft>
              <a:buNone/>
            </a:pPr>
            <a:r>
              <a:rPr lang="en"/>
              <a:t>Des listes comme celle-ci :</a:t>
            </a:r>
            <a:endParaRPr/>
          </a:p>
          <a:p>
            <a:pPr marL="457200" lvl="0" indent="-330200" algn="l" rtl="0">
              <a:spcBef>
                <a:spcPts val="0"/>
              </a:spcBef>
              <a:spcAft>
                <a:spcPts val="0"/>
              </a:spcAft>
              <a:buSzPts val="1600"/>
              <a:buChar char="●"/>
            </a:pPr>
            <a:r>
              <a:rPr lang="en"/>
              <a:t>Elles sont simples</a:t>
            </a:r>
            <a:endParaRPr/>
          </a:p>
          <a:p>
            <a:pPr marL="457200" lvl="0" indent="-330200" algn="l" rtl="0">
              <a:spcBef>
                <a:spcPts val="0"/>
              </a:spcBef>
              <a:spcAft>
                <a:spcPts val="0"/>
              </a:spcAft>
              <a:buSzPts val="1600"/>
              <a:buChar char="●"/>
            </a:pPr>
            <a:r>
              <a:rPr lang="en"/>
              <a:t>Vous pouvez organiser vos idées clairement</a:t>
            </a:r>
            <a:endParaRPr/>
          </a:p>
          <a:p>
            <a:pPr marL="457200" lvl="0" indent="-330200" algn="l" rtl="0">
              <a:spcBef>
                <a:spcPts val="0"/>
              </a:spcBef>
              <a:spcAft>
                <a:spcPts val="0"/>
              </a:spcAft>
              <a:buSzPts val="1600"/>
              <a:buChar char="●"/>
            </a:pPr>
            <a:r>
              <a:rPr lang="en"/>
              <a:t>Vous n’oublierez jamais d’acheter du lait !</a:t>
            </a:r>
            <a:endParaRPr/>
          </a:p>
          <a:p>
            <a:pPr marL="0" lvl="0" indent="0" algn="l" rtl="0">
              <a:spcBef>
                <a:spcPts val="1000"/>
              </a:spcBef>
              <a:spcAft>
                <a:spcPts val="0"/>
              </a:spcAft>
              <a:buNone/>
            </a:pPr>
            <a:r>
              <a:rPr lang="en"/>
              <a:t>Et le plus important : le public ne manquera pas le but de votre présentation</a:t>
            </a:r>
            <a:endParaRPr/>
          </a:p>
        </p:txBody>
      </p:sp>
      <p:sp>
        <p:nvSpPr>
          <p:cNvPr id="1265" name="Google Shape;1265;p37"/>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POINTS CLÉS</a:t>
            </a:r>
            <a:endParaRPr/>
          </a:p>
        </p:txBody>
      </p:sp>
      <p:grpSp>
        <p:nvGrpSpPr>
          <p:cNvPr id="1266" name="Google Shape;1266;p37"/>
          <p:cNvGrpSpPr/>
          <p:nvPr/>
        </p:nvGrpSpPr>
        <p:grpSpPr>
          <a:xfrm>
            <a:off x="708769" y="229268"/>
            <a:ext cx="1019565" cy="1290805"/>
            <a:chOff x="-4017975" y="-49702"/>
            <a:chExt cx="1162825" cy="1472177"/>
          </a:xfrm>
        </p:grpSpPr>
        <p:sp>
          <p:nvSpPr>
            <p:cNvPr id="1267" name="Google Shape;1267;p37"/>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37"/>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37"/>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37"/>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37"/>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37"/>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37"/>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 name="Google Shape;1274;p37"/>
          <p:cNvGrpSpPr/>
          <p:nvPr/>
        </p:nvGrpSpPr>
        <p:grpSpPr>
          <a:xfrm>
            <a:off x="6056447" y="3828300"/>
            <a:ext cx="1929500" cy="2210100"/>
            <a:chOff x="295725" y="-3462825"/>
            <a:chExt cx="1929500" cy="2210100"/>
          </a:xfrm>
        </p:grpSpPr>
        <p:sp>
          <p:nvSpPr>
            <p:cNvPr id="1275" name="Google Shape;1275;p37"/>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37"/>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37"/>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37"/>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37"/>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37"/>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37"/>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37"/>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37"/>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37"/>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37"/>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37"/>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37"/>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37"/>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37"/>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37"/>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37"/>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37"/>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37"/>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37"/>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37"/>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37"/>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37"/>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37"/>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37"/>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 name="Google Shape;1300;p37"/>
          <p:cNvGrpSpPr/>
          <p:nvPr/>
        </p:nvGrpSpPr>
        <p:grpSpPr>
          <a:xfrm>
            <a:off x="7840825" y="1807363"/>
            <a:ext cx="1040638" cy="901375"/>
            <a:chOff x="8457538" y="810363"/>
            <a:chExt cx="1040638" cy="901375"/>
          </a:xfrm>
        </p:grpSpPr>
        <p:grpSp>
          <p:nvGrpSpPr>
            <p:cNvPr id="1301" name="Google Shape;1301;p37"/>
            <p:cNvGrpSpPr/>
            <p:nvPr/>
          </p:nvGrpSpPr>
          <p:grpSpPr>
            <a:xfrm>
              <a:off x="8781450" y="810363"/>
              <a:ext cx="716725" cy="901375"/>
              <a:chOff x="-3888525" y="-2483300"/>
              <a:chExt cx="716725" cy="901375"/>
            </a:xfrm>
          </p:grpSpPr>
          <p:sp>
            <p:nvSpPr>
              <p:cNvPr id="1302" name="Google Shape;1302;p37"/>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37"/>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 name="Google Shape;1304;p37"/>
            <p:cNvGrpSpPr/>
            <p:nvPr/>
          </p:nvGrpSpPr>
          <p:grpSpPr>
            <a:xfrm>
              <a:off x="8457538" y="1331488"/>
              <a:ext cx="323925" cy="323650"/>
              <a:chOff x="1608625" y="299800"/>
              <a:chExt cx="323925" cy="323650"/>
            </a:xfrm>
          </p:grpSpPr>
          <p:sp>
            <p:nvSpPr>
              <p:cNvPr id="1305" name="Google Shape;1305;p37"/>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37"/>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37"/>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08" name="Google Shape;1308;p37"/>
          <p:cNvGrpSpPr/>
          <p:nvPr/>
        </p:nvGrpSpPr>
        <p:grpSpPr>
          <a:xfrm>
            <a:off x="2868450" y="1050283"/>
            <a:ext cx="3407100" cy="192184"/>
            <a:chOff x="1512197" y="1069304"/>
            <a:chExt cx="3407100" cy="192184"/>
          </a:xfrm>
        </p:grpSpPr>
        <p:grpSp>
          <p:nvGrpSpPr>
            <p:cNvPr id="1309" name="Google Shape;1309;p37"/>
            <p:cNvGrpSpPr/>
            <p:nvPr/>
          </p:nvGrpSpPr>
          <p:grpSpPr>
            <a:xfrm>
              <a:off x="1512197" y="1069304"/>
              <a:ext cx="3350100" cy="192184"/>
              <a:chOff x="2944697" y="1069304"/>
              <a:chExt cx="3350100" cy="192184"/>
            </a:xfrm>
          </p:grpSpPr>
          <p:sp>
            <p:nvSpPr>
              <p:cNvPr id="1310" name="Google Shape;1310;p37"/>
              <p:cNvSpPr/>
              <p:nvPr/>
            </p:nvSpPr>
            <p:spPr>
              <a:xfrm rot="-2700000" flipH="1">
                <a:off x="5498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11" name="Google Shape;1311;p37"/>
              <p:cNvCxnSpPr>
                <a:stCxn id="1312" idx="6"/>
                <a:endCxn id="1313" idx="2"/>
              </p:cNvCxnSpPr>
              <p:nvPr/>
            </p:nvCxnSpPr>
            <p:spPr>
              <a:xfrm rot="10800000">
                <a:off x="3001697" y="1164492"/>
                <a:ext cx="3293100" cy="900"/>
              </a:xfrm>
              <a:prstGeom prst="straightConnector1">
                <a:avLst/>
              </a:prstGeom>
              <a:noFill/>
              <a:ln w="9525" cap="flat" cmpd="sng">
                <a:solidFill>
                  <a:schemeClr val="lt1"/>
                </a:solidFill>
                <a:prstDash val="solid"/>
                <a:round/>
                <a:headEnd type="none" w="med" len="med"/>
                <a:tailEnd type="none" w="med" len="med"/>
              </a:ln>
            </p:spPr>
          </p:cxnSp>
          <p:sp>
            <p:nvSpPr>
              <p:cNvPr id="1313" name="Google Shape;1313;p37"/>
              <p:cNvSpPr/>
              <p:nvPr/>
            </p:nvSpPr>
            <p:spPr>
              <a:xfrm flipH="1">
                <a:off x="29446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2" name="Google Shape;1312;p37"/>
            <p:cNvSpPr/>
            <p:nvPr/>
          </p:nvSpPr>
          <p:spPr>
            <a:xfrm flipH="1">
              <a:off x="4862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317"/>
        <p:cNvGrpSpPr/>
        <p:nvPr/>
      </p:nvGrpSpPr>
      <p:grpSpPr>
        <a:xfrm>
          <a:off x="0" y="0"/>
          <a:ext cx="0" cy="0"/>
          <a:chOff x="0" y="0"/>
          <a:chExt cx="0" cy="0"/>
        </a:xfrm>
      </p:grpSpPr>
      <p:sp>
        <p:nvSpPr>
          <p:cNvPr id="1318" name="Google Shape;1318;p38"/>
          <p:cNvSpPr txBox="1">
            <a:spLocks noGrp="1"/>
          </p:cNvSpPr>
          <p:nvPr>
            <p:ph type="title"/>
          </p:nvPr>
        </p:nvSpPr>
        <p:spPr>
          <a:xfrm>
            <a:off x="1267387" y="1365025"/>
            <a:ext cx="6609300" cy="14079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150 000</a:t>
            </a:r>
            <a:endParaRPr/>
          </a:p>
        </p:txBody>
      </p:sp>
      <p:sp>
        <p:nvSpPr>
          <p:cNvPr id="1319" name="Google Shape;1319;p38"/>
          <p:cNvSpPr txBox="1">
            <a:spLocks noGrp="1"/>
          </p:cNvSpPr>
          <p:nvPr>
            <p:ph type="subTitle" idx="1"/>
          </p:nvPr>
        </p:nvSpPr>
        <p:spPr>
          <a:xfrm>
            <a:off x="1267375" y="3255875"/>
            <a:ext cx="6609300" cy="5226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Les grands chiffres attirent l'attention de votre public</a:t>
            </a:r>
            <a:endParaRPr/>
          </a:p>
        </p:txBody>
      </p:sp>
      <p:grpSp>
        <p:nvGrpSpPr>
          <p:cNvPr id="1320" name="Google Shape;1320;p38"/>
          <p:cNvGrpSpPr/>
          <p:nvPr/>
        </p:nvGrpSpPr>
        <p:grpSpPr>
          <a:xfrm>
            <a:off x="2299597" y="2830641"/>
            <a:ext cx="4544800" cy="192185"/>
            <a:chOff x="4102872" y="2177404"/>
            <a:chExt cx="4544800" cy="192185"/>
          </a:xfrm>
        </p:grpSpPr>
        <p:sp>
          <p:nvSpPr>
            <p:cNvPr id="1321" name="Google Shape;1321;p38"/>
            <p:cNvSpPr/>
            <p:nvPr/>
          </p:nvSpPr>
          <p:spPr>
            <a:xfrm rot="-2700000" flipH="1">
              <a:off x="7327140" y="22056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22" name="Google Shape;1322;p38"/>
            <p:cNvCxnSpPr>
              <a:stCxn id="1323" idx="6"/>
              <a:endCxn id="1324" idx="2"/>
            </p:cNvCxnSpPr>
            <p:nvPr/>
          </p:nvCxnSpPr>
          <p:spPr>
            <a:xfrm rot="10800000">
              <a:off x="4159972" y="2272517"/>
              <a:ext cx="4430700" cy="0"/>
            </a:xfrm>
            <a:prstGeom prst="straightConnector1">
              <a:avLst/>
            </a:prstGeom>
            <a:noFill/>
            <a:ln w="9525" cap="flat" cmpd="sng">
              <a:solidFill>
                <a:schemeClr val="lt1"/>
              </a:solidFill>
              <a:prstDash val="solid"/>
              <a:round/>
              <a:headEnd type="none" w="med" len="med"/>
              <a:tailEnd type="none" w="med" len="med"/>
            </a:ln>
          </p:spPr>
        </p:cxnSp>
        <p:sp>
          <p:nvSpPr>
            <p:cNvPr id="1324" name="Google Shape;1324;p38"/>
            <p:cNvSpPr/>
            <p:nvPr/>
          </p:nvSpPr>
          <p:spPr>
            <a:xfrm flipH="1">
              <a:off x="41028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38"/>
            <p:cNvSpPr/>
            <p:nvPr/>
          </p:nvSpPr>
          <p:spPr>
            <a:xfrm flipH="1">
              <a:off x="8590672" y="22440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 name="Google Shape;1325;p38"/>
          <p:cNvGrpSpPr/>
          <p:nvPr/>
        </p:nvGrpSpPr>
        <p:grpSpPr>
          <a:xfrm>
            <a:off x="3409172" y="556238"/>
            <a:ext cx="873188" cy="546900"/>
            <a:chOff x="1115510" y="4327288"/>
            <a:chExt cx="873188" cy="546900"/>
          </a:xfrm>
        </p:grpSpPr>
        <p:sp>
          <p:nvSpPr>
            <p:cNvPr id="1326" name="Google Shape;1326;p38"/>
            <p:cNvSpPr/>
            <p:nvPr/>
          </p:nvSpPr>
          <p:spPr>
            <a:xfrm flipH="1">
              <a:off x="1115510" y="4327288"/>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7" name="Google Shape;1327;p38"/>
            <p:cNvGrpSpPr/>
            <p:nvPr/>
          </p:nvGrpSpPr>
          <p:grpSpPr>
            <a:xfrm flipH="1">
              <a:off x="1664772" y="4493938"/>
              <a:ext cx="323925" cy="323650"/>
              <a:chOff x="1608625" y="299800"/>
              <a:chExt cx="323925" cy="323650"/>
            </a:xfrm>
          </p:grpSpPr>
          <p:sp>
            <p:nvSpPr>
              <p:cNvPr id="1328" name="Google Shape;1328;p38"/>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38"/>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38"/>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31" name="Google Shape;1331;p38"/>
          <p:cNvGrpSpPr/>
          <p:nvPr/>
        </p:nvGrpSpPr>
        <p:grpSpPr>
          <a:xfrm flipH="1">
            <a:off x="8501831" y="1965068"/>
            <a:ext cx="1019565" cy="1290805"/>
            <a:chOff x="-4017975" y="-49702"/>
            <a:chExt cx="1162825" cy="1472177"/>
          </a:xfrm>
        </p:grpSpPr>
        <p:sp>
          <p:nvSpPr>
            <p:cNvPr id="1332" name="Google Shape;1332;p38"/>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38"/>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38"/>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38"/>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38"/>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38"/>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38"/>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372"/>
        <p:cNvGrpSpPr/>
        <p:nvPr/>
      </p:nvGrpSpPr>
      <p:grpSpPr>
        <a:xfrm>
          <a:off x="0" y="0"/>
          <a:ext cx="0" cy="0"/>
          <a:chOff x="0" y="0"/>
          <a:chExt cx="0" cy="0"/>
        </a:xfrm>
      </p:grpSpPr>
      <p:sp>
        <p:nvSpPr>
          <p:cNvPr id="1373" name="Google Shape;1373;p40"/>
          <p:cNvSpPr txBox="1">
            <a:spLocks noGrp="1"/>
          </p:cNvSpPr>
          <p:nvPr>
            <p:ph type="title"/>
          </p:nvPr>
        </p:nvSpPr>
        <p:spPr>
          <a:xfrm>
            <a:off x="1388100" y="556250"/>
            <a:ext cx="5904000" cy="40311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a:t>Mots </a:t>
            </a:r>
            <a:r>
              <a:rPr lang="en" b="0">
                <a:latin typeface="Montserrat Medium"/>
                <a:ea typeface="Montserrat Medium"/>
                <a:cs typeface="Montserrat Medium"/>
                <a:sym typeface="Montserrat Medium"/>
              </a:rPr>
              <a:t>Géniaux</a:t>
            </a:r>
            <a:endParaRPr b="0">
              <a:latin typeface="Montserrat Medium"/>
              <a:ea typeface="Montserrat Medium"/>
              <a:cs typeface="Montserrat Medium"/>
              <a:sym typeface="Montserrat Medium"/>
            </a:endParaRPr>
          </a:p>
        </p:txBody>
      </p:sp>
      <p:grpSp>
        <p:nvGrpSpPr>
          <p:cNvPr id="1374" name="Google Shape;1374;p40"/>
          <p:cNvGrpSpPr/>
          <p:nvPr/>
        </p:nvGrpSpPr>
        <p:grpSpPr>
          <a:xfrm flipH="1">
            <a:off x="378472" y="3923488"/>
            <a:ext cx="1929500" cy="2210100"/>
            <a:chOff x="295725" y="-3462825"/>
            <a:chExt cx="1929500" cy="2210100"/>
          </a:xfrm>
        </p:grpSpPr>
        <p:sp>
          <p:nvSpPr>
            <p:cNvPr id="1375" name="Google Shape;1375;p40"/>
            <p:cNvSpPr/>
            <p:nvPr/>
          </p:nvSpPr>
          <p:spPr>
            <a:xfrm>
              <a:off x="1089425" y="-3462825"/>
              <a:ext cx="700025" cy="959400"/>
            </a:xfrm>
            <a:custGeom>
              <a:avLst/>
              <a:gdLst/>
              <a:ahLst/>
              <a:cxnLst/>
              <a:rect l="l" t="t" r="r" b="b"/>
              <a:pathLst>
                <a:path w="28001" h="38376" extrusionOk="0">
                  <a:moveTo>
                    <a:pt x="27849" y="1"/>
                  </a:moveTo>
                  <a:cubicBezTo>
                    <a:pt x="27816" y="1"/>
                    <a:pt x="27782" y="15"/>
                    <a:pt x="27755" y="43"/>
                  </a:cubicBezTo>
                  <a:lnTo>
                    <a:pt x="10736" y="17061"/>
                  </a:lnTo>
                  <a:cubicBezTo>
                    <a:pt x="10703" y="17083"/>
                    <a:pt x="10692" y="17117"/>
                    <a:pt x="10692" y="17161"/>
                  </a:cubicBezTo>
                  <a:lnTo>
                    <a:pt x="10692" y="27495"/>
                  </a:lnTo>
                  <a:lnTo>
                    <a:pt x="57" y="38130"/>
                  </a:lnTo>
                  <a:cubicBezTo>
                    <a:pt x="1" y="38186"/>
                    <a:pt x="1" y="38275"/>
                    <a:pt x="57" y="38331"/>
                  </a:cubicBezTo>
                  <a:cubicBezTo>
                    <a:pt x="79" y="38353"/>
                    <a:pt x="124" y="38375"/>
                    <a:pt x="157" y="38375"/>
                  </a:cubicBezTo>
                  <a:cubicBezTo>
                    <a:pt x="191" y="38375"/>
                    <a:pt x="235" y="38353"/>
                    <a:pt x="258" y="38331"/>
                  </a:cubicBezTo>
                  <a:lnTo>
                    <a:pt x="10937" y="27651"/>
                  </a:lnTo>
                  <a:cubicBezTo>
                    <a:pt x="10960" y="27629"/>
                    <a:pt x="10971" y="27595"/>
                    <a:pt x="10971" y="27551"/>
                  </a:cubicBezTo>
                  <a:lnTo>
                    <a:pt x="10971" y="17206"/>
                  </a:lnTo>
                  <a:lnTo>
                    <a:pt x="27944" y="232"/>
                  </a:lnTo>
                  <a:cubicBezTo>
                    <a:pt x="28000" y="188"/>
                    <a:pt x="28000" y="98"/>
                    <a:pt x="27944" y="43"/>
                  </a:cubicBezTo>
                  <a:cubicBezTo>
                    <a:pt x="27916" y="15"/>
                    <a:pt x="27883" y="1"/>
                    <a:pt x="278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40"/>
            <p:cNvSpPr/>
            <p:nvPr/>
          </p:nvSpPr>
          <p:spPr>
            <a:xfrm>
              <a:off x="1064875" y="-2535525"/>
              <a:ext cx="56950" cy="56925"/>
            </a:xfrm>
            <a:custGeom>
              <a:avLst/>
              <a:gdLst/>
              <a:ahLst/>
              <a:cxnLst/>
              <a:rect l="l" t="t" r="r" b="b"/>
              <a:pathLst>
                <a:path w="2278" h="2277" extrusionOk="0">
                  <a:moveTo>
                    <a:pt x="1139" y="0"/>
                  </a:moveTo>
                  <a:cubicBezTo>
                    <a:pt x="514" y="0"/>
                    <a:pt x="1" y="513"/>
                    <a:pt x="1" y="1138"/>
                  </a:cubicBezTo>
                  <a:cubicBezTo>
                    <a:pt x="1" y="1763"/>
                    <a:pt x="514" y="2277"/>
                    <a:pt x="1139" y="2277"/>
                  </a:cubicBezTo>
                  <a:cubicBezTo>
                    <a:pt x="1764" y="2277"/>
                    <a:pt x="2277" y="1763"/>
                    <a:pt x="2277" y="1138"/>
                  </a:cubicBezTo>
                  <a:cubicBezTo>
                    <a:pt x="2277" y="513"/>
                    <a:pt x="1764"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40"/>
            <p:cNvSpPr/>
            <p:nvPr/>
          </p:nvSpPr>
          <p:spPr>
            <a:xfrm>
              <a:off x="1212200" y="-2944175"/>
              <a:ext cx="869900" cy="1026350"/>
            </a:xfrm>
            <a:custGeom>
              <a:avLst/>
              <a:gdLst/>
              <a:ahLst/>
              <a:cxnLst/>
              <a:rect l="l" t="t" r="r" b="b"/>
              <a:pathLst>
                <a:path w="34796" h="41054" extrusionOk="0">
                  <a:moveTo>
                    <a:pt x="34639" y="0"/>
                  </a:moveTo>
                  <a:cubicBezTo>
                    <a:pt x="34603" y="0"/>
                    <a:pt x="34567" y="14"/>
                    <a:pt x="34539" y="42"/>
                  </a:cubicBezTo>
                  <a:lnTo>
                    <a:pt x="6026" y="28555"/>
                  </a:lnTo>
                  <a:cubicBezTo>
                    <a:pt x="6004" y="28577"/>
                    <a:pt x="5993" y="28610"/>
                    <a:pt x="5993" y="28655"/>
                  </a:cubicBezTo>
                  <a:lnTo>
                    <a:pt x="5993" y="34915"/>
                  </a:lnTo>
                  <a:lnTo>
                    <a:pt x="89" y="40808"/>
                  </a:lnTo>
                  <a:cubicBezTo>
                    <a:pt x="0" y="40897"/>
                    <a:pt x="56" y="41042"/>
                    <a:pt x="190" y="41053"/>
                  </a:cubicBezTo>
                  <a:cubicBezTo>
                    <a:pt x="223" y="41053"/>
                    <a:pt x="257" y="41042"/>
                    <a:pt x="290" y="41008"/>
                  </a:cubicBezTo>
                  <a:lnTo>
                    <a:pt x="6227" y="35072"/>
                  </a:lnTo>
                  <a:cubicBezTo>
                    <a:pt x="6249" y="35049"/>
                    <a:pt x="6272" y="35016"/>
                    <a:pt x="6272" y="34971"/>
                  </a:cubicBezTo>
                  <a:lnTo>
                    <a:pt x="6272" y="28711"/>
                  </a:lnTo>
                  <a:lnTo>
                    <a:pt x="34740" y="232"/>
                  </a:lnTo>
                  <a:cubicBezTo>
                    <a:pt x="34795" y="176"/>
                    <a:pt x="34795" y="87"/>
                    <a:pt x="34740" y="42"/>
                  </a:cubicBezTo>
                  <a:cubicBezTo>
                    <a:pt x="34712" y="14"/>
                    <a:pt x="34675" y="0"/>
                    <a:pt x="346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40"/>
            <p:cNvSpPr/>
            <p:nvPr/>
          </p:nvSpPr>
          <p:spPr>
            <a:xfrm>
              <a:off x="1577675" y="-2592175"/>
              <a:ext cx="155125" cy="154875"/>
            </a:xfrm>
            <a:custGeom>
              <a:avLst/>
              <a:gdLst/>
              <a:ahLst/>
              <a:cxnLst/>
              <a:rect l="l" t="t" r="r" b="b"/>
              <a:pathLst>
                <a:path w="6205" h="6195" extrusionOk="0">
                  <a:moveTo>
                    <a:pt x="6160" y="1"/>
                  </a:moveTo>
                  <a:lnTo>
                    <a:pt x="0" y="6150"/>
                  </a:lnTo>
                  <a:lnTo>
                    <a:pt x="1395" y="6194"/>
                  </a:lnTo>
                  <a:lnTo>
                    <a:pt x="6205" y="1384"/>
                  </a:lnTo>
                  <a:lnTo>
                    <a:pt x="616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40"/>
            <p:cNvSpPr/>
            <p:nvPr/>
          </p:nvSpPr>
          <p:spPr>
            <a:xfrm>
              <a:off x="1188475" y="-1949950"/>
              <a:ext cx="56950" cy="56950"/>
            </a:xfrm>
            <a:custGeom>
              <a:avLst/>
              <a:gdLst/>
              <a:ahLst/>
              <a:cxnLst/>
              <a:rect l="l" t="t" r="r" b="b"/>
              <a:pathLst>
                <a:path w="2278" h="2278" extrusionOk="0">
                  <a:moveTo>
                    <a:pt x="1139" y="1"/>
                  </a:moveTo>
                  <a:cubicBezTo>
                    <a:pt x="503" y="1"/>
                    <a:pt x="1" y="514"/>
                    <a:pt x="1" y="1139"/>
                  </a:cubicBezTo>
                  <a:cubicBezTo>
                    <a:pt x="1" y="1775"/>
                    <a:pt x="503" y="2277"/>
                    <a:pt x="1139" y="2277"/>
                  </a:cubicBezTo>
                  <a:cubicBezTo>
                    <a:pt x="1764" y="2277"/>
                    <a:pt x="2277" y="1775"/>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40"/>
            <p:cNvSpPr/>
            <p:nvPr/>
          </p:nvSpPr>
          <p:spPr>
            <a:xfrm>
              <a:off x="2043025" y="-3122375"/>
              <a:ext cx="38525" cy="38650"/>
            </a:xfrm>
            <a:custGeom>
              <a:avLst/>
              <a:gdLst/>
              <a:ahLst/>
              <a:cxnLst/>
              <a:rect l="l" t="t" r="r" b="b"/>
              <a:pathLst>
                <a:path w="1541" h="1546" extrusionOk="0">
                  <a:moveTo>
                    <a:pt x="768" y="1"/>
                  </a:moveTo>
                  <a:cubicBezTo>
                    <a:pt x="525" y="1"/>
                    <a:pt x="283" y="117"/>
                    <a:pt x="134" y="340"/>
                  </a:cubicBezTo>
                  <a:cubicBezTo>
                    <a:pt x="100" y="385"/>
                    <a:pt x="78" y="441"/>
                    <a:pt x="56" y="486"/>
                  </a:cubicBezTo>
                  <a:cubicBezTo>
                    <a:pt x="45" y="530"/>
                    <a:pt x="22" y="575"/>
                    <a:pt x="11" y="619"/>
                  </a:cubicBezTo>
                  <a:cubicBezTo>
                    <a:pt x="11" y="675"/>
                    <a:pt x="0" y="720"/>
                    <a:pt x="0" y="776"/>
                  </a:cubicBezTo>
                  <a:cubicBezTo>
                    <a:pt x="0" y="1200"/>
                    <a:pt x="346" y="1546"/>
                    <a:pt x="770" y="1546"/>
                  </a:cubicBezTo>
                  <a:cubicBezTo>
                    <a:pt x="1194" y="1546"/>
                    <a:pt x="1540" y="1200"/>
                    <a:pt x="1540" y="776"/>
                  </a:cubicBezTo>
                  <a:cubicBezTo>
                    <a:pt x="1540" y="720"/>
                    <a:pt x="1529" y="675"/>
                    <a:pt x="1518" y="619"/>
                  </a:cubicBezTo>
                  <a:cubicBezTo>
                    <a:pt x="1507" y="575"/>
                    <a:pt x="1495" y="530"/>
                    <a:pt x="1473" y="486"/>
                  </a:cubicBezTo>
                  <a:cubicBezTo>
                    <a:pt x="1462" y="441"/>
                    <a:pt x="1440" y="385"/>
                    <a:pt x="1406" y="340"/>
                  </a:cubicBezTo>
                  <a:cubicBezTo>
                    <a:pt x="1384" y="307"/>
                    <a:pt x="1350" y="262"/>
                    <a:pt x="1306" y="229"/>
                  </a:cubicBezTo>
                  <a:cubicBezTo>
                    <a:pt x="1157" y="75"/>
                    <a:pt x="962" y="1"/>
                    <a:pt x="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40"/>
            <p:cNvSpPr/>
            <p:nvPr/>
          </p:nvSpPr>
          <p:spPr>
            <a:xfrm>
              <a:off x="1472200" y="-3028150"/>
              <a:ext cx="522225" cy="509375"/>
            </a:xfrm>
            <a:custGeom>
              <a:avLst/>
              <a:gdLst/>
              <a:ahLst/>
              <a:cxnLst/>
              <a:rect l="l" t="t" r="r" b="b"/>
              <a:pathLst>
                <a:path w="20889" h="20375" extrusionOk="0">
                  <a:moveTo>
                    <a:pt x="19848" y="0"/>
                  </a:moveTo>
                  <a:cubicBezTo>
                    <a:pt x="19750" y="0"/>
                    <a:pt x="19647" y="20"/>
                    <a:pt x="19541" y="64"/>
                  </a:cubicBezTo>
                  <a:cubicBezTo>
                    <a:pt x="18760" y="388"/>
                    <a:pt x="18994" y="1537"/>
                    <a:pt x="19842" y="1537"/>
                  </a:cubicBezTo>
                  <a:cubicBezTo>
                    <a:pt x="20043" y="1537"/>
                    <a:pt x="20233" y="1459"/>
                    <a:pt x="20378" y="1314"/>
                  </a:cubicBezTo>
                  <a:cubicBezTo>
                    <a:pt x="20888" y="794"/>
                    <a:pt x="20468" y="0"/>
                    <a:pt x="19848" y="0"/>
                  </a:cubicBezTo>
                  <a:close/>
                  <a:moveTo>
                    <a:pt x="16078" y="3761"/>
                  </a:moveTo>
                  <a:cubicBezTo>
                    <a:pt x="15972" y="3761"/>
                    <a:pt x="15860" y="3784"/>
                    <a:pt x="15747" y="3836"/>
                  </a:cubicBezTo>
                  <a:cubicBezTo>
                    <a:pt x="14999" y="4182"/>
                    <a:pt x="15245" y="5309"/>
                    <a:pt x="16070" y="5309"/>
                  </a:cubicBezTo>
                  <a:cubicBezTo>
                    <a:pt x="16294" y="5309"/>
                    <a:pt x="16506" y="5209"/>
                    <a:pt x="16651" y="5030"/>
                  </a:cubicBezTo>
                  <a:cubicBezTo>
                    <a:pt x="17105" y="4500"/>
                    <a:pt x="16676" y="3761"/>
                    <a:pt x="16078" y="3761"/>
                  </a:cubicBezTo>
                  <a:close/>
                  <a:moveTo>
                    <a:pt x="12319" y="7533"/>
                  </a:moveTo>
                  <a:cubicBezTo>
                    <a:pt x="12220" y="7533"/>
                    <a:pt x="12115" y="7553"/>
                    <a:pt x="12008" y="7597"/>
                  </a:cubicBezTo>
                  <a:cubicBezTo>
                    <a:pt x="11238" y="7921"/>
                    <a:pt x="11462" y="9070"/>
                    <a:pt x="12310" y="9070"/>
                  </a:cubicBezTo>
                  <a:cubicBezTo>
                    <a:pt x="12511" y="9070"/>
                    <a:pt x="12700" y="8992"/>
                    <a:pt x="12845" y="8847"/>
                  </a:cubicBezTo>
                  <a:cubicBezTo>
                    <a:pt x="13356" y="8327"/>
                    <a:pt x="12944" y="7533"/>
                    <a:pt x="12319" y="7533"/>
                  </a:cubicBezTo>
                  <a:close/>
                  <a:moveTo>
                    <a:pt x="8545" y="11293"/>
                  </a:moveTo>
                  <a:cubicBezTo>
                    <a:pt x="8439" y="11293"/>
                    <a:pt x="8327" y="11317"/>
                    <a:pt x="8214" y="11369"/>
                  </a:cubicBezTo>
                  <a:cubicBezTo>
                    <a:pt x="7466" y="11715"/>
                    <a:pt x="7712" y="12842"/>
                    <a:pt x="8538" y="12842"/>
                  </a:cubicBezTo>
                  <a:cubicBezTo>
                    <a:pt x="8761" y="12842"/>
                    <a:pt x="8973" y="12742"/>
                    <a:pt x="9118" y="12563"/>
                  </a:cubicBezTo>
                  <a:cubicBezTo>
                    <a:pt x="9573" y="12033"/>
                    <a:pt x="9143" y="11293"/>
                    <a:pt x="8545" y="11293"/>
                  </a:cubicBezTo>
                  <a:close/>
                  <a:moveTo>
                    <a:pt x="4784" y="15066"/>
                  </a:moveTo>
                  <a:cubicBezTo>
                    <a:pt x="4686" y="15066"/>
                    <a:pt x="4582" y="15086"/>
                    <a:pt x="4476" y="15130"/>
                  </a:cubicBezTo>
                  <a:cubicBezTo>
                    <a:pt x="3706" y="15442"/>
                    <a:pt x="3929" y="16603"/>
                    <a:pt x="4777" y="16603"/>
                  </a:cubicBezTo>
                  <a:cubicBezTo>
                    <a:pt x="4978" y="16603"/>
                    <a:pt x="5168" y="16525"/>
                    <a:pt x="5313" y="16380"/>
                  </a:cubicBezTo>
                  <a:cubicBezTo>
                    <a:pt x="5824" y="15868"/>
                    <a:pt x="5410" y="15066"/>
                    <a:pt x="4784" y="15066"/>
                  </a:cubicBezTo>
                  <a:close/>
                  <a:moveTo>
                    <a:pt x="991" y="18820"/>
                  </a:moveTo>
                  <a:cubicBezTo>
                    <a:pt x="795" y="18820"/>
                    <a:pt x="593" y="18903"/>
                    <a:pt x="425" y="19102"/>
                  </a:cubicBezTo>
                  <a:cubicBezTo>
                    <a:pt x="1" y="19605"/>
                    <a:pt x="347" y="20363"/>
                    <a:pt x="1005" y="20375"/>
                  </a:cubicBezTo>
                  <a:cubicBezTo>
                    <a:pt x="1228" y="20375"/>
                    <a:pt x="1440" y="20274"/>
                    <a:pt x="1585" y="20096"/>
                  </a:cubicBezTo>
                  <a:cubicBezTo>
                    <a:pt x="2084" y="19523"/>
                    <a:pt x="1562" y="18820"/>
                    <a:pt x="991" y="1882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40"/>
            <p:cNvSpPr/>
            <p:nvPr/>
          </p:nvSpPr>
          <p:spPr>
            <a:xfrm>
              <a:off x="1384050" y="-2463000"/>
              <a:ext cx="38250" cy="38250"/>
            </a:xfrm>
            <a:custGeom>
              <a:avLst/>
              <a:gdLst/>
              <a:ahLst/>
              <a:cxnLst/>
              <a:rect l="l" t="t" r="r" b="b"/>
              <a:pathLst>
                <a:path w="1530" h="1530" extrusionOk="0">
                  <a:moveTo>
                    <a:pt x="770" y="1"/>
                  </a:moveTo>
                  <a:cubicBezTo>
                    <a:pt x="346" y="1"/>
                    <a:pt x="0" y="335"/>
                    <a:pt x="0" y="759"/>
                  </a:cubicBezTo>
                  <a:cubicBezTo>
                    <a:pt x="0" y="1183"/>
                    <a:pt x="346" y="1529"/>
                    <a:pt x="770" y="1529"/>
                  </a:cubicBezTo>
                  <a:cubicBezTo>
                    <a:pt x="971" y="1529"/>
                    <a:pt x="1161" y="1451"/>
                    <a:pt x="1306" y="1306"/>
                  </a:cubicBezTo>
                  <a:cubicBezTo>
                    <a:pt x="1339" y="1273"/>
                    <a:pt x="1373" y="1228"/>
                    <a:pt x="1406" y="1195"/>
                  </a:cubicBezTo>
                  <a:cubicBezTo>
                    <a:pt x="1429" y="1150"/>
                    <a:pt x="1451" y="1094"/>
                    <a:pt x="1473" y="1050"/>
                  </a:cubicBezTo>
                  <a:cubicBezTo>
                    <a:pt x="1496" y="1005"/>
                    <a:pt x="1507" y="960"/>
                    <a:pt x="1518" y="916"/>
                  </a:cubicBezTo>
                  <a:cubicBezTo>
                    <a:pt x="1529" y="860"/>
                    <a:pt x="1529" y="815"/>
                    <a:pt x="1529" y="759"/>
                  </a:cubicBezTo>
                  <a:cubicBezTo>
                    <a:pt x="1529" y="335"/>
                    <a:pt x="1183" y="1"/>
                    <a:pt x="7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40"/>
            <p:cNvSpPr/>
            <p:nvPr/>
          </p:nvSpPr>
          <p:spPr>
            <a:xfrm>
              <a:off x="1108400" y="-3240375"/>
              <a:ext cx="38250" cy="38650"/>
            </a:xfrm>
            <a:custGeom>
              <a:avLst/>
              <a:gdLst/>
              <a:ahLst/>
              <a:cxnLst/>
              <a:rect l="l" t="t" r="r" b="b"/>
              <a:pathLst>
                <a:path w="1530" h="1546" extrusionOk="0">
                  <a:moveTo>
                    <a:pt x="763" y="0"/>
                  </a:moveTo>
                  <a:cubicBezTo>
                    <a:pt x="568" y="0"/>
                    <a:pt x="373" y="75"/>
                    <a:pt x="224" y="228"/>
                  </a:cubicBezTo>
                  <a:cubicBezTo>
                    <a:pt x="190" y="262"/>
                    <a:pt x="157" y="295"/>
                    <a:pt x="123" y="340"/>
                  </a:cubicBezTo>
                  <a:cubicBezTo>
                    <a:pt x="101" y="385"/>
                    <a:pt x="79" y="429"/>
                    <a:pt x="57" y="485"/>
                  </a:cubicBezTo>
                  <a:cubicBezTo>
                    <a:pt x="34" y="530"/>
                    <a:pt x="23" y="574"/>
                    <a:pt x="12" y="619"/>
                  </a:cubicBezTo>
                  <a:cubicBezTo>
                    <a:pt x="1" y="664"/>
                    <a:pt x="1" y="719"/>
                    <a:pt x="1" y="775"/>
                  </a:cubicBezTo>
                  <a:cubicBezTo>
                    <a:pt x="1" y="820"/>
                    <a:pt x="1" y="865"/>
                    <a:pt x="12" y="920"/>
                  </a:cubicBezTo>
                  <a:cubicBezTo>
                    <a:pt x="23" y="965"/>
                    <a:pt x="34" y="1010"/>
                    <a:pt x="57" y="1054"/>
                  </a:cubicBezTo>
                  <a:cubicBezTo>
                    <a:pt x="79" y="1110"/>
                    <a:pt x="101" y="1155"/>
                    <a:pt x="123" y="1199"/>
                  </a:cubicBezTo>
                  <a:cubicBezTo>
                    <a:pt x="269" y="1411"/>
                    <a:pt x="503" y="1534"/>
                    <a:pt x="760" y="1545"/>
                  </a:cubicBezTo>
                  <a:cubicBezTo>
                    <a:pt x="972" y="1534"/>
                    <a:pt x="1161" y="1456"/>
                    <a:pt x="1306" y="1311"/>
                  </a:cubicBezTo>
                  <a:cubicBezTo>
                    <a:pt x="1340" y="1277"/>
                    <a:pt x="1373" y="1244"/>
                    <a:pt x="1407" y="1199"/>
                  </a:cubicBezTo>
                  <a:cubicBezTo>
                    <a:pt x="1429" y="1155"/>
                    <a:pt x="1451" y="1110"/>
                    <a:pt x="1474" y="1054"/>
                  </a:cubicBezTo>
                  <a:cubicBezTo>
                    <a:pt x="1496" y="1010"/>
                    <a:pt x="1507" y="965"/>
                    <a:pt x="1518" y="920"/>
                  </a:cubicBezTo>
                  <a:cubicBezTo>
                    <a:pt x="1530" y="865"/>
                    <a:pt x="1530" y="820"/>
                    <a:pt x="1530" y="775"/>
                  </a:cubicBezTo>
                  <a:cubicBezTo>
                    <a:pt x="1530" y="719"/>
                    <a:pt x="1530" y="664"/>
                    <a:pt x="1518" y="619"/>
                  </a:cubicBezTo>
                  <a:cubicBezTo>
                    <a:pt x="1507" y="574"/>
                    <a:pt x="1496" y="530"/>
                    <a:pt x="1474" y="485"/>
                  </a:cubicBezTo>
                  <a:cubicBezTo>
                    <a:pt x="1451" y="429"/>
                    <a:pt x="1429" y="385"/>
                    <a:pt x="1407" y="340"/>
                  </a:cubicBezTo>
                  <a:cubicBezTo>
                    <a:pt x="1252" y="117"/>
                    <a:pt x="1007" y="0"/>
                    <a:pt x="7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40"/>
            <p:cNvSpPr/>
            <p:nvPr/>
          </p:nvSpPr>
          <p:spPr>
            <a:xfrm>
              <a:off x="537050" y="-3146175"/>
              <a:ext cx="522775" cy="509125"/>
            </a:xfrm>
            <a:custGeom>
              <a:avLst/>
              <a:gdLst/>
              <a:ahLst/>
              <a:cxnLst/>
              <a:rect l="l" t="t" r="r" b="b"/>
              <a:pathLst>
                <a:path w="20911" h="20365" extrusionOk="0">
                  <a:moveTo>
                    <a:pt x="19870" y="1"/>
                  </a:moveTo>
                  <a:cubicBezTo>
                    <a:pt x="19772" y="1"/>
                    <a:pt x="19668" y="21"/>
                    <a:pt x="19563" y="65"/>
                  </a:cubicBezTo>
                  <a:cubicBezTo>
                    <a:pt x="18782" y="377"/>
                    <a:pt x="19016" y="1538"/>
                    <a:pt x="19853" y="1538"/>
                  </a:cubicBezTo>
                  <a:cubicBezTo>
                    <a:pt x="20054" y="1538"/>
                    <a:pt x="20255" y="1460"/>
                    <a:pt x="20400" y="1315"/>
                  </a:cubicBezTo>
                  <a:cubicBezTo>
                    <a:pt x="20910" y="795"/>
                    <a:pt x="20490" y="1"/>
                    <a:pt x="19870" y="1"/>
                  </a:cubicBezTo>
                  <a:close/>
                  <a:moveTo>
                    <a:pt x="16100" y="3761"/>
                  </a:moveTo>
                  <a:cubicBezTo>
                    <a:pt x="15993" y="3761"/>
                    <a:pt x="15882" y="3785"/>
                    <a:pt x="15768" y="3837"/>
                  </a:cubicBezTo>
                  <a:cubicBezTo>
                    <a:pt x="15021" y="4183"/>
                    <a:pt x="15266" y="5299"/>
                    <a:pt x="16092" y="5299"/>
                  </a:cubicBezTo>
                  <a:lnTo>
                    <a:pt x="16081" y="5310"/>
                  </a:lnTo>
                  <a:cubicBezTo>
                    <a:pt x="16315" y="5310"/>
                    <a:pt x="16527" y="5209"/>
                    <a:pt x="16672" y="5031"/>
                  </a:cubicBezTo>
                  <a:cubicBezTo>
                    <a:pt x="17127" y="4500"/>
                    <a:pt x="16697" y="3761"/>
                    <a:pt x="16100" y="3761"/>
                  </a:cubicBezTo>
                  <a:close/>
                  <a:moveTo>
                    <a:pt x="12329" y="7526"/>
                  </a:moveTo>
                  <a:cubicBezTo>
                    <a:pt x="12233" y="7526"/>
                    <a:pt x="12133" y="7545"/>
                    <a:pt x="12030" y="7586"/>
                  </a:cubicBezTo>
                  <a:cubicBezTo>
                    <a:pt x="11249" y="7910"/>
                    <a:pt x="11483" y="9071"/>
                    <a:pt x="12320" y="9071"/>
                  </a:cubicBezTo>
                  <a:cubicBezTo>
                    <a:pt x="12521" y="9071"/>
                    <a:pt x="12722" y="8993"/>
                    <a:pt x="12867" y="8847"/>
                  </a:cubicBezTo>
                  <a:cubicBezTo>
                    <a:pt x="13380" y="8325"/>
                    <a:pt x="12953" y="7526"/>
                    <a:pt x="12329" y="7526"/>
                  </a:cubicBezTo>
                  <a:close/>
                  <a:moveTo>
                    <a:pt x="8567" y="11294"/>
                  </a:moveTo>
                  <a:cubicBezTo>
                    <a:pt x="8461" y="11294"/>
                    <a:pt x="8349" y="11317"/>
                    <a:pt x="8236" y="11369"/>
                  </a:cubicBezTo>
                  <a:cubicBezTo>
                    <a:pt x="7488" y="11715"/>
                    <a:pt x="7734" y="12831"/>
                    <a:pt x="8559" y="12831"/>
                  </a:cubicBezTo>
                  <a:lnTo>
                    <a:pt x="8548" y="12843"/>
                  </a:lnTo>
                  <a:cubicBezTo>
                    <a:pt x="8783" y="12831"/>
                    <a:pt x="8995" y="12742"/>
                    <a:pt x="9140" y="12564"/>
                  </a:cubicBezTo>
                  <a:cubicBezTo>
                    <a:pt x="9594" y="12033"/>
                    <a:pt x="9165" y="11294"/>
                    <a:pt x="8567" y="11294"/>
                  </a:cubicBezTo>
                  <a:close/>
                  <a:moveTo>
                    <a:pt x="4802" y="15066"/>
                  </a:moveTo>
                  <a:cubicBezTo>
                    <a:pt x="4705" y="15066"/>
                    <a:pt x="4602" y="15086"/>
                    <a:pt x="4497" y="15130"/>
                  </a:cubicBezTo>
                  <a:cubicBezTo>
                    <a:pt x="3716" y="15443"/>
                    <a:pt x="3951" y="16603"/>
                    <a:pt x="4788" y="16603"/>
                  </a:cubicBezTo>
                  <a:cubicBezTo>
                    <a:pt x="4988" y="16603"/>
                    <a:pt x="5189" y="16525"/>
                    <a:pt x="5334" y="16380"/>
                  </a:cubicBezTo>
                  <a:cubicBezTo>
                    <a:pt x="5845" y="15869"/>
                    <a:pt x="5423" y="15066"/>
                    <a:pt x="4802" y="15066"/>
                  </a:cubicBezTo>
                  <a:close/>
                  <a:moveTo>
                    <a:pt x="1018" y="18818"/>
                  </a:moveTo>
                  <a:cubicBezTo>
                    <a:pt x="838" y="18818"/>
                    <a:pt x="649" y="18889"/>
                    <a:pt x="480" y="19058"/>
                  </a:cubicBezTo>
                  <a:cubicBezTo>
                    <a:pt x="0" y="19538"/>
                    <a:pt x="335" y="20364"/>
                    <a:pt x="1027" y="20364"/>
                  </a:cubicBezTo>
                  <a:cubicBezTo>
                    <a:pt x="1228" y="20364"/>
                    <a:pt x="1417" y="20286"/>
                    <a:pt x="1562" y="20141"/>
                  </a:cubicBezTo>
                  <a:cubicBezTo>
                    <a:pt x="2119" y="19585"/>
                    <a:pt x="1612" y="18818"/>
                    <a:pt x="1018" y="188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40"/>
            <p:cNvSpPr/>
            <p:nvPr/>
          </p:nvSpPr>
          <p:spPr>
            <a:xfrm>
              <a:off x="449150" y="-2581150"/>
              <a:ext cx="38250" cy="38375"/>
            </a:xfrm>
            <a:custGeom>
              <a:avLst/>
              <a:gdLst/>
              <a:ahLst/>
              <a:cxnLst/>
              <a:rect l="l" t="t" r="r" b="b"/>
              <a:pathLst>
                <a:path w="1530" h="1535" extrusionOk="0">
                  <a:moveTo>
                    <a:pt x="771" y="0"/>
                  </a:moveTo>
                  <a:cubicBezTo>
                    <a:pt x="721" y="0"/>
                    <a:pt x="670" y="6"/>
                    <a:pt x="626" y="17"/>
                  </a:cubicBezTo>
                  <a:cubicBezTo>
                    <a:pt x="570" y="28"/>
                    <a:pt x="525" y="40"/>
                    <a:pt x="481" y="62"/>
                  </a:cubicBezTo>
                  <a:cubicBezTo>
                    <a:pt x="436" y="73"/>
                    <a:pt x="380" y="107"/>
                    <a:pt x="347" y="129"/>
                  </a:cubicBezTo>
                  <a:cubicBezTo>
                    <a:pt x="302" y="162"/>
                    <a:pt x="258" y="185"/>
                    <a:pt x="224" y="229"/>
                  </a:cubicBezTo>
                  <a:cubicBezTo>
                    <a:pt x="191" y="263"/>
                    <a:pt x="157" y="296"/>
                    <a:pt x="135" y="341"/>
                  </a:cubicBezTo>
                  <a:cubicBezTo>
                    <a:pt x="101" y="385"/>
                    <a:pt x="79" y="430"/>
                    <a:pt x="57" y="486"/>
                  </a:cubicBezTo>
                  <a:cubicBezTo>
                    <a:pt x="45" y="531"/>
                    <a:pt x="23" y="575"/>
                    <a:pt x="12" y="620"/>
                  </a:cubicBezTo>
                  <a:cubicBezTo>
                    <a:pt x="1" y="664"/>
                    <a:pt x="1" y="720"/>
                    <a:pt x="1" y="776"/>
                  </a:cubicBezTo>
                  <a:cubicBezTo>
                    <a:pt x="1" y="821"/>
                    <a:pt x="1" y="865"/>
                    <a:pt x="12" y="921"/>
                  </a:cubicBezTo>
                  <a:cubicBezTo>
                    <a:pt x="23" y="966"/>
                    <a:pt x="45" y="1010"/>
                    <a:pt x="57" y="1055"/>
                  </a:cubicBezTo>
                  <a:cubicBezTo>
                    <a:pt x="79" y="1100"/>
                    <a:pt x="101" y="1144"/>
                    <a:pt x="135" y="1189"/>
                  </a:cubicBezTo>
                  <a:cubicBezTo>
                    <a:pt x="191" y="1278"/>
                    <a:pt x="258" y="1345"/>
                    <a:pt x="347" y="1401"/>
                  </a:cubicBezTo>
                  <a:cubicBezTo>
                    <a:pt x="380" y="1434"/>
                    <a:pt x="436" y="1457"/>
                    <a:pt x="481" y="1479"/>
                  </a:cubicBezTo>
                  <a:cubicBezTo>
                    <a:pt x="525" y="1490"/>
                    <a:pt x="570" y="1513"/>
                    <a:pt x="626" y="1513"/>
                  </a:cubicBezTo>
                  <a:cubicBezTo>
                    <a:pt x="670" y="1524"/>
                    <a:pt x="715" y="1535"/>
                    <a:pt x="771" y="1535"/>
                  </a:cubicBezTo>
                  <a:cubicBezTo>
                    <a:pt x="815" y="1535"/>
                    <a:pt x="871" y="1524"/>
                    <a:pt x="916" y="1513"/>
                  </a:cubicBezTo>
                  <a:cubicBezTo>
                    <a:pt x="972" y="1513"/>
                    <a:pt x="1016" y="1490"/>
                    <a:pt x="1061" y="1479"/>
                  </a:cubicBezTo>
                  <a:cubicBezTo>
                    <a:pt x="1106" y="1457"/>
                    <a:pt x="1150" y="1434"/>
                    <a:pt x="1195" y="1401"/>
                  </a:cubicBezTo>
                  <a:cubicBezTo>
                    <a:pt x="1273" y="1345"/>
                    <a:pt x="1351" y="1278"/>
                    <a:pt x="1407" y="1189"/>
                  </a:cubicBezTo>
                  <a:cubicBezTo>
                    <a:pt x="1429" y="1144"/>
                    <a:pt x="1452" y="1111"/>
                    <a:pt x="1474" y="1055"/>
                  </a:cubicBezTo>
                  <a:cubicBezTo>
                    <a:pt x="1496" y="1010"/>
                    <a:pt x="1507" y="966"/>
                    <a:pt x="1519" y="921"/>
                  </a:cubicBezTo>
                  <a:cubicBezTo>
                    <a:pt x="1530" y="865"/>
                    <a:pt x="1530" y="821"/>
                    <a:pt x="1530" y="776"/>
                  </a:cubicBezTo>
                  <a:cubicBezTo>
                    <a:pt x="1530" y="720"/>
                    <a:pt x="1530" y="664"/>
                    <a:pt x="1519" y="620"/>
                  </a:cubicBezTo>
                  <a:cubicBezTo>
                    <a:pt x="1507" y="575"/>
                    <a:pt x="1496" y="531"/>
                    <a:pt x="1474" y="486"/>
                  </a:cubicBezTo>
                  <a:cubicBezTo>
                    <a:pt x="1452" y="430"/>
                    <a:pt x="1429" y="385"/>
                    <a:pt x="1407" y="341"/>
                  </a:cubicBezTo>
                  <a:cubicBezTo>
                    <a:pt x="1373" y="296"/>
                    <a:pt x="1340" y="263"/>
                    <a:pt x="1307" y="229"/>
                  </a:cubicBezTo>
                  <a:cubicBezTo>
                    <a:pt x="1273" y="185"/>
                    <a:pt x="1228" y="162"/>
                    <a:pt x="1195" y="129"/>
                  </a:cubicBezTo>
                  <a:cubicBezTo>
                    <a:pt x="1150" y="107"/>
                    <a:pt x="1106" y="84"/>
                    <a:pt x="1061" y="62"/>
                  </a:cubicBezTo>
                  <a:cubicBezTo>
                    <a:pt x="1016" y="40"/>
                    <a:pt x="972" y="28"/>
                    <a:pt x="916" y="17"/>
                  </a:cubicBezTo>
                  <a:cubicBezTo>
                    <a:pt x="871" y="6"/>
                    <a:pt x="821" y="0"/>
                    <a:pt x="7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40"/>
            <p:cNvSpPr/>
            <p:nvPr/>
          </p:nvSpPr>
          <p:spPr>
            <a:xfrm>
              <a:off x="1636250" y="-2122350"/>
              <a:ext cx="136725" cy="25125"/>
            </a:xfrm>
            <a:custGeom>
              <a:avLst/>
              <a:gdLst/>
              <a:ahLst/>
              <a:cxnLst/>
              <a:rect l="l" t="t" r="r" b="b"/>
              <a:pathLst>
                <a:path w="5469" h="1005" extrusionOk="0">
                  <a:moveTo>
                    <a:pt x="1005" y="0"/>
                  </a:moveTo>
                  <a:lnTo>
                    <a:pt x="0"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40"/>
            <p:cNvSpPr/>
            <p:nvPr/>
          </p:nvSpPr>
          <p:spPr>
            <a:xfrm>
              <a:off x="1711575" y="-2197675"/>
              <a:ext cx="136725" cy="25125"/>
            </a:xfrm>
            <a:custGeom>
              <a:avLst/>
              <a:gdLst/>
              <a:ahLst/>
              <a:cxnLst/>
              <a:rect l="l" t="t" r="r" b="b"/>
              <a:pathLst>
                <a:path w="5469" h="1005" extrusionOk="0">
                  <a:moveTo>
                    <a:pt x="1005" y="0"/>
                  </a:moveTo>
                  <a:lnTo>
                    <a:pt x="1" y="1005"/>
                  </a:lnTo>
                  <a:lnTo>
                    <a:pt x="4464" y="1005"/>
                  </a:lnTo>
                  <a:lnTo>
                    <a:pt x="546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40"/>
            <p:cNvSpPr/>
            <p:nvPr/>
          </p:nvSpPr>
          <p:spPr>
            <a:xfrm>
              <a:off x="1786900" y="-2273000"/>
              <a:ext cx="137000" cy="25125"/>
            </a:xfrm>
            <a:custGeom>
              <a:avLst/>
              <a:gdLst/>
              <a:ahLst/>
              <a:cxnLst/>
              <a:rect l="l" t="t" r="r" b="b"/>
              <a:pathLst>
                <a:path w="5480" h="1005" extrusionOk="0">
                  <a:moveTo>
                    <a:pt x="1005" y="0"/>
                  </a:moveTo>
                  <a:lnTo>
                    <a:pt x="1" y="1004"/>
                  </a:lnTo>
                  <a:lnTo>
                    <a:pt x="4464"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40"/>
            <p:cNvSpPr/>
            <p:nvPr/>
          </p:nvSpPr>
          <p:spPr>
            <a:xfrm>
              <a:off x="1862225" y="-2348325"/>
              <a:ext cx="137000" cy="25125"/>
            </a:xfrm>
            <a:custGeom>
              <a:avLst/>
              <a:gdLst/>
              <a:ahLst/>
              <a:cxnLst/>
              <a:rect l="l" t="t" r="r" b="b"/>
              <a:pathLst>
                <a:path w="5480" h="1005" extrusionOk="0">
                  <a:moveTo>
                    <a:pt x="1005" y="0"/>
                  </a:moveTo>
                  <a:lnTo>
                    <a:pt x="1" y="1004"/>
                  </a:lnTo>
                  <a:lnTo>
                    <a:pt x="4476" y="1004"/>
                  </a:lnTo>
                  <a:lnTo>
                    <a:pt x="548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40"/>
            <p:cNvSpPr/>
            <p:nvPr/>
          </p:nvSpPr>
          <p:spPr>
            <a:xfrm>
              <a:off x="1937550" y="-2423950"/>
              <a:ext cx="137025" cy="25425"/>
            </a:xfrm>
            <a:custGeom>
              <a:avLst/>
              <a:gdLst/>
              <a:ahLst/>
              <a:cxnLst/>
              <a:rect l="l" t="t" r="r" b="b"/>
              <a:pathLst>
                <a:path w="5481" h="1017" extrusionOk="0">
                  <a:moveTo>
                    <a:pt x="1016" y="1"/>
                  </a:moveTo>
                  <a:lnTo>
                    <a:pt x="1" y="1016"/>
                  </a:lnTo>
                  <a:lnTo>
                    <a:pt x="4476" y="1016"/>
                  </a:lnTo>
                  <a:lnTo>
                    <a:pt x="548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40"/>
            <p:cNvSpPr/>
            <p:nvPr/>
          </p:nvSpPr>
          <p:spPr>
            <a:xfrm>
              <a:off x="2013150" y="-2499275"/>
              <a:ext cx="136750" cy="25150"/>
            </a:xfrm>
            <a:custGeom>
              <a:avLst/>
              <a:gdLst/>
              <a:ahLst/>
              <a:cxnLst/>
              <a:rect l="l" t="t" r="r" b="b"/>
              <a:pathLst>
                <a:path w="5470" h="1006" extrusionOk="0">
                  <a:moveTo>
                    <a:pt x="1005" y="1"/>
                  </a:moveTo>
                  <a:lnTo>
                    <a:pt x="1" y="1005"/>
                  </a:lnTo>
                  <a:lnTo>
                    <a:pt x="4465" y="1005"/>
                  </a:lnTo>
                  <a:lnTo>
                    <a:pt x="546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40"/>
            <p:cNvSpPr/>
            <p:nvPr/>
          </p:nvSpPr>
          <p:spPr>
            <a:xfrm>
              <a:off x="2088500" y="-2574600"/>
              <a:ext cx="136725" cy="25150"/>
            </a:xfrm>
            <a:custGeom>
              <a:avLst/>
              <a:gdLst/>
              <a:ahLst/>
              <a:cxnLst/>
              <a:rect l="l" t="t" r="r" b="b"/>
              <a:pathLst>
                <a:path w="5469" h="1006" extrusionOk="0">
                  <a:moveTo>
                    <a:pt x="1004" y="1"/>
                  </a:moveTo>
                  <a:lnTo>
                    <a:pt x="0" y="1005"/>
                  </a:lnTo>
                  <a:lnTo>
                    <a:pt x="4464" y="1005"/>
                  </a:lnTo>
                  <a:lnTo>
                    <a:pt x="546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 name="Google Shape;1393;p40"/>
            <p:cNvSpPr/>
            <p:nvPr/>
          </p:nvSpPr>
          <p:spPr>
            <a:xfrm>
              <a:off x="463950" y="-2710950"/>
              <a:ext cx="548500" cy="546775"/>
            </a:xfrm>
            <a:custGeom>
              <a:avLst/>
              <a:gdLst/>
              <a:ahLst/>
              <a:cxnLst/>
              <a:rect l="l" t="t" r="r" b="b"/>
              <a:pathLst>
                <a:path w="21940" h="21871" extrusionOk="0">
                  <a:moveTo>
                    <a:pt x="21785" y="1"/>
                  </a:moveTo>
                  <a:cubicBezTo>
                    <a:pt x="21750" y="1"/>
                    <a:pt x="21717" y="15"/>
                    <a:pt x="21694" y="42"/>
                  </a:cubicBezTo>
                  <a:lnTo>
                    <a:pt x="90" y="21636"/>
                  </a:lnTo>
                  <a:cubicBezTo>
                    <a:pt x="0" y="21725"/>
                    <a:pt x="67" y="21870"/>
                    <a:pt x="190" y="21870"/>
                  </a:cubicBezTo>
                  <a:cubicBezTo>
                    <a:pt x="223" y="21870"/>
                    <a:pt x="268" y="21859"/>
                    <a:pt x="290" y="21837"/>
                  </a:cubicBezTo>
                  <a:lnTo>
                    <a:pt x="21884" y="232"/>
                  </a:lnTo>
                  <a:cubicBezTo>
                    <a:pt x="21940" y="176"/>
                    <a:pt x="21940" y="87"/>
                    <a:pt x="21884" y="42"/>
                  </a:cubicBezTo>
                  <a:cubicBezTo>
                    <a:pt x="21856" y="15"/>
                    <a:pt x="21820" y="1"/>
                    <a:pt x="217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40"/>
            <p:cNvSpPr/>
            <p:nvPr/>
          </p:nvSpPr>
          <p:spPr>
            <a:xfrm>
              <a:off x="942975" y="-1800075"/>
              <a:ext cx="549225" cy="547350"/>
            </a:xfrm>
            <a:custGeom>
              <a:avLst/>
              <a:gdLst/>
              <a:ahLst/>
              <a:cxnLst/>
              <a:rect l="l" t="t" r="r" b="b"/>
              <a:pathLst>
                <a:path w="21969" h="21894" extrusionOk="0">
                  <a:moveTo>
                    <a:pt x="21761" y="1"/>
                  </a:moveTo>
                  <a:cubicBezTo>
                    <a:pt x="21726" y="1"/>
                    <a:pt x="21690" y="16"/>
                    <a:pt x="21661" y="54"/>
                  </a:cubicBezTo>
                  <a:lnTo>
                    <a:pt x="56" y="21659"/>
                  </a:lnTo>
                  <a:cubicBezTo>
                    <a:pt x="0" y="21704"/>
                    <a:pt x="0" y="21793"/>
                    <a:pt x="56" y="21849"/>
                  </a:cubicBezTo>
                  <a:cubicBezTo>
                    <a:pt x="89" y="21882"/>
                    <a:pt x="123" y="21893"/>
                    <a:pt x="156" y="21893"/>
                  </a:cubicBezTo>
                  <a:cubicBezTo>
                    <a:pt x="190" y="21893"/>
                    <a:pt x="223" y="21882"/>
                    <a:pt x="257" y="21849"/>
                  </a:cubicBezTo>
                  <a:lnTo>
                    <a:pt x="21850" y="255"/>
                  </a:lnTo>
                  <a:cubicBezTo>
                    <a:pt x="21969" y="154"/>
                    <a:pt x="21869" y="1"/>
                    <a:pt x="217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40"/>
            <p:cNvSpPr/>
            <p:nvPr/>
          </p:nvSpPr>
          <p:spPr>
            <a:xfrm>
              <a:off x="295725" y="-2356925"/>
              <a:ext cx="548500" cy="547050"/>
            </a:xfrm>
            <a:custGeom>
              <a:avLst/>
              <a:gdLst/>
              <a:ahLst/>
              <a:cxnLst/>
              <a:rect l="l" t="t" r="r" b="b"/>
              <a:pathLst>
                <a:path w="21940" h="21882" extrusionOk="0">
                  <a:moveTo>
                    <a:pt x="21795" y="1"/>
                  </a:moveTo>
                  <a:cubicBezTo>
                    <a:pt x="21758" y="1"/>
                    <a:pt x="21722" y="15"/>
                    <a:pt x="21694" y="43"/>
                  </a:cubicBezTo>
                  <a:lnTo>
                    <a:pt x="89" y="21647"/>
                  </a:lnTo>
                  <a:cubicBezTo>
                    <a:pt x="0" y="21726"/>
                    <a:pt x="67" y="21882"/>
                    <a:pt x="190" y="21882"/>
                  </a:cubicBezTo>
                  <a:cubicBezTo>
                    <a:pt x="223" y="21882"/>
                    <a:pt x="268" y="21871"/>
                    <a:pt x="290" y="21837"/>
                  </a:cubicBezTo>
                  <a:lnTo>
                    <a:pt x="21895" y="244"/>
                  </a:lnTo>
                  <a:cubicBezTo>
                    <a:pt x="21940" y="188"/>
                    <a:pt x="21940" y="99"/>
                    <a:pt x="21895" y="43"/>
                  </a:cubicBezTo>
                  <a:cubicBezTo>
                    <a:pt x="21867" y="15"/>
                    <a:pt x="21831" y="1"/>
                    <a:pt x="2179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40"/>
            <p:cNvSpPr/>
            <p:nvPr/>
          </p:nvSpPr>
          <p:spPr>
            <a:xfrm>
              <a:off x="1774900" y="-1975200"/>
              <a:ext cx="248600" cy="239275"/>
            </a:xfrm>
            <a:custGeom>
              <a:avLst/>
              <a:gdLst/>
              <a:ahLst/>
              <a:cxnLst/>
              <a:rect l="l" t="t" r="r" b="b"/>
              <a:pathLst>
                <a:path w="9944" h="9571" extrusionOk="0">
                  <a:moveTo>
                    <a:pt x="5168" y="285"/>
                  </a:moveTo>
                  <a:cubicBezTo>
                    <a:pt x="7656" y="285"/>
                    <a:pt x="9665" y="2294"/>
                    <a:pt x="9665" y="4783"/>
                  </a:cubicBezTo>
                  <a:cubicBezTo>
                    <a:pt x="9665" y="6613"/>
                    <a:pt x="8571" y="8253"/>
                    <a:pt x="6886" y="8945"/>
                  </a:cubicBezTo>
                  <a:cubicBezTo>
                    <a:pt x="6328" y="9178"/>
                    <a:pt x="5742" y="9291"/>
                    <a:pt x="5161" y="9291"/>
                  </a:cubicBezTo>
                  <a:cubicBezTo>
                    <a:pt x="3991" y="9291"/>
                    <a:pt x="2841" y="8832"/>
                    <a:pt x="1976" y="7974"/>
                  </a:cubicBezTo>
                  <a:cubicBezTo>
                    <a:pt x="693" y="6680"/>
                    <a:pt x="302" y="4749"/>
                    <a:pt x="1005" y="3064"/>
                  </a:cubicBezTo>
                  <a:cubicBezTo>
                    <a:pt x="1697" y="1379"/>
                    <a:pt x="3349" y="285"/>
                    <a:pt x="5168" y="285"/>
                  </a:cubicBezTo>
                  <a:close/>
                  <a:moveTo>
                    <a:pt x="5165" y="0"/>
                  </a:moveTo>
                  <a:cubicBezTo>
                    <a:pt x="3920" y="0"/>
                    <a:pt x="2696" y="484"/>
                    <a:pt x="1786" y="1401"/>
                  </a:cubicBezTo>
                  <a:cubicBezTo>
                    <a:pt x="414" y="2774"/>
                    <a:pt x="1" y="4827"/>
                    <a:pt x="748" y="6613"/>
                  </a:cubicBezTo>
                  <a:cubicBezTo>
                    <a:pt x="1485" y="8398"/>
                    <a:pt x="3226" y="9570"/>
                    <a:pt x="5168" y="9570"/>
                  </a:cubicBezTo>
                  <a:cubicBezTo>
                    <a:pt x="7801" y="9559"/>
                    <a:pt x="9944" y="7427"/>
                    <a:pt x="9944" y="4783"/>
                  </a:cubicBezTo>
                  <a:cubicBezTo>
                    <a:pt x="9944" y="2852"/>
                    <a:pt x="8783" y="1111"/>
                    <a:pt x="6998" y="364"/>
                  </a:cubicBezTo>
                  <a:cubicBezTo>
                    <a:pt x="6406" y="119"/>
                    <a:pt x="5783" y="0"/>
                    <a:pt x="51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40"/>
            <p:cNvSpPr/>
            <p:nvPr/>
          </p:nvSpPr>
          <p:spPr>
            <a:xfrm>
              <a:off x="1850800" y="-1908650"/>
              <a:ext cx="106300" cy="106325"/>
            </a:xfrm>
            <a:custGeom>
              <a:avLst/>
              <a:gdLst/>
              <a:ahLst/>
              <a:cxnLst/>
              <a:rect l="l" t="t" r="r" b="b"/>
              <a:pathLst>
                <a:path w="4252" h="4253" extrusionOk="0">
                  <a:moveTo>
                    <a:pt x="2132" y="0"/>
                  </a:moveTo>
                  <a:cubicBezTo>
                    <a:pt x="960" y="0"/>
                    <a:pt x="0" y="949"/>
                    <a:pt x="0" y="2121"/>
                  </a:cubicBezTo>
                  <a:cubicBezTo>
                    <a:pt x="0" y="3304"/>
                    <a:pt x="960" y="4252"/>
                    <a:pt x="2132" y="4252"/>
                  </a:cubicBezTo>
                  <a:cubicBezTo>
                    <a:pt x="3303" y="4252"/>
                    <a:pt x="4252" y="3304"/>
                    <a:pt x="4252" y="2121"/>
                  </a:cubicBezTo>
                  <a:cubicBezTo>
                    <a:pt x="4252" y="949"/>
                    <a:pt x="3303" y="0"/>
                    <a:pt x="21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40"/>
            <p:cNvSpPr/>
            <p:nvPr/>
          </p:nvSpPr>
          <p:spPr>
            <a:xfrm>
              <a:off x="735125" y="-2028925"/>
              <a:ext cx="184150" cy="157950"/>
            </a:xfrm>
            <a:custGeom>
              <a:avLst/>
              <a:gdLst/>
              <a:ahLst/>
              <a:cxnLst/>
              <a:rect l="l" t="t" r="r" b="b"/>
              <a:pathLst>
                <a:path w="7366" h="6318" extrusionOk="0">
                  <a:moveTo>
                    <a:pt x="4219" y="292"/>
                  </a:moveTo>
                  <a:cubicBezTo>
                    <a:pt x="5803" y="292"/>
                    <a:pt x="7087" y="1575"/>
                    <a:pt x="7087" y="3171"/>
                  </a:cubicBezTo>
                  <a:cubicBezTo>
                    <a:pt x="7087" y="4901"/>
                    <a:pt x="5670" y="6048"/>
                    <a:pt x="4191" y="6048"/>
                  </a:cubicBezTo>
                  <a:cubicBezTo>
                    <a:pt x="3485" y="6048"/>
                    <a:pt x="2764" y="5786"/>
                    <a:pt x="2176" y="5202"/>
                  </a:cubicBezTo>
                  <a:cubicBezTo>
                    <a:pt x="369" y="3383"/>
                    <a:pt x="1652" y="292"/>
                    <a:pt x="4219" y="292"/>
                  </a:cubicBezTo>
                  <a:close/>
                  <a:moveTo>
                    <a:pt x="4186" y="1"/>
                  </a:moveTo>
                  <a:cubicBezTo>
                    <a:pt x="3414" y="1"/>
                    <a:pt x="2627" y="287"/>
                    <a:pt x="1987" y="928"/>
                  </a:cubicBezTo>
                  <a:cubicBezTo>
                    <a:pt x="0" y="2925"/>
                    <a:pt x="1406" y="6318"/>
                    <a:pt x="4219" y="6318"/>
                  </a:cubicBezTo>
                  <a:cubicBezTo>
                    <a:pt x="5959" y="6318"/>
                    <a:pt x="7366" y="4912"/>
                    <a:pt x="7366" y="3171"/>
                  </a:cubicBezTo>
                  <a:cubicBezTo>
                    <a:pt x="7366" y="1266"/>
                    <a:pt x="5808" y="1"/>
                    <a:pt x="41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40"/>
            <p:cNvSpPr/>
            <p:nvPr/>
          </p:nvSpPr>
          <p:spPr>
            <a:xfrm>
              <a:off x="803475" y="-1984150"/>
              <a:ext cx="74500" cy="69000"/>
            </a:xfrm>
            <a:custGeom>
              <a:avLst/>
              <a:gdLst/>
              <a:ahLst/>
              <a:cxnLst/>
              <a:rect l="l" t="t" r="r" b="b"/>
              <a:pathLst>
                <a:path w="2980" h="2760" extrusionOk="0">
                  <a:moveTo>
                    <a:pt x="1486" y="0"/>
                  </a:moveTo>
                  <a:cubicBezTo>
                    <a:pt x="824" y="0"/>
                    <a:pt x="234" y="484"/>
                    <a:pt x="123" y="1157"/>
                  </a:cubicBezTo>
                  <a:cubicBezTo>
                    <a:pt x="0" y="1916"/>
                    <a:pt x="514" y="2619"/>
                    <a:pt x="1273" y="2741"/>
                  </a:cubicBezTo>
                  <a:cubicBezTo>
                    <a:pt x="1347" y="2754"/>
                    <a:pt x="1421" y="2760"/>
                    <a:pt x="1494" y="2760"/>
                  </a:cubicBezTo>
                  <a:cubicBezTo>
                    <a:pt x="2157" y="2760"/>
                    <a:pt x="2747" y="2276"/>
                    <a:pt x="2857" y="1603"/>
                  </a:cubicBezTo>
                  <a:cubicBezTo>
                    <a:pt x="2980" y="844"/>
                    <a:pt x="2467" y="141"/>
                    <a:pt x="1708" y="18"/>
                  </a:cubicBezTo>
                  <a:cubicBezTo>
                    <a:pt x="1633" y="6"/>
                    <a:pt x="1559" y="0"/>
                    <a:pt x="14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 name="Google Shape;1400;p40"/>
          <p:cNvGrpSpPr/>
          <p:nvPr/>
        </p:nvGrpSpPr>
        <p:grpSpPr>
          <a:xfrm flipH="1">
            <a:off x="4571988" y="-438607"/>
            <a:ext cx="1938846" cy="1720830"/>
            <a:chOff x="-1873362" y="2120543"/>
            <a:chExt cx="1938846" cy="1720830"/>
          </a:xfrm>
        </p:grpSpPr>
        <p:sp>
          <p:nvSpPr>
            <p:cNvPr id="1401" name="Google Shape;1401;p40"/>
            <p:cNvSpPr/>
            <p:nvPr/>
          </p:nvSpPr>
          <p:spPr>
            <a:xfrm>
              <a:off x="-1603307" y="2348270"/>
              <a:ext cx="752952" cy="979890"/>
            </a:xfrm>
            <a:custGeom>
              <a:avLst/>
              <a:gdLst/>
              <a:ahLst/>
              <a:cxnLst/>
              <a:rect l="l" t="t" r="r" b="b"/>
              <a:pathLst>
                <a:path w="34350" h="44703" extrusionOk="0">
                  <a:moveTo>
                    <a:pt x="34205" y="1"/>
                  </a:moveTo>
                  <a:cubicBezTo>
                    <a:pt x="34169" y="1"/>
                    <a:pt x="34132" y="15"/>
                    <a:pt x="34104" y="43"/>
                  </a:cubicBezTo>
                  <a:lnTo>
                    <a:pt x="23425" y="10722"/>
                  </a:lnTo>
                  <a:cubicBezTo>
                    <a:pt x="23402" y="10745"/>
                    <a:pt x="23391" y="10778"/>
                    <a:pt x="23391" y="10823"/>
                  </a:cubicBezTo>
                  <a:lnTo>
                    <a:pt x="23391" y="21168"/>
                  </a:lnTo>
                  <a:lnTo>
                    <a:pt x="90" y="44468"/>
                  </a:lnTo>
                  <a:cubicBezTo>
                    <a:pt x="1" y="44558"/>
                    <a:pt x="68" y="44703"/>
                    <a:pt x="191" y="44703"/>
                  </a:cubicBezTo>
                  <a:cubicBezTo>
                    <a:pt x="224" y="44703"/>
                    <a:pt x="258" y="44692"/>
                    <a:pt x="291" y="44669"/>
                  </a:cubicBezTo>
                  <a:lnTo>
                    <a:pt x="23626" y="21324"/>
                  </a:lnTo>
                  <a:cubicBezTo>
                    <a:pt x="23648" y="21301"/>
                    <a:pt x="23670" y="21257"/>
                    <a:pt x="23670" y="21223"/>
                  </a:cubicBezTo>
                  <a:lnTo>
                    <a:pt x="23670" y="10879"/>
                  </a:lnTo>
                  <a:lnTo>
                    <a:pt x="34305" y="244"/>
                  </a:lnTo>
                  <a:cubicBezTo>
                    <a:pt x="34350" y="188"/>
                    <a:pt x="34350" y="98"/>
                    <a:pt x="34305" y="43"/>
                  </a:cubicBezTo>
                  <a:cubicBezTo>
                    <a:pt x="34277" y="15"/>
                    <a:pt x="34241" y="1"/>
                    <a:pt x="34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40"/>
            <p:cNvSpPr/>
            <p:nvPr/>
          </p:nvSpPr>
          <p:spPr>
            <a:xfrm>
              <a:off x="-880956" y="2326262"/>
              <a:ext cx="54822" cy="49978"/>
            </a:xfrm>
            <a:custGeom>
              <a:avLst/>
              <a:gdLst/>
              <a:ahLst/>
              <a:cxnLst/>
              <a:rect l="l" t="t" r="r" b="b"/>
              <a:pathLst>
                <a:path w="2501" h="2280" extrusionOk="0">
                  <a:moveTo>
                    <a:pt x="1248" y="0"/>
                  </a:moveTo>
                  <a:cubicBezTo>
                    <a:pt x="738" y="0"/>
                    <a:pt x="270" y="354"/>
                    <a:pt x="146" y="879"/>
                  </a:cubicBezTo>
                  <a:cubicBezTo>
                    <a:pt x="1" y="1493"/>
                    <a:pt x="380" y="2107"/>
                    <a:pt x="994" y="2252"/>
                  </a:cubicBezTo>
                  <a:cubicBezTo>
                    <a:pt x="1077" y="2270"/>
                    <a:pt x="1161" y="2279"/>
                    <a:pt x="1243" y="2279"/>
                  </a:cubicBezTo>
                  <a:cubicBezTo>
                    <a:pt x="1757" y="2279"/>
                    <a:pt x="2231" y="1933"/>
                    <a:pt x="2356" y="1404"/>
                  </a:cubicBezTo>
                  <a:cubicBezTo>
                    <a:pt x="2501" y="790"/>
                    <a:pt x="2121" y="176"/>
                    <a:pt x="1507" y="31"/>
                  </a:cubicBezTo>
                  <a:cubicBezTo>
                    <a:pt x="1421" y="10"/>
                    <a:pt x="1334" y="0"/>
                    <a:pt x="12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40"/>
            <p:cNvSpPr/>
            <p:nvPr/>
          </p:nvSpPr>
          <p:spPr>
            <a:xfrm>
              <a:off x="-1248116" y="2840637"/>
              <a:ext cx="136036" cy="135772"/>
            </a:xfrm>
            <a:custGeom>
              <a:avLst/>
              <a:gdLst/>
              <a:ahLst/>
              <a:cxnLst/>
              <a:rect l="l" t="t" r="r" b="b"/>
              <a:pathLst>
                <a:path w="6206" h="6194" extrusionOk="0">
                  <a:moveTo>
                    <a:pt x="6149" y="0"/>
                  </a:moveTo>
                  <a:lnTo>
                    <a:pt x="1" y="6149"/>
                  </a:lnTo>
                  <a:lnTo>
                    <a:pt x="1395" y="6194"/>
                  </a:lnTo>
                  <a:lnTo>
                    <a:pt x="6205" y="1384"/>
                  </a:lnTo>
                  <a:lnTo>
                    <a:pt x="614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40"/>
            <p:cNvSpPr/>
            <p:nvPr/>
          </p:nvSpPr>
          <p:spPr>
            <a:xfrm>
              <a:off x="-1524768" y="2679196"/>
              <a:ext cx="649512" cy="786446"/>
            </a:xfrm>
            <a:custGeom>
              <a:avLst/>
              <a:gdLst/>
              <a:ahLst/>
              <a:cxnLst/>
              <a:rect l="l" t="t" r="r" b="b"/>
              <a:pathLst>
                <a:path w="29631" h="35878" extrusionOk="0">
                  <a:moveTo>
                    <a:pt x="29432" y="0"/>
                  </a:moveTo>
                  <a:cubicBezTo>
                    <a:pt x="29400" y="0"/>
                    <a:pt x="29367" y="13"/>
                    <a:pt x="29338" y="44"/>
                  </a:cubicBezTo>
                  <a:lnTo>
                    <a:pt x="23402" y="5981"/>
                  </a:lnTo>
                  <a:cubicBezTo>
                    <a:pt x="23368" y="6004"/>
                    <a:pt x="23357" y="6037"/>
                    <a:pt x="23357" y="6082"/>
                  </a:cubicBezTo>
                  <a:lnTo>
                    <a:pt x="23357" y="12342"/>
                  </a:lnTo>
                  <a:lnTo>
                    <a:pt x="56" y="35643"/>
                  </a:lnTo>
                  <a:cubicBezTo>
                    <a:pt x="0" y="35699"/>
                    <a:pt x="0" y="35777"/>
                    <a:pt x="56" y="35833"/>
                  </a:cubicBezTo>
                  <a:cubicBezTo>
                    <a:pt x="89" y="35866"/>
                    <a:pt x="123" y="35877"/>
                    <a:pt x="156" y="35877"/>
                  </a:cubicBezTo>
                  <a:cubicBezTo>
                    <a:pt x="190" y="35877"/>
                    <a:pt x="234" y="35866"/>
                    <a:pt x="257" y="35844"/>
                  </a:cubicBezTo>
                  <a:lnTo>
                    <a:pt x="23591" y="12498"/>
                  </a:lnTo>
                  <a:cubicBezTo>
                    <a:pt x="23625" y="12476"/>
                    <a:pt x="23636" y="12443"/>
                    <a:pt x="23636" y="12398"/>
                  </a:cubicBezTo>
                  <a:lnTo>
                    <a:pt x="23636" y="6137"/>
                  </a:lnTo>
                  <a:lnTo>
                    <a:pt x="29528" y="234"/>
                  </a:lnTo>
                  <a:cubicBezTo>
                    <a:pt x="29631" y="140"/>
                    <a:pt x="29537" y="0"/>
                    <a:pt x="29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40"/>
            <p:cNvSpPr/>
            <p:nvPr/>
          </p:nvSpPr>
          <p:spPr>
            <a:xfrm>
              <a:off x="-906383" y="2657342"/>
              <a:ext cx="53836" cy="49824"/>
            </a:xfrm>
            <a:custGeom>
              <a:avLst/>
              <a:gdLst/>
              <a:ahLst/>
              <a:cxnLst/>
              <a:rect l="l" t="t" r="r" b="b"/>
              <a:pathLst>
                <a:path w="2456" h="2273" extrusionOk="0">
                  <a:moveTo>
                    <a:pt x="1225" y="0"/>
                  </a:moveTo>
                  <a:cubicBezTo>
                    <a:pt x="680" y="0"/>
                    <a:pt x="191" y="399"/>
                    <a:pt x="101" y="952"/>
                  </a:cubicBezTo>
                  <a:cubicBezTo>
                    <a:pt x="0" y="1577"/>
                    <a:pt x="424" y="2157"/>
                    <a:pt x="1049" y="2258"/>
                  </a:cubicBezTo>
                  <a:cubicBezTo>
                    <a:pt x="1111" y="2268"/>
                    <a:pt x="1173" y="2273"/>
                    <a:pt x="1233" y="2273"/>
                  </a:cubicBezTo>
                  <a:cubicBezTo>
                    <a:pt x="1775" y="2273"/>
                    <a:pt x="2254" y="1882"/>
                    <a:pt x="2344" y="1320"/>
                  </a:cubicBezTo>
                  <a:cubicBezTo>
                    <a:pt x="2455" y="707"/>
                    <a:pt x="2031" y="115"/>
                    <a:pt x="1406" y="15"/>
                  </a:cubicBezTo>
                  <a:cubicBezTo>
                    <a:pt x="1346" y="5"/>
                    <a:pt x="1285" y="0"/>
                    <a:pt x="12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40"/>
            <p:cNvSpPr/>
            <p:nvPr/>
          </p:nvSpPr>
          <p:spPr>
            <a:xfrm>
              <a:off x="-1252039" y="2304737"/>
              <a:ext cx="241471" cy="240177"/>
            </a:xfrm>
            <a:custGeom>
              <a:avLst/>
              <a:gdLst/>
              <a:ahLst/>
              <a:cxnLst/>
              <a:rect l="l" t="t" r="r" b="b"/>
              <a:pathLst>
                <a:path w="11016" h="10957" extrusionOk="0">
                  <a:moveTo>
                    <a:pt x="10859" y="0"/>
                  </a:moveTo>
                  <a:cubicBezTo>
                    <a:pt x="10823" y="0"/>
                    <a:pt x="10787" y="14"/>
                    <a:pt x="10759" y="42"/>
                  </a:cubicBezTo>
                  <a:lnTo>
                    <a:pt x="90" y="10711"/>
                  </a:lnTo>
                  <a:cubicBezTo>
                    <a:pt x="1" y="10800"/>
                    <a:pt x="57" y="10956"/>
                    <a:pt x="180" y="10956"/>
                  </a:cubicBezTo>
                  <a:cubicBezTo>
                    <a:pt x="224" y="10956"/>
                    <a:pt x="258" y="10934"/>
                    <a:pt x="280" y="10912"/>
                  </a:cubicBezTo>
                  <a:lnTo>
                    <a:pt x="10960" y="243"/>
                  </a:lnTo>
                  <a:cubicBezTo>
                    <a:pt x="11015" y="187"/>
                    <a:pt x="11015" y="98"/>
                    <a:pt x="10960" y="42"/>
                  </a:cubicBezTo>
                  <a:cubicBezTo>
                    <a:pt x="10932" y="14"/>
                    <a:pt x="10895" y="0"/>
                    <a:pt x="108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40"/>
            <p:cNvSpPr/>
            <p:nvPr/>
          </p:nvSpPr>
          <p:spPr>
            <a:xfrm>
              <a:off x="-1042397" y="2282795"/>
              <a:ext cx="56773" cy="49934"/>
            </a:xfrm>
            <a:custGeom>
              <a:avLst/>
              <a:gdLst/>
              <a:ahLst/>
              <a:cxnLst/>
              <a:rect l="l" t="t" r="r" b="b"/>
              <a:pathLst>
                <a:path w="2590" h="2278" extrusionOk="0">
                  <a:moveTo>
                    <a:pt x="1285" y="1"/>
                  </a:moveTo>
                  <a:cubicBezTo>
                    <a:pt x="1143" y="1"/>
                    <a:pt x="999" y="27"/>
                    <a:pt x="860" y="84"/>
                  </a:cubicBezTo>
                  <a:cubicBezTo>
                    <a:pt x="280" y="329"/>
                    <a:pt x="1" y="999"/>
                    <a:pt x="246" y="1579"/>
                  </a:cubicBezTo>
                  <a:cubicBezTo>
                    <a:pt x="423" y="2017"/>
                    <a:pt x="849" y="2277"/>
                    <a:pt x="1296" y="2277"/>
                  </a:cubicBezTo>
                  <a:cubicBezTo>
                    <a:pt x="1441" y="2277"/>
                    <a:pt x="1588" y="2250"/>
                    <a:pt x="1730" y="2193"/>
                  </a:cubicBezTo>
                  <a:cubicBezTo>
                    <a:pt x="2311" y="1947"/>
                    <a:pt x="2590" y="1289"/>
                    <a:pt x="2344" y="708"/>
                  </a:cubicBezTo>
                  <a:cubicBezTo>
                    <a:pt x="2158" y="268"/>
                    <a:pt x="1733" y="1"/>
                    <a:pt x="128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40"/>
            <p:cNvSpPr/>
            <p:nvPr/>
          </p:nvSpPr>
          <p:spPr>
            <a:xfrm>
              <a:off x="-1275516" y="2516813"/>
              <a:ext cx="54822" cy="49802"/>
            </a:xfrm>
            <a:custGeom>
              <a:avLst/>
              <a:gdLst/>
              <a:ahLst/>
              <a:cxnLst/>
              <a:rect l="l" t="t" r="r" b="b"/>
              <a:pathLst>
                <a:path w="2501" h="2272" extrusionOk="0">
                  <a:moveTo>
                    <a:pt x="1254" y="0"/>
                  </a:moveTo>
                  <a:cubicBezTo>
                    <a:pt x="737" y="0"/>
                    <a:pt x="270" y="353"/>
                    <a:pt x="146" y="868"/>
                  </a:cubicBezTo>
                  <a:cubicBezTo>
                    <a:pt x="1" y="1482"/>
                    <a:pt x="380" y="2096"/>
                    <a:pt x="994" y="2241"/>
                  </a:cubicBezTo>
                  <a:cubicBezTo>
                    <a:pt x="1082" y="2262"/>
                    <a:pt x="1171" y="2272"/>
                    <a:pt x="1258" y="2272"/>
                  </a:cubicBezTo>
                  <a:cubicBezTo>
                    <a:pt x="1774" y="2272"/>
                    <a:pt x="2241" y="1918"/>
                    <a:pt x="2355" y="1393"/>
                  </a:cubicBezTo>
                  <a:cubicBezTo>
                    <a:pt x="2500" y="779"/>
                    <a:pt x="2121" y="176"/>
                    <a:pt x="1518" y="31"/>
                  </a:cubicBezTo>
                  <a:cubicBezTo>
                    <a:pt x="1430" y="10"/>
                    <a:pt x="1341" y="0"/>
                    <a:pt x="12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40"/>
            <p:cNvSpPr/>
            <p:nvPr/>
          </p:nvSpPr>
          <p:spPr>
            <a:xfrm>
              <a:off x="-1067824" y="3161765"/>
              <a:ext cx="659200" cy="657841"/>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40"/>
            <p:cNvSpPr/>
            <p:nvPr/>
          </p:nvSpPr>
          <p:spPr>
            <a:xfrm>
              <a:off x="-676683" y="3289011"/>
              <a:ext cx="136014" cy="135772"/>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40"/>
            <p:cNvSpPr/>
            <p:nvPr/>
          </p:nvSpPr>
          <p:spPr>
            <a:xfrm>
              <a:off x="-429382" y="3134825"/>
              <a:ext cx="53836" cy="50065"/>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40"/>
            <p:cNvSpPr/>
            <p:nvPr/>
          </p:nvSpPr>
          <p:spPr>
            <a:xfrm>
              <a:off x="-1089349" y="3791702"/>
              <a:ext cx="49912" cy="49671"/>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40"/>
            <p:cNvSpPr/>
            <p:nvPr/>
          </p:nvSpPr>
          <p:spPr>
            <a:xfrm>
              <a:off x="-864538" y="3079499"/>
              <a:ext cx="44739" cy="33647"/>
            </a:xfrm>
            <a:custGeom>
              <a:avLst/>
              <a:gdLst/>
              <a:ahLst/>
              <a:cxnLst/>
              <a:rect l="l" t="t" r="r" b="b"/>
              <a:pathLst>
                <a:path w="2041" h="1535" extrusionOk="0">
                  <a:moveTo>
                    <a:pt x="1021" y="0"/>
                  </a:moveTo>
                  <a:cubicBezTo>
                    <a:pt x="970" y="0"/>
                    <a:pt x="920" y="6"/>
                    <a:pt x="870" y="17"/>
                  </a:cubicBezTo>
                  <a:cubicBezTo>
                    <a:pt x="825" y="28"/>
                    <a:pt x="781" y="39"/>
                    <a:pt x="736" y="62"/>
                  </a:cubicBezTo>
                  <a:cubicBezTo>
                    <a:pt x="680" y="73"/>
                    <a:pt x="636" y="95"/>
                    <a:pt x="602" y="129"/>
                  </a:cubicBezTo>
                  <a:cubicBezTo>
                    <a:pt x="558" y="151"/>
                    <a:pt x="513" y="184"/>
                    <a:pt x="479" y="229"/>
                  </a:cubicBezTo>
                  <a:cubicBezTo>
                    <a:pt x="1" y="708"/>
                    <a:pt x="333" y="1530"/>
                    <a:pt x="1021" y="1535"/>
                  </a:cubicBezTo>
                  <a:lnTo>
                    <a:pt x="1021" y="1535"/>
                  </a:lnTo>
                  <a:cubicBezTo>
                    <a:pt x="1698" y="1530"/>
                    <a:pt x="2040" y="708"/>
                    <a:pt x="1562" y="229"/>
                  </a:cubicBezTo>
                  <a:cubicBezTo>
                    <a:pt x="1484" y="151"/>
                    <a:pt x="1406" y="95"/>
                    <a:pt x="1305" y="62"/>
                  </a:cubicBezTo>
                  <a:cubicBezTo>
                    <a:pt x="1261" y="39"/>
                    <a:pt x="1216" y="28"/>
                    <a:pt x="1171" y="17"/>
                  </a:cubicBezTo>
                  <a:cubicBezTo>
                    <a:pt x="1121" y="6"/>
                    <a:pt x="1071" y="0"/>
                    <a:pt x="1021" y="0"/>
                  </a:cubicBezTo>
                  <a:close/>
                  <a:moveTo>
                    <a:pt x="1021" y="1535"/>
                  </a:moveTo>
                  <a:cubicBezTo>
                    <a:pt x="1019" y="1535"/>
                    <a:pt x="1017" y="1535"/>
                    <a:pt x="1015" y="1535"/>
                  </a:cubicBezTo>
                  <a:lnTo>
                    <a:pt x="1026" y="1535"/>
                  </a:lnTo>
                  <a:cubicBezTo>
                    <a:pt x="1024" y="1535"/>
                    <a:pt x="1023" y="1535"/>
                    <a:pt x="1021" y="15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40"/>
            <p:cNvSpPr/>
            <p:nvPr/>
          </p:nvSpPr>
          <p:spPr>
            <a:xfrm>
              <a:off x="-1492721" y="3169086"/>
              <a:ext cx="584365" cy="571016"/>
            </a:xfrm>
            <a:custGeom>
              <a:avLst/>
              <a:gdLst/>
              <a:ahLst/>
              <a:cxnLst/>
              <a:rect l="l" t="t" r="r" b="b"/>
              <a:pathLst>
                <a:path w="26659" h="26050" extrusionOk="0">
                  <a:moveTo>
                    <a:pt x="25615" y="0"/>
                  </a:moveTo>
                  <a:cubicBezTo>
                    <a:pt x="25521" y="0"/>
                    <a:pt x="25422" y="18"/>
                    <a:pt x="25321" y="59"/>
                  </a:cubicBezTo>
                  <a:cubicBezTo>
                    <a:pt x="24529" y="360"/>
                    <a:pt x="24752" y="1532"/>
                    <a:pt x="25600" y="1532"/>
                  </a:cubicBezTo>
                  <a:cubicBezTo>
                    <a:pt x="25790" y="1532"/>
                    <a:pt x="25979" y="1454"/>
                    <a:pt x="26124" y="1331"/>
                  </a:cubicBezTo>
                  <a:cubicBezTo>
                    <a:pt x="26659" y="826"/>
                    <a:pt x="26246" y="0"/>
                    <a:pt x="25615" y="0"/>
                  </a:cubicBezTo>
                  <a:close/>
                  <a:moveTo>
                    <a:pt x="21521" y="4074"/>
                  </a:moveTo>
                  <a:cubicBezTo>
                    <a:pt x="21427" y="4074"/>
                    <a:pt x="21327" y="4092"/>
                    <a:pt x="21225" y="4132"/>
                  </a:cubicBezTo>
                  <a:cubicBezTo>
                    <a:pt x="20433" y="4445"/>
                    <a:pt x="20656" y="5616"/>
                    <a:pt x="21504" y="5616"/>
                  </a:cubicBezTo>
                  <a:cubicBezTo>
                    <a:pt x="21705" y="5616"/>
                    <a:pt x="21895" y="5549"/>
                    <a:pt x="22029" y="5416"/>
                  </a:cubicBezTo>
                  <a:cubicBezTo>
                    <a:pt x="22573" y="4910"/>
                    <a:pt x="22160" y="4074"/>
                    <a:pt x="21521" y="4074"/>
                  </a:cubicBezTo>
                  <a:close/>
                  <a:moveTo>
                    <a:pt x="17436" y="8169"/>
                  </a:moveTo>
                  <a:cubicBezTo>
                    <a:pt x="17341" y="8169"/>
                    <a:pt x="17242" y="8187"/>
                    <a:pt x="17141" y="8228"/>
                  </a:cubicBezTo>
                  <a:cubicBezTo>
                    <a:pt x="16349" y="8540"/>
                    <a:pt x="16572" y="9712"/>
                    <a:pt x="17420" y="9712"/>
                  </a:cubicBezTo>
                  <a:cubicBezTo>
                    <a:pt x="17621" y="9712"/>
                    <a:pt x="17811" y="9634"/>
                    <a:pt x="17944" y="9500"/>
                  </a:cubicBezTo>
                  <a:cubicBezTo>
                    <a:pt x="18488" y="8995"/>
                    <a:pt x="18069" y="8169"/>
                    <a:pt x="17436" y="8169"/>
                  </a:cubicBezTo>
                  <a:close/>
                  <a:moveTo>
                    <a:pt x="13345" y="12254"/>
                  </a:moveTo>
                  <a:cubicBezTo>
                    <a:pt x="13242" y="12254"/>
                    <a:pt x="13134" y="12275"/>
                    <a:pt x="13023" y="12323"/>
                  </a:cubicBezTo>
                  <a:cubicBezTo>
                    <a:pt x="12264" y="12658"/>
                    <a:pt x="12499" y="13796"/>
                    <a:pt x="13336" y="13796"/>
                  </a:cubicBezTo>
                  <a:cubicBezTo>
                    <a:pt x="13548" y="13796"/>
                    <a:pt x="13749" y="13707"/>
                    <a:pt x="13894" y="13551"/>
                  </a:cubicBezTo>
                  <a:cubicBezTo>
                    <a:pt x="14381" y="13025"/>
                    <a:pt x="13960" y="12254"/>
                    <a:pt x="13345" y="12254"/>
                  </a:cubicBezTo>
                  <a:close/>
                  <a:moveTo>
                    <a:pt x="9257" y="16338"/>
                  </a:moveTo>
                  <a:cubicBezTo>
                    <a:pt x="9155" y="16338"/>
                    <a:pt x="9048" y="16360"/>
                    <a:pt x="8939" y="16408"/>
                  </a:cubicBezTo>
                  <a:cubicBezTo>
                    <a:pt x="8169" y="16742"/>
                    <a:pt x="8414" y="17881"/>
                    <a:pt x="9251" y="17881"/>
                  </a:cubicBezTo>
                  <a:cubicBezTo>
                    <a:pt x="9463" y="17881"/>
                    <a:pt x="9664" y="17791"/>
                    <a:pt x="9809" y="17635"/>
                  </a:cubicBezTo>
                  <a:cubicBezTo>
                    <a:pt x="10297" y="17109"/>
                    <a:pt x="9867" y="16338"/>
                    <a:pt x="9257" y="16338"/>
                  </a:cubicBezTo>
                  <a:close/>
                  <a:moveTo>
                    <a:pt x="5182" y="20433"/>
                  </a:moveTo>
                  <a:cubicBezTo>
                    <a:pt x="5088" y="20433"/>
                    <a:pt x="4989" y="20451"/>
                    <a:pt x="4888" y="20492"/>
                  </a:cubicBezTo>
                  <a:cubicBezTo>
                    <a:pt x="4096" y="20793"/>
                    <a:pt x="4319" y="21965"/>
                    <a:pt x="5167" y="21965"/>
                  </a:cubicBezTo>
                  <a:cubicBezTo>
                    <a:pt x="5357" y="21965"/>
                    <a:pt x="5546" y="21887"/>
                    <a:pt x="5691" y="21764"/>
                  </a:cubicBezTo>
                  <a:cubicBezTo>
                    <a:pt x="6225" y="21259"/>
                    <a:pt x="5813" y="20433"/>
                    <a:pt x="5182" y="20433"/>
                  </a:cubicBezTo>
                  <a:close/>
                  <a:moveTo>
                    <a:pt x="1088" y="24507"/>
                  </a:moveTo>
                  <a:cubicBezTo>
                    <a:pt x="994" y="24507"/>
                    <a:pt x="894" y="24525"/>
                    <a:pt x="792" y="24565"/>
                  </a:cubicBezTo>
                  <a:cubicBezTo>
                    <a:pt x="0" y="24878"/>
                    <a:pt x="223" y="26049"/>
                    <a:pt x="1071" y="26049"/>
                  </a:cubicBezTo>
                  <a:cubicBezTo>
                    <a:pt x="1272" y="26049"/>
                    <a:pt x="1462" y="25982"/>
                    <a:pt x="1596" y="25849"/>
                  </a:cubicBezTo>
                  <a:cubicBezTo>
                    <a:pt x="2140" y="25343"/>
                    <a:pt x="1727" y="24507"/>
                    <a:pt x="1088" y="2450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40"/>
            <p:cNvSpPr/>
            <p:nvPr/>
          </p:nvSpPr>
          <p:spPr>
            <a:xfrm>
              <a:off x="-1581278" y="3795976"/>
              <a:ext cx="41122" cy="33647"/>
            </a:xfrm>
            <a:custGeom>
              <a:avLst/>
              <a:gdLst/>
              <a:ahLst/>
              <a:cxnLst/>
              <a:rect l="l" t="t" r="r" b="b"/>
              <a:pathLst>
                <a:path w="1876" h="1535" extrusionOk="0">
                  <a:moveTo>
                    <a:pt x="1027" y="1"/>
                  </a:moveTo>
                  <a:cubicBezTo>
                    <a:pt x="976" y="1"/>
                    <a:pt x="924" y="6"/>
                    <a:pt x="871" y="17"/>
                  </a:cubicBezTo>
                  <a:cubicBezTo>
                    <a:pt x="826" y="28"/>
                    <a:pt x="781" y="39"/>
                    <a:pt x="737" y="62"/>
                  </a:cubicBezTo>
                  <a:cubicBezTo>
                    <a:pt x="692" y="84"/>
                    <a:pt x="648" y="106"/>
                    <a:pt x="603" y="129"/>
                  </a:cubicBezTo>
                  <a:cubicBezTo>
                    <a:pt x="558" y="162"/>
                    <a:pt x="525" y="196"/>
                    <a:pt x="480" y="229"/>
                  </a:cubicBezTo>
                  <a:cubicBezTo>
                    <a:pt x="0" y="709"/>
                    <a:pt x="346" y="1535"/>
                    <a:pt x="1027" y="1535"/>
                  </a:cubicBezTo>
                  <a:cubicBezTo>
                    <a:pt x="1228" y="1535"/>
                    <a:pt x="1429" y="1457"/>
                    <a:pt x="1563" y="1312"/>
                  </a:cubicBezTo>
                  <a:cubicBezTo>
                    <a:pt x="1641" y="1245"/>
                    <a:pt x="1697" y="1155"/>
                    <a:pt x="1730" y="1066"/>
                  </a:cubicBezTo>
                  <a:cubicBezTo>
                    <a:pt x="1752" y="1010"/>
                    <a:pt x="1763" y="966"/>
                    <a:pt x="1775" y="921"/>
                  </a:cubicBezTo>
                  <a:cubicBezTo>
                    <a:pt x="1875" y="438"/>
                    <a:pt x="1495" y="1"/>
                    <a:pt x="10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40"/>
            <p:cNvSpPr/>
            <p:nvPr/>
          </p:nvSpPr>
          <p:spPr>
            <a:xfrm>
              <a:off x="-1873362" y="2939014"/>
              <a:ext cx="480201" cy="479478"/>
            </a:xfrm>
            <a:custGeom>
              <a:avLst/>
              <a:gdLst/>
              <a:ahLst/>
              <a:cxnLst/>
              <a:rect l="l" t="t" r="r" b="b"/>
              <a:pathLst>
                <a:path w="21907" h="21874" extrusionOk="0">
                  <a:moveTo>
                    <a:pt x="21751" y="1"/>
                  </a:moveTo>
                  <a:cubicBezTo>
                    <a:pt x="21714" y="1"/>
                    <a:pt x="21678" y="15"/>
                    <a:pt x="21650" y="43"/>
                  </a:cubicBezTo>
                  <a:lnTo>
                    <a:pt x="57" y="21636"/>
                  </a:lnTo>
                  <a:cubicBezTo>
                    <a:pt x="1" y="21692"/>
                    <a:pt x="1" y="21781"/>
                    <a:pt x="57" y="21837"/>
                  </a:cubicBezTo>
                  <a:cubicBezTo>
                    <a:pt x="75" y="21855"/>
                    <a:pt x="101" y="21874"/>
                    <a:pt x="134" y="21874"/>
                  </a:cubicBezTo>
                  <a:cubicBezTo>
                    <a:pt x="141" y="21874"/>
                    <a:pt x="149" y="21873"/>
                    <a:pt x="157" y="21871"/>
                  </a:cubicBezTo>
                  <a:cubicBezTo>
                    <a:pt x="163" y="21873"/>
                    <a:pt x="169" y="21874"/>
                    <a:pt x="175" y="21874"/>
                  </a:cubicBezTo>
                  <a:cubicBezTo>
                    <a:pt x="202" y="21874"/>
                    <a:pt x="228" y="21855"/>
                    <a:pt x="246" y="21837"/>
                  </a:cubicBezTo>
                  <a:lnTo>
                    <a:pt x="21851" y="232"/>
                  </a:lnTo>
                  <a:cubicBezTo>
                    <a:pt x="21907" y="177"/>
                    <a:pt x="21907" y="99"/>
                    <a:pt x="21851" y="43"/>
                  </a:cubicBezTo>
                  <a:cubicBezTo>
                    <a:pt x="21823" y="15"/>
                    <a:pt x="21787" y="1"/>
                    <a:pt x="217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40"/>
            <p:cNvSpPr/>
            <p:nvPr/>
          </p:nvSpPr>
          <p:spPr>
            <a:xfrm>
              <a:off x="-414717" y="2120543"/>
              <a:ext cx="480201" cy="47989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40"/>
            <p:cNvSpPr/>
            <p:nvPr/>
          </p:nvSpPr>
          <p:spPr>
            <a:xfrm>
              <a:off x="-287757" y="2820734"/>
              <a:ext cx="217972" cy="209731"/>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40"/>
            <p:cNvSpPr/>
            <p:nvPr/>
          </p:nvSpPr>
          <p:spPr>
            <a:xfrm>
              <a:off x="-221208" y="2878778"/>
              <a:ext cx="93204" cy="93467"/>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423"/>
        <p:cNvGrpSpPr/>
        <p:nvPr/>
      </p:nvGrpSpPr>
      <p:grpSpPr>
        <a:xfrm>
          <a:off x="0" y="0"/>
          <a:ext cx="0" cy="0"/>
          <a:chOff x="0" y="0"/>
          <a:chExt cx="0" cy="0"/>
        </a:xfrm>
      </p:grpSpPr>
      <p:pic>
        <p:nvPicPr>
          <p:cNvPr id="1424" name="Google Shape;1424;p41" title="Points scored">
            <a:hlinkClick r:id="rId3"/>
          </p:cNvPr>
          <p:cNvPicPr preferRelativeResize="0"/>
          <p:nvPr/>
        </p:nvPicPr>
        <p:blipFill>
          <a:blip r:embed="rId4">
            <a:alphaModFix/>
          </a:blip>
          <a:stretch>
            <a:fillRect/>
          </a:stretch>
        </p:blipFill>
        <p:spPr>
          <a:xfrm>
            <a:off x="782850" y="1564162"/>
            <a:ext cx="3080124" cy="1504124"/>
          </a:xfrm>
          <a:prstGeom prst="rect">
            <a:avLst/>
          </a:prstGeom>
          <a:noFill/>
          <a:ln>
            <a:noFill/>
          </a:ln>
        </p:spPr>
      </p:pic>
      <p:sp>
        <p:nvSpPr>
          <p:cNvPr id="1425" name="Google Shape;1425;p41"/>
          <p:cNvSpPr txBox="1">
            <a:spLocks noGrp="1"/>
          </p:cNvSpPr>
          <p:nvPr>
            <p:ph type="title"/>
          </p:nvPr>
        </p:nvSpPr>
        <p:spPr>
          <a:xfrm>
            <a:off x="782850" y="556250"/>
            <a:ext cx="7578300" cy="5232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TABLEAU DE BORD KPI</a:t>
            </a:r>
            <a:endParaRPr/>
          </a:p>
        </p:txBody>
      </p:sp>
      <p:sp>
        <p:nvSpPr>
          <p:cNvPr id="1426" name="Google Shape;1426;p41"/>
          <p:cNvSpPr txBox="1"/>
          <p:nvPr/>
        </p:nvSpPr>
        <p:spPr>
          <a:xfrm>
            <a:off x="782850" y="1285275"/>
            <a:ext cx="3641700" cy="3426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Budget</a:t>
            </a:r>
            <a:endParaRPr sz="2000" b="1">
              <a:solidFill>
                <a:schemeClr val="lt1"/>
              </a:solidFill>
              <a:latin typeface="Montserrat"/>
              <a:ea typeface="Montserrat"/>
              <a:cs typeface="Montserrat"/>
              <a:sym typeface="Montserrat"/>
            </a:endParaRPr>
          </a:p>
        </p:txBody>
      </p:sp>
      <p:sp>
        <p:nvSpPr>
          <p:cNvPr id="1427" name="Google Shape;1427;p41"/>
          <p:cNvSpPr txBox="1"/>
          <p:nvPr/>
        </p:nvSpPr>
        <p:spPr>
          <a:xfrm>
            <a:off x="4668287" y="1285275"/>
            <a:ext cx="3641700" cy="3426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Gains</a:t>
            </a:r>
            <a:endParaRPr sz="2000" b="1">
              <a:solidFill>
                <a:schemeClr val="lt1"/>
              </a:solidFill>
              <a:latin typeface="Montserrat"/>
              <a:ea typeface="Montserrat"/>
              <a:cs typeface="Montserrat"/>
              <a:sym typeface="Montserrat"/>
            </a:endParaRPr>
          </a:p>
        </p:txBody>
      </p:sp>
      <p:sp>
        <p:nvSpPr>
          <p:cNvPr id="1428" name="Google Shape;1428;p41"/>
          <p:cNvSpPr txBox="1"/>
          <p:nvPr/>
        </p:nvSpPr>
        <p:spPr>
          <a:xfrm>
            <a:off x="722275" y="4284500"/>
            <a:ext cx="7699500" cy="302700"/>
          </a:xfrm>
          <a:prstGeom prst="rect">
            <a:avLst/>
          </a:prstGeom>
          <a:noFill/>
          <a:ln>
            <a:noFill/>
          </a:ln>
        </p:spPr>
        <p:txBody>
          <a:bodyPr spcFirstLastPara="1" wrap="square" lIns="0" tIns="91425" rIns="0" bIns="91425" anchor="t" anchorCtr="0">
            <a:noAutofit/>
          </a:bodyPr>
          <a:lstStyle/>
          <a:p>
            <a:pPr marL="0" marR="0" lvl="0" indent="0" algn="ctr" rtl="0">
              <a:lnSpc>
                <a:spcPct val="100000"/>
              </a:lnSpc>
              <a:spcBef>
                <a:spcPts val="0"/>
              </a:spcBef>
              <a:spcAft>
                <a:spcPts val="0"/>
              </a:spcAft>
              <a:buNone/>
            </a:pPr>
            <a:r>
              <a:rPr lang="en" sz="1200">
                <a:solidFill>
                  <a:schemeClr val="lt1"/>
                </a:solidFill>
                <a:latin typeface="Montserrat"/>
                <a:ea typeface="Montserrat"/>
                <a:cs typeface="Montserrat"/>
                <a:sym typeface="Montserrat"/>
              </a:rPr>
              <a:t>Follow the link in the graph to modify its data and paste the new one here. </a:t>
            </a:r>
            <a:r>
              <a:rPr lang="en" sz="1200" u="sng">
                <a:solidFill>
                  <a:schemeClr val="lt1"/>
                </a:solidFill>
                <a:latin typeface="Montserrat"/>
                <a:ea typeface="Montserrat"/>
                <a:cs typeface="Montserrat"/>
                <a:sym typeface="Montserrat"/>
                <a:hlinkClick r:id="rId5">
                  <a:extLst>
                    <a:ext uri="{A12FA001-AC4F-418D-AE19-62706E023703}">
                      <ahyp:hlinkClr xmlns:ahyp="http://schemas.microsoft.com/office/drawing/2018/hyperlinkcolor" val="tx"/>
                    </a:ext>
                  </a:extLst>
                </a:hlinkClick>
              </a:rPr>
              <a:t>For more info, click here</a:t>
            </a:r>
            <a:endParaRPr sz="1200" u="sng">
              <a:solidFill>
                <a:schemeClr val="lt1"/>
              </a:solidFill>
              <a:latin typeface="Montserrat"/>
              <a:ea typeface="Montserrat"/>
              <a:cs typeface="Montserrat"/>
              <a:sym typeface="Montserrat"/>
            </a:endParaRPr>
          </a:p>
        </p:txBody>
      </p:sp>
      <p:sp>
        <p:nvSpPr>
          <p:cNvPr id="1429" name="Google Shape;1429;p41"/>
          <p:cNvSpPr txBox="1"/>
          <p:nvPr/>
        </p:nvSpPr>
        <p:spPr>
          <a:xfrm>
            <a:off x="782850" y="3624675"/>
            <a:ext cx="1552200" cy="3840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a:solidFill>
                  <a:schemeClr val="lt1"/>
                </a:solidFill>
                <a:latin typeface="Montserrat"/>
                <a:ea typeface="Montserrat"/>
                <a:cs typeface="Montserrat"/>
                <a:sym typeface="Montserrat"/>
              </a:rPr>
              <a:t>Vénus a un beau nom</a:t>
            </a:r>
            <a:endParaRPr>
              <a:solidFill>
                <a:schemeClr val="lt1"/>
              </a:solidFill>
              <a:latin typeface="Montserrat"/>
              <a:ea typeface="Montserrat"/>
              <a:cs typeface="Montserrat"/>
              <a:sym typeface="Montserrat"/>
            </a:endParaRPr>
          </a:p>
        </p:txBody>
      </p:sp>
      <p:sp>
        <p:nvSpPr>
          <p:cNvPr id="1430" name="Google Shape;1430;p41"/>
          <p:cNvSpPr txBox="1"/>
          <p:nvPr/>
        </p:nvSpPr>
        <p:spPr>
          <a:xfrm>
            <a:off x="782850" y="3156975"/>
            <a:ext cx="15522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800" b="1">
                <a:solidFill>
                  <a:schemeClr val="lt1"/>
                </a:solidFill>
                <a:latin typeface="Montserrat"/>
                <a:ea typeface="Montserrat"/>
                <a:cs typeface="Montserrat"/>
                <a:sym typeface="Montserrat"/>
              </a:rPr>
              <a:t>28.00€</a:t>
            </a:r>
            <a:endParaRPr sz="2800" b="1">
              <a:solidFill>
                <a:schemeClr val="lt1"/>
              </a:solidFill>
              <a:latin typeface="Montserrat"/>
              <a:ea typeface="Montserrat"/>
              <a:cs typeface="Montserrat"/>
              <a:sym typeface="Montserrat"/>
            </a:endParaRPr>
          </a:p>
        </p:txBody>
      </p:sp>
      <p:sp>
        <p:nvSpPr>
          <p:cNvPr id="1431" name="Google Shape;1431;p41"/>
          <p:cNvSpPr txBox="1"/>
          <p:nvPr/>
        </p:nvSpPr>
        <p:spPr>
          <a:xfrm>
            <a:off x="2520750" y="3624675"/>
            <a:ext cx="1552200" cy="3840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a:solidFill>
                  <a:schemeClr val="lt1"/>
                </a:solidFill>
                <a:latin typeface="Montserrat"/>
                <a:ea typeface="Montserrat"/>
                <a:cs typeface="Montserrat"/>
                <a:sym typeface="Montserrat"/>
              </a:rPr>
              <a:t>Planète Jupiter est gazeuse</a:t>
            </a:r>
            <a:endParaRPr>
              <a:solidFill>
                <a:schemeClr val="lt1"/>
              </a:solidFill>
              <a:latin typeface="Montserrat"/>
              <a:ea typeface="Montserrat"/>
              <a:cs typeface="Montserrat"/>
              <a:sym typeface="Montserrat"/>
            </a:endParaRPr>
          </a:p>
        </p:txBody>
      </p:sp>
      <p:sp>
        <p:nvSpPr>
          <p:cNvPr id="1432" name="Google Shape;1432;p41"/>
          <p:cNvSpPr txBox="1"/>
          <p:nvPr/>
        </p:nvSpPr>
        <p:spPr>
          <a:xfrm>
            <a:off x="2520750" y="3156975"/>
            <a:ext cx="19038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800" b="1">
                <a:solidFill>
                  <a:schemeClr val="lt1"/>
                </a:solidFill>
                <a:latin typeface="Montserrat"/>
                <a:ea typeface="Montserrat"/>
                <a:cs typeface="Montserrat"/>
                <a:sym typeface="Montserrat"/>
              </a:rPr>
              <a:t>70 unités</a:t>
            </a:r>
            <a:endParaRPr sz="2800" b="1">
              <a:solidFill>
                <a:schemeClr val="lt1"/>
              </a:solidFill>
              <a:latin typeface="Montserrat"/>
              <a:ea typeface="Montserrat"/>
              <a:cs typeface="Montserrat"/>
              <a:sym typeface="Montserrat"/>
            </a:endParaRPr>
          </a:p>
        </p:txBody>
      </p:sp>
      <p:grpSp>
        <p:nvGrpSpPr>
          <p:cNvPr id="1433" name="Google Shape;1433;p41"/>
          <p:cNvGrpSpPr/>
          <p:nvPr/>
        </p:nvGrpSpPr>
        <p:grpSpPr>
          <a:xfrm>
            <a:off x="2335050" y="1050283"/>
            <a:ext cx="4473900" cy="192184"/>
            <a:chOff x="902597" y="1069304"/>
            <a:chExt cx="4473900" cy="192184"/>
          </a:xfrm>
        </p:grpSpPr>
        <p:grpSp>
          <p:nvGrpSpPr>
            <p:cNvPr id="1434" name="Google Shape;1434;p41"/>
            <p:cNvGrpSpPr/>
            <p:nvPr/>
          </p:nvGrpSpPr>
          <p:grpSpPr>
            <a:xfrm>
              <a:off x="902597" y="1069304"/>
              <a:ext cx="4416900" cy="192184"/>
              <a:chOff x="2335097" y="1069304"/>
              <a:chExt cx="4416900" cy="192184"/>
            </a:xfrm>
          </p:grpSpPr>
          <p:sp>
            <p:nvSpPr>
              <p:cNvPr id="1435" name="Google Shape;1435;p41"/>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36" name="Google Shape;1436;p41"/>
              <p:cNvCxnSpPr>
                <a:stCxn id="1437" idx="6"/>
                <a:endCxn id="1438" idx="2"/>
              </p:cNvCxnSpPr>
              <p:nvPr/>
            </p:nvCxnSpPr>
            <p:spPr>
              <a:xfrm rot="10800000">
                <a:off x="2392097" y="1164492"/>
                <a:ext cx="4359900" cy="900"/>
              </a:xfrm>
              <a:prstGeom prst="straightConnector1">
                <a:avLst/>
              </a:prstGeom>
              <a:noFill/>
              <a:ln w="9525" cap="flat" cmpd="sng">
                <a:solidFill>
                  <a:schemeClr val="lt1"/>
                </a:solidFill>
                <a:prstDash val="solid"/>
                <a:round/>
                <a:headEnd type="none" w="med" len="med"/>
                <a:tailEnd type="none" w="med" len="med"/>
              </a:ln>
            </p:spPr>
          </p:cxnSp>
          <p:sp>
            <p:nvSpPr>
              <p:cNvPr id="1438" name="Google Shape;1438;p41"/>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37" name="Google Shape;1437;p41"/>
            <p:cNvSpPr/>
            <p:nvPr/>
          </p:nvSpPr>
          <p:spPr>
            <a:xfrm flipH="1">
              <a:off x="53194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439" name="Google Shape;1439;p41" title="Gráfico">
            <a:hlinkClick r:id="rId6"/>
          </p:cNvPr>
          <p:cNvPicPr preferRelativeResize="0"/>
          <p:nvPr/>
        </p:nvPicPr>
        <p:blipFill>
          <a:blip r:embed="rId7">
            <a:alphaModFix/>
          </a:blip>
          <a:stretch>
            <a:fillRect/>
          </a:stretch>
        </p:blipFill>
        <p:spPr>
          <a:xfrm>
            <a:off x="4588161" y="1614025"/>
            <a:ext cx="4094013" cy="253145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443"/>
        <p:cNvGrpSpPr/>
        <p:nvPr/>
      </p:nvGrpSpPr>
      <p:grpSpPr>
        <a:xfrm>
          <a:off x="0" y="0"/>
          <a:ext cx="0" cy="0"/>
          <a:chOff x="0" y="0"/>
          <a:chExt cx="0" cy="0"/>
        </a:xfrm>
      </p:grpSpPr>
      <p:sp>
        <p:nvSpPr>
          <p:cNvPr id="1444" name="Google Shape;1444;p42"/>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RAPPORT DE SITUATION</a:t>
            </a:r>
            <a:endParaRPr/>
          </a:p>
        </p:txBody>
      </p:sp>
      <p:sp>
        <p:nvSpPr>
          <p:cNvPr id="1445" name="Google Shape;1445;p42"/>
          <p:cNvSpPr txBox="1">
            <a:spLocks noGrp="1"/>
          </p:cNvSpPr>
          <p:nvPr>
            <p:ph type="subTitle" idx="1"/>
          </p:nvPr>
        </p:nvSpPr>
        <p:spPr>
          <a:xfrm>
            <a:off x="785913" y="20885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Jupiter est une géante gazeuse et la plus grande</a:t>
            </a:r>
            <a:endParaRPr/>
          </a:p>
        </p:txBody>
      </p:sp>
      <p:sp>
        <p:nvSpPr>
          <p:cNvPr id="1446" name="Google Shape;1446;p42"/>
          <p:cNvSpPr txBox="1">
            <a:spLocks noGrp="1"/>
          </p:cNvSpPr>
          <p:nvPr>
            <p:ph type="subTitle" idx="2"/>
          </p:nvPr>
        </p:nvSpPr>
        <p:spPr>
          <a:xfrm>
            <a:off x="785913" y="17176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Programme</a:t>
            </a:r>
            <a:endParaRPr/>
          </a:p>
        </p:txBody>
      </p:sp>
      <p:grpSp>
        <p:nvGrpSpPr>
          <p:cNvPr id="1447" name="Google Shape;1447;p42"/>
          <p:cNvGrpSpPr/>
          <p:nvPr/>
        </p:nvGrpSpPr>
        <p:grpSpPr>
          <a:xfrm>
            <a:off x="1611150" y="1050283"/>
            <a:ext cx="5921700" cy="192184"/>
            <a:chOff x="902597" y="1069304"/>
            <a:chExt cx="5921700" cy="192184"/>
          </a:xfrm>
        </p:grpSpPr>
        <p:grpSp>
          <p:nvGrpSpPr>
            <p:cNvPr id="1448" name="Google Shape;1448;p42"/>
            <p:cNvGrpSpPr/>
            <p:nvPr/>
          </p:nvGrpSpPr>
          <p:grpSpPr>
            <a:xfrm>
              <a:off x="902597" y="1069304"/>
              <a:ext cx="5864700" cy="192184"/>
              <a:chOff x="2335097" y="1069304"/>
              <a:chExt cx="5864700" cy="192184"/>
            </a:xfrm>
          </p:grpSpPr>
          <p:sp>
            <p:nvSpPr>
              <p:cNvPr id="1449" name="Google Shape;1449;p42"/>
              <p:cNvSpPr/>
              <p:nvPr/>
            </p:nvSpPr>
            <p:spPr>
              <a:xfrm rot="-2700000" flipH="1">
                <a:off x="59558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50" name="Google Shape;1450;p42"/>
              <p:cNvCxnSpPr>
                <a:stCxn id="1451" idx="6"/>
                <a:endCxn id="1452"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452" name="Google Shape;1452;p42"/>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1" name="Google Shape;1451;p42"/>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3" name="Google Shape;1453;p42"/>
          <p:cNvSpPr txBox="1">
            <a:spLocks noGrp="1"/>
          </p:cNvSpPr>
          <p:nvPr>
            <p:ph type="subTitle" idx="3"/>
          </p:nvPr>
        </p:nvSpPr>
        <p:spPr>
          <a:xfrm>
            <a:off x="3428113" y="20885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Saturne est une géante gazeuse et possède anneaux</a:t>
            </a:r>
            <a:endParaRPr/>
          </a:p>
        </p:txBody>
      </p:sp>
      <p:sp>
        <p:nvSpPr>
          <p:cNvPr id="1454" name="Google Shape;1454;p42"/>
          <p:cNvSpPr txBox="1">
            <a:spLocks noGrp="1"/>
          </p:cNvSpPr>
          <p:nvPr>
            <p:ph type="subTitle" idx="4"/>
          </p:nvPr>
        </p:nvSpPr>
        <p:spPr>
          <a:xfrm>
            <a:off x="3428100" y="17176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Ressourcement</a:t>
            </a:r>
            <a:endParaRPr/>
          </a:p>
        </p:txBody>
      </p:sp>
      <p:sp>
        <p:nvSpPr>
          <p:cNvPr id="1455" name="Google Shape;1455;p42"/>
          <p:cNvSpPr txBox="1">
            <a:spLocks noGrp="1"/>
          </p:cNvSpPr>
          <p:nvPr>
            <p:ph type="subTitle" idx="5"/>
          </p:nvPr>
        </p:nvSpPr>
        <p:spPr>
          <a:xfrm>
            <a:off x="6070288" y="20885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Pluton est désormais comme une planète naine</a:t>
            </a:r>
            <a:endParaRPr/>
          </a:p>
        </p:txBody>
      </p:sp>
      <p:sp>
        <p:nvSpPr>
          <p:cNvPr id="1456" name="Google Shape;1456;p42"/>
          <p:cNvSpPr txBox="1">
            <a:spLocks noGrp="1"/>
          </p:cNvSpPr>
          <p:nvPr>
            <p:ph type="subTitle" idx="6"/>
          </p:nvPr>
        </p:nvSpPr>
        <p:spPr>
          <a:xfrm>
            <a:off x="6070288" y="17176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Budget</a:t>
            </a:r>
            <a:endParaRPr/>
          </a:p>
        </p:txBody>
      </p:sp>
      <p:sp>
        <p:nvSpPr>
          <p:cNvPr id="1457" name="Google Shape;1457;p42"/>
          <p:cNvSpPr txBox="1">
            <a:spLocks noGrp="1"/>
          </p:cNvSpPr>
          <p:nvPr>
            <p:ph type="subTitle" idx="7"/>
          </p:nvPr>
        </p:nvSpPr>
        <p:spPr>
          <a:xfrm>
            <a:off x="785913" y="38246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Cérès est située dans la ceinture d'astéroïdes</a:t>
            </a:r>
            <a:endParaRPr/>
          </a:p>
        </p:txBody>
      </p:sp>
      <p:sp>
        <p:nvSpPr>
          <p:cNvPr id="1458" name="Google Shape;1458;p42"/>
          <p:cNvSpPr txBox="1">
            <a:spLocks noGrp="1"/>
          </p:cNvSpPr>
          <p:nvPr>
            <p:ph type="subTitle" idx="8"/>
          </p:nvPr>
        </p:nvSpPr>
        <p:spPr>
          <a:xfrm>
            <a:off x="785913" y="34537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Risques</a:t>
            </a:r>
            <a:endParaRPr/>
          </a:p>
        </p:txBody>
      </p:sp>
      <p:sp>
        <p:nvSpPr>
          <p:cNvPr id="1459" name="Google Shape;1459;p42"/>
          <p:cNvSpPr txBox="1">
            <a:spLocks noGrp="1"/>
          </p:cNvSpPr>
          <p:nvPr>
            <p:ph type="subTitle" idx="9"/>
          </p:nvPr>
        </p:nvSpPr>
        <p:spPr>
          <a:xfrm>
            <a:off x="3428113" y="38246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La Terre est la troisième planète partant du Soleil</a:t>
            </a:r>
            <a:endParaRPr/>
          </a:p>
        </p:txBody>
      </p:sp>
      <p:sp>
        <p:nvSpPr>
          <p:cNvPr id="1460" name="Google Shape;1460;p42"/>
          <p:cNvSpPr txBox="1">
            <a:spLocks noGrp="1"/>
          </p:cNvSpPr>
          <p:nvPr>
            <p:ph type="subTitle" idx="13"/>
          </p:nvPr>
        </p:nvSpPr>
        <p:spPr>
          <a:xfrm>
            <a:off x="3428100" y="34537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Avantages</a:t>
            </a:r>
            <a:endParaRPr/>
          </a:p>
        </p:txBody>
      </p:sp>
      <p:sp>
        <p:nvSpPr>
          <p:cNvPr id="1461" name="Google Shape;1461;p42"/>
          <p:cNvSpPr txBox="1">
            <a:spLocks noGrp="1"/>
          </p:cNvSpPr>
          <p:nvPr>
            <p:ph type="subTitle" idx="14"/>
          </p:nvPr>
        </p:nvSpPr>
        <p:spPr>
          <a:xfrm>
            <a:off x="6070288" y="3824650"/>
            <a:ext cx="2287800" cy="7626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Malgré sa couleur rouge, Mars est en fait un endroit froid</a:t>
            </a:r>
            <a:endParaRPr/>
          </a:p>
        </p:txBody>
      </p:sp>
      <p:sp>
        <p:nvSpPr>
          <p:cNvPr id="1462" name="Google Shape;1462;p42"/>
          <p:cNvSpPr txBox="1">
            <a:spLocks noGrp="1"/>
          </p:cNvSpPr>
          <p:nvPr>
            <p:ph type="subTitle" idx="15"/>
          </p:nvPr>
        </p:nvSpPr>
        <p:spPr>
          <a:xfrm>
            <a:off x="6070288" y="3453700"/>
            <a:ext cx="22878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Questions</a:t>
            </a:r>
            <a:endParaRPr/>
          </a:p>
        </p:txBody>
      </p:sp>
      <p:sp>
        <p:nvSpPr>
          <p:cNvPr id="1463" name="Google Shape;1463;p42"/>
          <p:cNvSpPr/>
          <p:nvPr/>
        </p:nvSpPr>
        <p:spPr>
          <a:xfrm>
            <a:off x="888788"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2"/>
          <p:cNvSpPr/>
          <p:nvPr/>
        </p:nvSpPr>
        <p:spPr>
          <a:xfrm>
            <a:off x="113553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42"/>
          <p:cNvSpPr/>
          <p:nvPr/>
        </p:nvSpPr>
        <p:spPr>
          <a:xfrm>
            <a:off x="138228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42"/>
          <p:cNvSpPr/>
          <p:nvPr/>
        </p:nvSpPr>
        <p:spPr>
          <a:xfrm>
            <a:off x="162903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42"/>
          <p:cNvSpPr/>
          <p:nvPr/>
        </p:nvSpPr>
        <p:spPr>
          <a:xfrm>
            <a:off x="1875788"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42"/>
          <p:cNvSpPr/>
          <p:nvPr/>
        </p:nvSpPr>
        <p:spPr>
          <a:xfrm>
            <a:off x="354225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42"/>
          <p:cNvSpPr/>
          <p:nvPr/>
        </p:nvSpPr>
        <p:spPr>
          <a:xfrm>
            <a:off x="378900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42"/>
          <p:cNvSpPr/>
          <p:nvPr/>
        </p:nvSpPr>
        <p:spPr>
          <a:xfrm>
            <a:off x="403575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42"/>
          <p:cNvSpPr/>
          <p:nvPr/>
        </p:nvSpPr>
        <p:spPr>
          <a:xfrm>
            <a:off x="428250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42"/>
          <p:cNvSpPr/>
          <p:nvPr/>
        </p:nvSpPr>
        <p:spPr>
          <a:xfrm>
            <a:off x="4529250"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42"/>
          <p:cNvSpPr/>
          <p:nvPr/>
        </p:nvSpPr>
        <p:spPr>
          <a:xfrm>
            <a:off x="619571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42"/>
          <p:cNvSpPr/>
          <p:nvPr/>
        </p:nvSpPr>
        <p:spPr>
          <a:xfrm>
            <a:off x="644246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42"/>
          <p:cNvSpPr/>
          <p:nvPr/>
        </p:nvSpPr>
        <p:spPr>
          <a:xfrm>
            <a:off x="668921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42"/>
          <p:cNvSpPr/>
          <p:nvPr/>
        </p:nvSpPr>
        <p:spPr>
          <a:xfrm>
            <a:off x="6935963" y="3193183"/>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42"/>
          <p:cNvSpPr/>
          <p:nvPr/>
        </p:nvSpPr>
        <p:spPr>
          <a:xfrm>
            <a:off x="7182713" y="3193183"/>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42"/>
          <p:cNvSpPr/>
          <p:nvPr/>
        </p:nvSpPr>
        <p:spPr>
          <a:xfrm>
            <a:off x="88878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42"/>
          <p:cNvSpPr/>
          <p:nvPr/>
        </p:nvSpPr>
        <p:spPr>
          <a:xfrm>
            <a:off x="113553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42"/>
          <p:cNvSpPr/>
          <p:nvPr/>
        </p:nvSpPr>
        <p:spPr>
          <a:xfrm>
            <a:off x="138228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42"/>
          <p:cNvSpPr/>
          <p:nvPr/>
        </p:nvSpPr>
        <p:spPr>
          <a:xfrm>
            <a:off x="1629038"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42"/>
          <p:cNvSpPr/>
          <p:nvPr/>
        </p:nvSpPr>
        <p:spPr>
          <a:xfrm>
            <a:off x="1875788"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42"/>
          <p:cNvSpPr/>
          <p:nvPr/>
        </p:nvSpPr>
        <p:spPr>
          <a:xfrm>
            <a:off x="3542250"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42"/>
          <p:cNvSpPr/>
          <p:nvPr/>
        </p:nvSpPr>
        <p:spPr>
          <a:xfrm>
            <a:off x="3789000"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42"/>
          <p:cNvSpPr/>
          <p:nvPr/>
        </p:nvSpPr>
        <p:spPr>
          <a:xfrm>
            <a:off x="4035750"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42"/>
          <p:cNvSpPr/>
          <p:nvPr/>
        </p:nvSpPr>
        <p:spPr>
          <a:xfrm>
            <a:off x="4282500"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42"/>
          <p:cNvSpPr/>
          <p:nvPr/>
        </p:nvSpPr>
        <p:spPr>
          <a:xfrm>
            <a:off x="4529250"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42"/>
          <p:cNvSpPr/>
          <p:nvPr/>
        </p:nvSpPr>
        <p:spPr>
          <a:xfrm>
            <a:off x="6195713"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42"/>
          <p:cNvSpPr/>
          <p:nvPr/>
        </p:nvSpPr>
        <p:spPr>
          <a:xfrm>
            <a:off x="6442463" y="1457507"/>
            <a:ext cx="158100" cy="1581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42"/>
          <p:cNvSpPr/>
          <p:nvPr/>
        </p:nvSpPr>
        <p:spPr>
          <a:xfrm>
            <a:off x="6689213"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42"/>
          <p:cNvSpPr/>
          <p:nvPr/>
        </p:nvSpPr>
        <p:spPr>
          <a:xfrm>
            <a:off x="6935963"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42"/>
          <p:cNvSpPr/>
          <p:nvPr/>
        </p:nvSpPr>
        <p:spPr>
          <a:xfrm>
            <a:off x="7182713" y="1457507"/>
            <a:ext cx="158100" cy="158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496"/>
        <p:cNvGrpSpPr/>
        <p:nvPr/>
      </p:nvGrpSpPr>
      <p:grpSpPr>
        <a:xfrm>
          <a:off x="0" y="0"/>
          <a:ext cx="0" cy="0"/>
          <a:chOff x="0" y="0"/>
          <a:chExt cx="0" cy="0"/>
        </a:xfrm>
      </p:grpSpPr>
      <p:sp>
        <p:nvSpPr>
          <p:cNvPr id="1497" name="Google Shape;1497;p43"/>
          <p:cNvSpPr txBox="1">
            <a:spLocks noGrp="1"/>
          </p:cNvSpPr>
          <p:nvPr>
            <p:ph type="subTitle" idx="5"/>
          </p:nvPr>
        </p:nvSpPr>
        <p:spPr>
          <a:xfrm>
            <a:off x="1589138" y="3960125"/>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dirty="0"/>
              <a:t>La Terre est la troisième planète</a:t>
            </a:r>
            <a:endParaRPr dirty="0"/>
          </a:p>
        </p:txBody>
      </p:sp>
      <p:sp>
        <p:nvSpPr>
          <p:cNvPr id="1498" name="Google Shape;1498;p43"/>
          <p:cNvSpPr txBox="1">
            <a:spLocks noGrp="1"/>
          </p:cNvSpPr>
          <p:nvPr>
            <p:ph type="subTitle" idx="6"/>
          </p:nvPr>
        </p:nvSpPr>
        <p:spPr>
          <a:xfrm>
            <a:off x="1589138" y="3622150"/>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Questions</a:t>
            </a:r>
            <a:endParaRPr/>
          </a:p>
        </p:txBody>
      </p:sp>
      <p:sp>
        <p:nvSpPr>
          <p:cNvPr id="1499" name="Google Shape;1499;p43"/>
          <p:cNvSpPr txBox="1">
            <a:spLocks noGrp="1"/>
          </p:cNvSpPr>
          <p:nvPr>
            <p:ph type="title"/>
          </p:nvPr>
        </p:nvSpPr>
        <p:spPr>
          <a:xfrm flipH="1">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RÉSUMÉ DU RAID</a:t>
            </a:r>
            <a:endParaRPr/>
          </a:p>
        </p:txBody>
      </p:sp>
      <p:sp>
        <p:nvSpPr>
          <p:cNvPr id="1500" name="Google Shape;1500;p43"/>
          <p:cNvSpPr txBox="1">
            <a:spLocks noGrp="1"/>
          </p:cNvSpPr>
          <p:nvPr>
            <p:ph type="subTitle" idx="1"/>
          </p:nvPr>
        </p:nvSpPr>
        <p:spPr>
          <a:xfrm>
            <a:off x="1589138" y="2349175"/>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Mercure est la planète la plus proche du Soleil</a:t>
            </a:r>
            <a:endParaRPr/>
          </a:p>
        </p:txBody>
      </p:sp>
      <p:sp>
        <p:nvSpPr>
          <p:cNvPr id="1501" name="Google Shape;1501;p43"/>
          <p:cNvSpPr txBox="1">
            <a:spLocks noGrp="1"/>
          </p:cNvSpPr>
          <p:nvPr>
            <p:ph type="subTitle" idx="2"/>
          </p:nvPr>
        </p:nvSpPr>
        <p:spPr>
          <a:xfrm>
            <a:off x="1589138" y="2011200"/>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Risques</a:t>
            </a:r>
            <a:endParaRPr/>
          </a:p>
        </p:txBody>
      </p:sp>
      <p:grpSp>
        <p:nvGrpSpPr>
          <p:cNvPr id="1502" name="Google Shape;1502;p43"/>
          <p:cNvGrpSpPr/>
          <p:nvPr/>
        </p:nvGrpSpPr>
        <p:grpSpPr>
          <a:xfrm>
            <a:off x="2335050" y="1069304"/>
            <a:ext cx="4473900" cy="192184"/>
            <a:chOff x="2363547" y="1069304"/>
            <a:chExt cx="4473900" cy="192184"/>
          </a:xfrm>
        </p:grpSpPr>
        <p:grpSp>
          <p:nvGrpSpPr>
            <p:cNvPr id="1503" name="Google Shape;1503;p43"/>
            <p:cNvGrpSpPr/>
            <p:nvPr/>
          </p:nvGrpSpPr>
          <p:grpSpPr>
            <a:xfrm>
              <a:off x="2363547" y="1069304"/>
              <a:ext cx="4416900" cy="192184"/>
              <a:chOff x="2335097" y="1069304"/>
              <a:chExt cx="4416900" cy="192184"/>
            </a:xfrm>
          </p:grpSpPr>
          <p:sp>
            <p:nvSpPr>
              <p:cNvPr id="1504" name="Google Shape;1504;p43"/>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05" name="Google Shape;1505;p43"/>
              <p:cNvCxnSpPr>
                <a:stCxn id="1506" idx="6"/>
                <a:endCxn id="1507"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507" name="Google Shape;1507;p43"/>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06" name="Google Shape;1506;p43"/>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43"/>
          <p:cNvGrpSpPr/>
          <p:nvPr/>
        </p:nvGrpSpPr>
        <p:grpSpPr>
          <a:xfrm>
            <a:off x="5131347" y="1577771"/>
            <a:ext cx="356164" cy="355815"/>
            <a:chOff x="3040984" y="3681059"/>
            <a:chExt cx="356164" cy="355815"/>
          </a:xfrm>
        </p:grpSpPr>
        <p:sp>
          <p:nvSpPr>
            <p:cNvPr id="1509" name="Google Shape;1509;p43"/>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43"/>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43"/>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2" name="Google Shape;1512;p43"/>
          <p:cNvGrpSpPr/>
          <p:nvPr/>
        </p:nvGrpSpPr>
        <p:grpSpPr>
          <a:xfrm>
            <a:off x="5130393" y="3220263"/>
            <a:ext cx="358069" cy="317995"/>
            <a:chOff x="3584280" y="3699191"/>
            <a:chExt cx="358069" cy="317995"/>
          </a:xfrm>
        </p:grpSpPr>
        <p:sp>
          <p:nvSpPr>
            <p:cNvPr id="1513" name="Google Shape;1513;p43"/>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43"/>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43"/>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43"/>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7" name="Google Shape;1517;p43"/>
          <p:cNvGrpSpPr/>
          <p:nvPr/>
        </p:nvGrpSpPr>
        <p:grpSpPr>
          <a:xfrm>
            <a:off x="1703918" y="1577780"/>
            <a:ext cx="350166" cy="350198"/>
            <a:chOff x="1308631" y="1507830"/>
            <a:chExt cx="350166" cy="350198"/>
          </a:xfrm>
        </p:grpSpPr>
        <p:sp>
          <p:nvSpPr>
            <p:cNvPr id="1518" name="Google Shape;1518;p43"/>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43"/>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43"/>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43"/>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43"/>
          <p:cNvGrpSpPr/>
          <p:nvPr/>
        </p:nvGrpSpPr>
        <p:grpSpPr>
          <a:xfrm>
            <a:off x="1703909" y="3185107"/>
            <a:ext cx="367990" cy="351312"/>
            <a:chOff x="1299146" y="3806507"/>
            <a:chExt cx="367990" cy="351312"/>
          </a:xfrm>
        </p:grpSpPr>
        <p:sp>
          <p:nvSpPr>
            <p:cNvPr id="1523" name="Google Shape;1523;p43"/>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43"/>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25" name="Google Shape;1525;p43"/>
          <p:cNvSpPr txBox="1">
            <a:spLocks noGrp="1"/>
          </p:cNvSpPr>
          <p:nvPr>
            <p:ph type="subTitle" idx="3"/>
          </p:nvPr>
        </p:nvSpPr>
        <p:spPr>
          <a:xfrm>
            <a:off x="5013863" y="2351975"/>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Il est l'étoile au centre du système solaire</a:t>
            </a:r>
            <a:endParaRPr/>
          </a:p>
        </p:txBody>
      </p:sp>
      <p:sp>
        <p:nvSpPr>
          <p:cNvPr id="1526" name="Google Shape;1526;p43"/>
          <p:cNvSpPr txBox="1">
            <a:spLocks noGrp="1"/>
          </p:cNvSpPr>
          <p:nvPr>
            <p:ph type="subTitle" idx="4"/>
          </p:nvPr>
        </p:nvSpPr>
        <p:spPr>
          <a:xfrm>
            <a:off x="5013863" y="2014000"/>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Hypothèses</a:t>
            </a:r>
            <a:endParaRPr/>
          </a:p>
        </p:txBody>
      </p:sp>
      <p:sp>
        <p:nvSpPr>
          <p:cNvPr id="1527" name="Google Shape;1527;p43"/>
          <p:cNvSpPr txBox="1">
            <a:spLocks noGrp="1"/>
          </p:cNvSpPr>
          <p:nvPr>
            <p:ph type="subTitle" idx="7"/>
          </p:nvPr>
        </p:nvSpPr>
        <p:spPr>
          <a:xfrm>
            <a:off x="5013863" y="3960098"/>
            <a:ext cx="2541000" cy="5217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Mars est en fait un endroit froid</a:t>
            </a:r>
            <a:endParaRPr/>
          </a:p>
        </p:txBody>
      </p:sp>
      <p:sp>
        <p:nvSpPr>
          <p:cNvPr id="1528" name="Google Shape;1528;p43"/>
          <p:cNvSpPr txBox="1">
            <a:spLocks noGrp="1"/>
          </p:cNvSpPr>
          <p:nvPr>
            <p:ph type="subTitle" idx="8"/>
          </p:nvPr>
        </p:nvSpPr>
        <p:spPr>
          <a:xfrm>
            <a:off x="5013863" y="3622123"/>
            <a:ext cx="2541000" cy="338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Dépendances</a:t>
            </a:r>
            <a:endParaRPr/>
          </a:p>
        </p:txBody>
      </p:sp>
      <p:grpSp>
        <p:nvGrpSpPr>
          <p:cNvPr id="1529" name="Google Shape;1529;p43"/>
          <p:cNvGrpSpPr/>
          <p:nvPr/>
        </p:nvGrpSpPr>
        <p:grpSpPr>
          <a:xfrm>
            <a:off x="7219944" y="-221507"/>
            <a:ext cx="1019565" cy="1290805"/>
            <a:chOff x="-4017975" y="-49702"/>
            <a:chExt cx="1162825" cy="1472177"/>
          </a:xfrm>
        </p:grpSpPr>
        <p:sp>
          <p:nvSpPr>
            <p:cNvPr id="1530" name="Google Shape;1530;p43"/>
            <p:cNvSpPr/>
            <p:nvPr/>
          </p:nvSpPr>
          <p:spPr>
            <a:xfrm>
              <a:off x="-3993425" y="647375"/>
              <a:ext cx="751825" cy="750275"/>
            </a:xfrm>
            <a:custGeom>
              <a:avLst/>
              <a:gdLst/>
              <a:ahLst/>
              <a:cxnLst/>
              <a:rect l="l" t="t" r="r" b="b"/>
              <a:pathLst>
                <a:path w="30073" h="30011" extrusionOk="0">
                  <a:moveTo>
                    <a:pt x="29876" y="1"/>
                  </a:moveTo>
                  <a:cubicBezTo>
                    <a:pt x="29846" y="1"/>
                    <a:pt x="29814" y="11"/>
                    <a:pt x="29785" y="36"/>
                  </a:cubicBezTo>
                  <a:lnTo>
                    <a:pt x="56" y="29776"/>
                  </a:lnTo>
                  <a:cubicBezTo>
                    <a:pt x="0" y="29821"/>
                    <a:pt x="0" y="29910"/>
                    <a:pt x="56" y="29966"/>
                  </a:cubicBezTo>
                  <a:cubicBezTo>
                    <a:pt x="78" y="29999"/>
                    <a:pt x="112" y="30010"/>
                    <a:pt x="156" y="30010"/>
                  </a:cubicBezTo>
                  <a:cubicBezTo>
                    <a:pt x="190" y="30010"/>
                    <a:pt x="223" y="29999"/>
                    <a:pt x="257" y="29966"/>
                  </a:cubicBezTo>
                  <a:lnTo>
                    <a:pt x="29986" y="237"/>
                  </a:lnTo>
                  <a:cubicBezTo>
                    <a:pt x="30073" y="132"/>
                    <a:pt x="29983" y="1"/>
                    <a:pt x="298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43"/>
            <p:cNvSpPr/>
            <p:nvPr/>
          </p:nvSpPr>
          <p:spPr>
            <a:xfrm>
              <a:off x="-3547325" y="792500"/>
              <a:ext cx="155125" cy="154850"/>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43"/>
            <p:cNvSpPr/>
            <p:nvPr/>
          </p:nvSpPr>
          <p:spPr>
            <a:xfrm>
              <a:off x="-3265275" y="616650"/>
              <a:ext cx="61400" cy="57100"/>
            </a:xfrm>
            <a:custGeom>
              <a:avLst/>
              <a:gdLst/>
              <a:ahLst/>
              <a:cxnLst/>
              <a:rect l="l" t="t" r="r" b="b"/>
              <a:pathLst>
                <a:path w="2456" h="2284" extrusionOk="0">
                  <a:moveTo>
                    <a:pt x="1226" y="0"/>
                  </a:moveTo>
                  <a:cubicBezTo>
                    <a:pt x="681" y="0"/>
                    <a:pt x="191" y="400"/>
                    <a:pt x="101" y="964"/>
                  </a:cubicBezTo>
                  <a:cubicBezTo>
                    <a:pt x="0" y="1577"/>
                    <a:pt x="424" y="2169"/>
                    <a:pt x="1049" y="2269"/>
                  </a:cubicBezTo>
                  <a:cubicBezTo>
                    <a:pt x="1110" y="2279"/>
                    <a:pt x="1170" y="2284"/>
                    <a:pt x="1230" y="2284"/>
                  </a:cubicBezTo>
                  <a:cubicBezTo>
                    <a:pt x="1775" y="2284"/>
                    <a:pt x="2264" y="1884"/>
                    <a:pt x="2355" y="1321"/>
                  </a:cubicBezTo>
                  <a:cubicBezTo>
                    <a:pt x="2455" y="696"/>
                    <a:pt x="2031" y="115"/>
                    <a:pt x="1406" y="15"/>
                  </a:cubicBezTo>
                  <a:cubicBezTo>
                    <a:pt x="1346" y="5"/>
                    <a:pt x="1285" y="0"/>
                    <a:pt x="12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43"/>
            <p:cNvSpPr/>
            <p:nvPr/>
          </p:nvSpPr>
          <p:spPr>
            <a:xfrm>
              <a:off x="-4017975" y="1365825"/>
              <a:ext cx="56925" cy="56650"/>
            </a:xfrm>
            <a:custGeom>
              <a:avLst/>
              <a:gdLst/>
              <a:ahLst/>
              <a:cxnLst/>
              <a:rect l="l" t="t" r="r" b="b"/>
              <a:pathLst>
                <a:path w="2277" h="2266" extrusionOk="0">
                  <a:moveTo>
                    <a:pt x="1138" y="0"/>
                  </a:moveTo>
                  <a:cubicBezTo>
                    <a:pt x="502" y="0"/>
                    <a:pt x="0" y="502"/>
                    <a:pt x="0" y="1127"/>
                  </a:cubicBezTo>
                  <a:cubicBezTo>
                    <a:pt x="0" y="1763"/>
                    <a:pt x="502" y="2265"/>
                    <a:pt x="1138" y="2265"/>
                  </a:cubicBezTo>
                  <a:cubicBezTo>
                    <a:pt x="1763" y="2265"/>
                    <a:pt x="2277" y="1763"/>
                    <a:pt x="2277" y="1127"/>
                  </a:cubicBezTo>
                  <a:cubicBezTo>
                    <a:pt x="2277" y="502"/>
                    <a:pt x="1763" y="0"/>
                    <a:pt x="11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43"/>
            <p:cNvSpPr/>
            <p:nvPr/>
          </p:nvSpPr>
          <p:spPr>
            <a:xfrm>
              <a:off x="-3633259" y="-49702"/>
              <a:ext cx="547675" cy="547325"/>
            </a:xfrm>
            <a:custGeom>
              <a:avLst/>
              <a:gdLst/>
              <a:ahLst/>
              <a:cxnLst/>
              <a:rect l="l" t="t" r="r" b="b"/>
              <a:pathLst>
                <a:path w="21907" h="21893" extrusionOk="0">
                  <a:moveTo>
                    <a:pt x="21752" y="0"/>
                  </a:moveTo>
                  <a:cubicBezTo>
                    <a:pt x="21717" y="0"/>
                    <a:pt x="21684" y="14"/>
                    <a:pt x="21661" y="42"/>
                  </a:cubicBezTo>
                  <a:lnTo>
                    <a:pt x="57" y="21647"/>
                  </a:lnTo>
                  <a:cubicBezTo>
                    <a:pt x="1" y="21703"/>
                    <a:pt x="1" y="21792"/>
                    <a:pt x="57" y="21848"/>
                  </a:cubicBezTo>
                  <a:cubicBezTo>
                    <a:pt x="79" y="21870"/>
                    <a:pt x="113" y="21892"/>
                    <a:pt x="157" y="21892"/>
                  </a:cubicBezTo>
                  <a:cubicBezTo>
                    <a:pt x="191" y="21881"/>
                    <a:pt x="224" y="21870"/>
                    <a:pt x="258" y="21837"/>
                  </a:cubicBezTo>
                  <a:lnTo>
                    <a:pt x="21851" y="243"/>
                  </a:lnTo>
                  <a:cubicBezTo>
                    <a:pt x="21907" y="187"/>
                    <a:pt x="21907" y="98"/>
                    <a:pt x="21851" y="42"/>
                  </a:cubicBezTo>
                  <a:cubicBezTo>
                    <a:pt x="21823" y="14"/>
                    <a:pt x="21787" y="0"/>
                    <a:pt x="217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43"/>
            <p:cNvSpPr/>
            <p:nvPr/>
          </p:nvSpPr>
          <p:spPr>
            <a:xfrm>
              <a:off x="-3103750" y="258425"/>
              <a:ext cx="248600" cy="239200"/>
            </a:xfrm>
            <a:custGeom>
              <a:avLst/>
              <a:gdLst/>
              <a:ahLst/>
              <a:cxnLst/>
              <a:rect l="l" t="t" r="r" b="b"/>
              <a:pathLst>
                <a:path w="9944" h="9568" extrusionOk="0">
                  <a:moveTo>
                    <a:pt x="5168" y="283"/>
                  </a:moveTo>
                  <a:cubicBezTo>
                    <a:pt x="7645" y="283"/>
                    <a:pt x="9665" y="2292"/>
                    <a:pt x="9665" y="4780"/>
                  </a:cubicBezTo>
                  <a:cubicBezTo>
                    <a:pt x="9665" y="6599"/>
                    <a:pt x="8571" y="8240"/>
                    <a:pt x="6886" y="8943"/>
                  </a:cubicBezTo>
                  <a:cubicBezTo>
                    <a:pt x="6328" y="9172"/>
                    <a:pt x="5744" y="9283"/>
                    <a:pt x="5165" y="9283"/>
                  </a:cubicBezTo>
                  <a:cubicBezTo>
                    <a:pt x="3993" y="9283"/>
                    <a:pt x="2842" y="8827"/>
                    <a:pt x="1976" y="7961"/>
                  </a:cubicBezTo>
                  <a:cubicBezTo>
                    <a:pt x="693" y="6677"/>
                    <a:pt x="302" y="4736"/>
                    <a:pt x="1005" y="3062"/>
                  </a:cubicBezTo>
                  <a:cubicBezTo>
                    <a:pt x="1697" y="1377"/>
                    <a:pt x="3337" y="283"/>
                    <a:pt x="5168" y="283"/>
                  </a:cubicBezTo>
                  <a:close/>
                  <a:moveTo>
                    <a:pt x="5166" y="0"/>
                  </a:moveTo>
                  <a:cubicBezTo>
                    <a:pt x="3922" y="0"/>
                    <a:pt x="2699" y="487"/>
                    <a:pt x="1786" y="1399"/>
                  </a:cubicBezTo>
                  <a:cubicBezTo>
                    <a:pt x="414" y="2772"/>
                    <a:pt x="1" y="4825"/>
                    <a:pt x="748" y="6611"/>
                  </a:cubicBezTo>
                  <a:cubicBezTo>
                    <a:pt x="1485" y="8396"/>
                    <a:pt x="3226" y="9568"/>
                    <a:pt x="5168" y="9568"/>
                  </a:cubicBezTo>
                  <a:cubicBezTo>
                    <a:pt x="7801" y="9557"/>
                    <a:pt x="9944" y="7425"/>
                    <a:pt x="9944" y="4780"/>
                  </a:cubicBezTo>
                  <a:cubicBezTo>
                    <a:pt x="9944" y="2850"/>
                    <a:pt x="8783" y="1109"/>
                    <a:pt x="6987" y="361"/>
                  </a:cubicBezTo>
                  <a:cubicBezTo>
                    <a:pt x="6397" y="118"/>
                    <a:pt x="5779" y="0"/>
                    <a:pt x="51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43"/>
            <p:cNvSpPr/>
            <p:nvPr/>
          </p:nvSpPr>
          <p:spPr>
            <a:xfrm>
              <a:off x="-3027850" y="324625"/>
              <a:ext cx="106300" cy="106600"/>
            </a:xfrm>
            <a:custGeom>
              <a:avLst/>
              <a:gdLst/>
              <a:ahLst/>
              <a:cxnLst/>
              <a:rect l="l" t="t" r="r" b="b"/>
              <a:pathLst>
                <a:path w="4252" h="4264" extrusionOk="0">
                  <a:moveTo>
                    <a:pt x="2120" y="1"/>
                  </a:moveTo>
                  <a:cubicBezTo>
                    <a:pt x="949" y="1"/>
                    <a:pt x="0" y="961"/>
                    <a:pt x="0" y="2132"/>
                  </a:cubicBezTo>
                  <a:cubicBezTo>
                    <a:pt x="0" y="3304"/>
                    <a:pt x="949" y="4264"/>
                    <a:pt x="2120" y="4264"/>
                  </a:cubicBezTo>
                  <a:cubicBezTo>
                    <a:pt x="3303" y="4264"/>
                    <a:pt x="4252" y="3304"/>
                    <a:pt x="4252" y="2132"/>
                  </a:cubicBezTo>
                  <a:cubicBezTo>
                    <a:pt x="4252" y="961"/>
                    <a:pt x="3303" y="1"/>
                    <a:pt x="21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40"/>
        <p:cNvGrpSpPr/>
        <p:nvPr/>
      </p:nvGrpSpPr>
      <p:grpSpPr>
        <a:xfrm>
          <a:off x="0" y="0"/>
          <a:ext cx="0" cy="0"/>
          <a:chOff x="0" y="0"/>
          <a:chExt cx="0" cy="0"/>
        </a:xfrm>
      </p:grpSpPr>
      <p:sp>
        <p:nvSpPr>
          <p:cNvPr id="1541" name="Google Shape;1541;p44"/>
          <p:cNvSpPr/>
          <p:nvPr/>
        </p:nvSpPr>
        <p:spPr>
          <a:xfrm>
            <a:off x="-48775" y="1722150"/>
            <a:ext cx="6036300" cy="17166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44"/>
          <p:cNvSpPr txBox="1">
            <a:spLocks noGrp="1"/>
          </p:cNvSpPr>
          <p:nvPr>
            <p:ph type="title"/>
          </p:nvPr>
        </p:nvSpPr>
        <p:spPr>
          <a:xfrm>
            <a:off x="782850" y="1941300"/>
            <a:ext cx="5137800" cy="12609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a:t>UNE IMAGE VAUT MILLE MOTS</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546"/>
        <p:cNvGrpSpPr/>
        <p:nvPr/>
      </p:nvGrpSpPr>
      <p:grpSpPr>
        <a:xfrm>
          <a:off x="0" y="0"/>
          <a:ext cx="0" cy="0"/>
          <a:chOff x="0" y="0"/>
          <a:chExt cx="0" cy="0"/>
        </a:xfrm>
      </p:grpSpPr>
      <p:sp>
        <p:nvSpPr>
          <p:cNvPr id="1547" name="Google Shape;1547;p45"/>
          <p:cNvSpPr txBox="1">
            <a:spLocks noGrp="1"/>
          </p:cNvSpPr>
          <p:nvPr>
            <p:ph type="title"/>
          </p:nvPr>
        </p:nvSpPr>
        <p:spPr>
          <a:xfrm>
            <a:off x="782850" y="556250"/>
            <a:ext cx="7578300" cy="5232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ÉVÉNEMENTS À VENIR</a:t>
            </a:r>
            <a:endParaRPr/>
          </a:p>
        </p:txBody>
      </p:sp>
      <p:grpSp>
        <p:nvGrpSpPr>
          <p:cNvPr id="1548" name="Google Shape;1548;p45"/>
          <p:cNvGrpSpPr/>
          <p:nvPr/>
        </p:nvGrpSpPr>
        <p:grpSpPr>
          <a:xfrm>
            <a:off x="782893" y="1711763"/>
            <a:ext cx="4578578" cy="2439175"/>
            <a:chOff x="233350" y="949250"/>
            <a:chExt cx="7137300" cy="3802300"/>
          </a:xfrm>
        </p:grpSpPr>
        <p:sp>
          <p:nvSpPr>
            <p:cNvPr id="1549" name="Google Shape;1549;p45"/>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45"/>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45"/>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45"/>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45"/>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45"/>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45"/>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45"/>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45"/>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45"/>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45"/>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45"/>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45"/>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45"/>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45"/>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45"/>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45"/>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45"/>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45"/>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45"/>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45"/>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45"/>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45"/>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45"/>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45"/>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45"/>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45"/>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45"/>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45"/>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45"/>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45"/>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45"/>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45"/>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45"/>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45"/>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45"/>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45"/>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45"/>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45"/>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45"/>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45"/>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45"/>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45"/>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45"/>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45"/>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45"/>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45"/>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45"/>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45"/>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45"/>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45"/>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0" name="Google Shape;1600;p45"/>
          <p:cNvGrpSpPr/>
          <p:nvPr/>
        </p:nvGrpSpPr>
        <p:grpSpPr>
          <a:xfrm flipH="1">
            <a:off x="2335050" y="1069304"/>
            <a:ext cx="4473900" cy="192184"/>
            <a:chOff x="2363547" y="1069304"/>
            <a:chExt cx="4473900" cy="192184"/>
          </a:xfrm>
        </p:grpSpPr>
        <p:grpSp>
          <p:nvGrpSpPr>
            <p:cNvPr id="1601" name="Google Shape;1601;p45"/>
            <p:cNvGrpSpPr/>
            <p:nvPr/>
          </p:nvGrpSpPr>
          <p:grpSpPr>
            <a:xfrm>
              <a:off x="2363547" y="1069304"/>
              <a:ext cx="4416900" cy="192184"/>
              <a:chOff x="2335097" y="1069304"/>
              <a:chExt cx="4416900" cy="192184"/>
            </a:xfrm>
          </p:grpSpPr>
          <p:sp>
            <p:nvSpPr>
              <p:cNvPr id="1602" name="Google Shape;1602;p45"/>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03" name="Google Shape;1603;p45"/>
              <p:cNvCxnSpPr>
                <a:stCxn id="1604" idx="6"/>
                <a:endCxn id="1605"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05" name="Google Shape;1605;p45"/>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 name="Google Shape;1604;p45"/>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6" name="Google Shape;1606;p45"/>
          <p:cNvSpPr txBox="1"/>
          <p:nvPr/>
        </p:nvSpPr>
        <p:spPr>
          <a:xfrm>
            <a:off x="5940407" y="2331078"/>
            <a:ext cx="2420700" cy="5217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a:ea typeface="Montserrat"/>
                <a:cs typeface="Montserrat"/>
                <a:sym typeface="Montserrat"/>
              </a:rPr>
              <a:t>Il est l'étoile au centre du système solaire</a:t>
            </a:r>
            <a:endParaRPr sz="1600">
              <a:solidFill>
                <a:schemeClr val="lt1"/>
              </a:solidFill>
              <a:latin typeface="Montserrat"/>
              <a:ea typeface="Montserrat"/>
              <a:cs typeface="Montserrat"/>
              <a:sym typeface="Montserrat"/>
            </a:endParaRPr>
          </a:p>
        </p:txBody>
      </p:sp>
      <p:sp>
        <p:nvSpPr>
          <p:cNvPr id="1607" name="Google Shape;1607;p45"/>
          <p:cNvSpPr txBox="1"/>
          <p:nvPr/>
        </p:nvSpPr>
        <p:spPr>
          <a:xfrm>
            <a:off x="5940407" y="1598077"/>
            <a:ext cx="24207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USA</a:t>
            </a:r>
            <a:endParaRPr sz="2000" b="1">
              <a:solidFill>
                <a:schemeClr val="lt1"/>
              </a:solidFill>
              <a:latin typeface="Montserrat"/>
              <a:ea typeface="Montserrat"/>
              <a:cs typeface="Montserrat"/>
              <a:sym typeface="Montserrat"/>
            </a:endParaRPr>
          </a:p>
        </p:txBody>
      </p:sp>
      <p:sp>
        <p:nvSpPr>
          <p:cNvPr id="1608" name="Google Shape;1608;p45"/>
          <p:cNvSpPr txBox="1"/>
          <p:nvPr/>
        </p:nvSpPr>
        <p:spPr>
          <a:xfrm>
            <a:off x="5940407" y="2006610"/>
            <a:ext cx="2420700" cy="2478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02/06/2022</a:t>
            </a:r>
            <a:endParaRPr sz="1600">
              <a:solidFill>
                <a:schemeClr val="lt1"/>
              </a:solidFill>
              <a:latin typeface="Montserrat Medium"/>
              <a:ea typeface="Montserrat Medium"/>
              <a:cs typeface="Montserrat Medium"/>
              <a:sym typeface="Montserrat Medium"/>
            </a:endParaRPr>
          </a:p>
        </p:txBody>
      </p:sp>
      <p:sp>
        <p:nvSpPr>
          <p:cNvPr id="1609" name="Google Shape;1609;p45"/>
          <p:cNvSpPr txBox="1"/>
          <p:nvPr/>
        </p:nvSpPr>
        <p:spPr>
          <a:xfrm>
            <a:off x="5940407" y="3742928"/>
            <a:ext cx="2420700" cy="5217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a:ea typeface="Montserrat"/>
                <a:cs typeface="Montserrat"/>
                <a:sym typeface="Montserrat"/>
              </a:rPr>
              <a:t>Il est la planète la plus proche du Soleil</a:t>
            </a:r>
            <a:endParaRPr sz="1600">
              <a:solidFill>
                <a:schemeClr val="lt1"/>
              </a:solidFill>
              <a:latin typeface="Montserrat"/>
              <a:ea typeface="Montserrat"/>
              <a:cs typeface="Montserrat"/>
              <a:sym typeface="Montserrat"/>
            </a:endParaRPr>
          </a:p>
        </p:txBody>
      </p:sp>
      <p:sp>
        <p:nvSpPr>
          <p:cNvPr id="1610" name="Google Shape;1610;p45"/>
          <p:cNvSpPr txBox="1"/>
          <p:nvPr/>
        </p:nvSpPr>
        <p:spPr>
          <a:xfrm>
            <a:off x="5940407" y="3009927"/>
            <a:ext cx="2420700" cy="3384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2000" b="1">
                <a:solidFill>
                  <a:schemeClr val="lt1"/>
                </a:solidFill>
                <a:latin typeface="Montserrat"/>
                <a:ea typeface="Montserrat"/>
                <a:cs typeface="Montserrat"/>
                <a:sym typeface="Montserrat"/>
              </a:rPr>
              <a:t>China</a:t>
            </a:r>
            <a:endParaRPr sz="2000" b="1">
              <a:solidFill>
                <a:schemeClr val="lt1"/>
              </a:solidFill>
              <a:latin typeface="Montserrat"/>
              <a:ea typeface="Montserrat"/>
              <a:cs typeface="Montserrat"/>
              <a:sym typeface="Montserrat"/>
            </a:endParaRPr>
          </a:p>
        </p:txBody>
      </p:sp>
      <p:sp>
        <p:nvSpPr>
          <p:cNvPr id="1611" name="Google Shape;1611;p45"/>
          <p:cNvSpPr txBox="1"/>
          <p:nvPr/>
        </p:nvSpPr>
        <p:spPr>
          <a:xfrm>
            <a:off x="5940407" y="3418460"/>
            <a:ext cx="2420700" cy="247800"/>
          </a:xfrm>
          <a:prstGeom prst="rect">
            <a:avLst/>
          </a:prstGeom>
          <a:noFill/>
          <a:ln>
            <a:noFill/>
          </a:ln>
        </p:spPr>
        <p:txBody>
          <a:bodyPr spcFirstLastPara="1" wrap="square" lIns="91425" tIns="0" rIns="91425" bIns="0" anchor="t" anchorCtr="0">
            <a:noAutofit/>
          </a:bodyPr>
          <a:lstStyle/>
          <a:p>
            <a:pPr marL="0" lvl="0" indent="0" algn="l" rtl="0">
              <a:spcBef>
                <a:spcPts val="0"/>
              </a:spcBef>
              <a:spcAft>
                <a:spcPts val="0"/>
              </a:spcAft>
              <a:buNone/>
            </a:pPr>
            <a:r>
              <a:rPr lang="en" sz="1600">
                <a:solidFill>
                  <a:schemeClr val="lt1"/>
                </a:solidFill>
                <a:latin typeface="Montserrat Medium"/>
                <a:ea typeface="Montserrat Medium"/>
                <a:cs typeface="Montserrat Medium"/>
                <a:sym typeface="Montserrat Medium"/>
              </a:rPr>
              <a:t>12/11/2022</a:t>
            </a:r>
            <a:endParaRPr sz="1600">
              <a:solidFill>
                <a:schemeClr val="lt1"/>
              </a:solidFill>
              <a:latin typeface="Montserrat Medium"/>
              <a:ea typeface="Montserrat Medium"/>
              <a:cs typeface="Montserrat Medium"/>
              <a:sym typeface="Montserrat Medium"/>
            </a:endParaRPr>
          </a:p>
        </p:txBody>
      </p:sp>
      <p:sp>
        <p:nvSpPr>
          <p:cNvPr id="1612" name="Google Shape;1612;p45"/>
          <p:cNvSpPr/>
          <p:nvPr/>
        </p:nvSpPr>
        <p:spPr>
          <a:xfrm>
            <a:off x="4426425" y="2571750"/>
            <a:ext cx="117900" cy="1182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45"/>
          <p:cNvSpPr/>
          <p:nvPr/>
        </p:nvSpPr>
        <p:spPr>
          <a:xfrm>
            <a:off x="4461945" y="2607275"/>
            <a:ext cx="47100" cy="471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45"/>
          <p:cNvSpPr/>
          <p:nvPr/>
        </p:nvSpPr>
        <p:spPr>
          <a:xfrm>
            <a:off x="1434325" y="2341350"/>
            <a:ext cx="117900" cy="1182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45"/>
          <p:cNvSpPr/>
          <p:nvPr/>
        </p:nvSpPr>
        <p:spPr>
          <a:xfrm>
            <a:off x="1469845" y="2376875"/>
            <a:ext cx="47100" cy="471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16" name="Google Shape;1616;p45"/>
          <p:cNvCxnSpPr>
            <a:stCxn id="1614" idx="0"/>
            <a:endCxn id="1607" idx="1"/>
          </p:cNvCxnSpPr>
          <p:nvPr/>
        </p:nvCxnSpPr>
        <p:spPr>
          <a:xfrm rot="-5400000">
            <a:off x="3429775" y="-169350"/>
            <a:ext cx="574200" cy="4447200"/>
          </a:xfrm>
          <a:prstGeom prst="bentConnector2">
            <a:avLst/>
          </a:prstGeom>
          <a:noFill/>
          <a:ln w="9525" cap="flat" cmpd="sng">
            <a:solidFill>
              <a:schemeClr val="lt1"/>
            </a:solidFill>
            <a:prstDash val="solid"/>
            <a:round/>
            <a:headEnd type="none" w="med" len="med"/>
            <a:tailEnd type="none" w="med" len="med"/>
          </a:ln>
        </p:spPr>
      </p:cxnSp>
      <p:cxnSp>
        <p:nvCxnSpPr>
          <p:cNvPr id="1617" name="Google Shape;1617;p45"/>
          <p:cNvCxnSpPr>
            <a:stCxn id="1612" idx="4"/>
            <a:endCxn id="1610" idx="1"/>
          </p:cNvCxnSpPr>
          <p:nvPr/>
        </p:nvCxnSpPr>
        <p:spPr>
          <a:xfrm rot="-5400000" flipH="1">
            <a:off x="4968225" y="2207100"/>
            <a:ext cx="489300" cy="1455000"/>
          </a:xfrm>
          <a:prstGeom prst="bentConnector2">
            <a:avLst/>
          </a:prstGeom>
          <a:noFill/>
          <a:ln w="9525" cap="flat" cmpd="sng">
            <a:solidFill>
              <a:schemeClr val="lt1"/>
            </a:solidFill>
            <a:prstDash val="solid"/>
            <a:round/>
            <a:headEnd type="none" w="med" len="med"/>
            <a:tailEnd type="none" w="med" len="med"/>
          </a:ln>
        </p:spPr>
      </p:cxnSp>
      <p:grpSp>
        <p:nvGrpSpPr>
          <p:cNvPr id="1618" name="Google Shape;1618;p45"/>
          <p:cNvGrpSpPr/>
          <p:nvPr/>
        </p:nvGrpSpPr>
        <p:grpSpPr>
          <a:xfrm>
            <a:off x="3252738" y="4043425"/>
            <a:ext cx="1040638" cy="901375"/>
            <a:chOff x="8457538" y="810363"/>
            <a:chExt cx="1040638" cy="901375"/>
          </a:xfrm>
        </p:grpSpPr>
        <p:grpSp>
          <p:nvGrpSpPr>
            <p:cNvPr id="1619" name="Google Shape;1619;p45"/>
            <p:cNvGrpSpPr/>
            <p:nvPr/>
          </p:nvGrpSpPr>
          <p:grpSpPr>
            <a:xfrm>
              <a:off x="8781450" y="810363"/>
              <a:ext cx="716725" cy="901375"/>
              <a:chOff x="-3888525" y="-2483300"/>
              <a:chExt cx="716725" cy="901375"/>
            </a:xfrm>
          </p:grpSpPr>
          <p:sp>
            <p:nvSpPr>
              <p:cNvPr id="1620" name="Google Shape;1620;p45"/>
              <p:cNvSpPr/>
              <p:nvPr/>
            </p:nvSpPr>
            <p:spPr>
              <a:xfrm>
                <a:off x="-3719475" y="-2483300"/>
                <a:ext cx="547675" cy="547050"/>
              </a:xfrm>
              <a:custGeom>
                <a:avLst/>
                <a:gdLst/>
                <a:ahLst/>
                <a:cxnLst/>
                <a:rect l="l" t="t" r="r" b="b"/>
                <a:pathLst>
                  <a:path w="21907" h="21882" extrusionOk="0">
                    <a:moveTo>
                      <a:pt x="21756" y="1"/>
                    </a:moveTo>
                    <a:cubicBezTo>
                      <a:pt x="21723" y="1"/>
                      <a:pt x="21689" y="15"/>
                      <a:pt x="21661" y="43"/>
                    </a:cubicBezTo>
                    <a:lnTo>
                      <a:pt x="56" y="21647"/>
                    </a:lnTo>
                    <a:cubicBezTo>
                      <a:pt x="1" y="21703"/>
                      <a:pt x="1" y="21781"/>
                      <a:pt x="56" y="21837"/>
                    </a:cubicBezTo>
                    <a:cubicBezTo>
                      <a:pt x="79" y="21870"/>
                      <a:pt x="112" y="21882"/>
                      <a:pt x="157" y="21882"/>
                    </a:cubicBezTo>
                    <a:cubicBezTo>
                      <a:pt x="190" y="21882"/>
                      <a:pt x="224" y="21870"/>
                      <a:pt x="257" y="21837"/>
                    </a:cubicBezTo>
                    <a:lnTo>
                      <a:pt x="21851" y="243"/>
                    </a:lnTo>
                    <a:cubicBezTo>
                      <a:pt x="21907" y="188"/>
                      <a:pt x="21907" y="98"/>
                      <a:pt x="21851" y="43"/>
                    </a:cubicBezTo>
                    <a:cubicBezTo>
                      <a:pt x="21823" y="15"/>
                      <a:pt x="21790" y="1"/>
                      <a:pt x="2175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45"/>
              <p:cNvSpPr/>
              <p:nvPr/>
            </p:nvSpPr>
            <p:spPr>
              <a:xfrm>
                <a:off x="-3888525" y="-2128825"/>
                <a:ext cx="549275" cy="546900"/>
              </a:xfrm>
              <a:custGeom>
                <a:avLst/>
                <a:gdLst/>
                <a:ahLst/>
                <a:cxnLst/>
                <a:rect l="l" t="t" r="r" b="b"/>
                <a:pathLst>
                  <a:path w="21971" h="21876" extrusionOk="0">
                    <a:moveTo>
                      <a:pt x="21780" y="1"/>
                    </a:moveTo>
                    <a:cubicBezTo>
                      <a:pt x="21751" y="1"/>
                      <a:pt x="21721" y="11"/>
                      <a:pt x="21694" y="36"/>
                    </a:cubicBezTo>
                    <a:lnTo>
                      <a:pt x="89" y="21630"/>
                    </a:lnTo>
                    <a:cubicBezTo>
                      <a:pt x="0" y="21719"/>
                      <a:pt x="67" y="21864"/>
                      <a:pt x="190" y="21875"/>
                    </a:cubicBezTo>
                    <a:cubicBezTo>
                      <a:pt x="223" y="21864"/>
                      <a:pt x="268" y="21853"/>
                      <a:pt x="290" y="21830"/>
                    </a:cubicBezTo>
                    <a:lnTo>
                      <a:pt x="21884" y="226"/>
                    </a:lnTo>
                    <a:cubicBezTo>
                      <a:pt x="21971" y="130"/>
                      <a:pt x="21882" y="1"/>
                      <a:pt x="217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 name="Google Shape;1622;p45"/>
            <p:cNvGrpSpPr/>
            <p:nvPr/>
          </p:nvGrpSpPr>
          <p:grpSpPr>
            <a:xfrm>
              <a:off x="8457538" y="1331488"/>
              <a:ext cx="323925" cy="323650"/>
              <a:chOff x="1608625" y="299800"/>
              <a:chExt cx="323925" cy="323650"/>
            </a:xfrm>
          </p:grpSpPr>
          <p:sp>
            <p:nvSpPr>
              <p:cNvPr id="1623" name="Google Shape;1623;p45"/>
              <p:cNvSpPr/>
              <p:nvPr/>
            </p:nvSpPr>
            <p:spPr>
              <a:xfrm>
                <a:off x="1633450" y="324425"/>
                <a:ext cx="275900" cy="274200"/>
              </a:xfrm>
              <a:custGeom>
                <a:avLst/>
                <a:gdLst/>
                <a:ahLst/>
                <a:cxnLst/>
                <a:rect l="l" t="t" r="r" b="b"/>
                <a:pathLst>
                  <a:path w="11036" h="10968" extrusionOk="0">
                    <a:moveTo>
                      <a:pt x="10830" y="0"/>
                    </a:moveTo>
                    <a:cubicBezTo>
                      <a:pt x="10795" y="0"/>
                      <a:pt x="10758" y="16"/>
                      <a:pt x="10725" y="54"/>
                    </a:cubicBezTo>
                    <a:lnTo>
                      <a:pt x="46" y="10733"/>
                    </a:lnTo>
                    <a:cubicBezTo>
                      <a:pt x="1" y="10789"/>
                      <a:pt x="1" y="10867"/>
                      <a:pt x="46" y="10923"/>
                    </a:cubicBezTo>
                    <a:cubicBezTo>
                      <a:pt x="79" y="10956"/>
                      <a:pt x="112" y="10968"/>
                      <a:pt x="146" y="10968"/>
                    </a:cubicBezTo>
                    <a:cubicBezTo>
                      <a:pt x="191" y="10968"/>
                      <a:pt x="224" y="10956"/>
                      <a:pt x="246" y="10923"/>
                    </a:cubicBezTo>
                    <a:lnTo>
                      <a:pt x="10926" y="254"/>
                    </a:lnTo>
                    <a:cubicBezTo>
                      <a:pt x="11036" y="153"/>
                      <a:pt x="10941" y="0"/>
                      <a:pt x="108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45"/>
              <p:cNvSpPr/>
              <p:nvPr/>
            </p:nvSpPr>
            <p:spPr>
              <a:xfrm>
                <a:off x="1875625" y="299800"/>
                <a:ext cx="56925" cy="56950"/>
              </a:xfrm>
              <a:custGeom>
                <a:avLst/>
                <a:gdLst/>
                <a:ahLst/>
                <a:cxnLst/>
                <a:rect l="l" t="t" r="r" b="b"/>
                <a:pathLst>
                  <a:path w="2277" h="2278" extrusionOk="0">
                    <a:moveTo>
                      <a:pt x="1139" y="1"/>
                    </a:moveTo>
                    <a:cubicBezTo>
                      <a:pt x="514" y="1"/>
                      <a:pt x="0" y="514"/>
                      <a:pt x="0" y="1139"/>
                    </a:cubicBezTo>
                    <a:cubicBezTo>
                      <a:pt x="0" y="1764"/>
                      <a:pt x="514" y="2277"/>
                      <a:pt x="1139" y="2277"/>
                    </a:cubicBezTo>
                    <a:cubicBezTo>
                      <a:pt x="1764" y="2277"/>
                      <a:pt x="2277" y="1764"/>
                      <a:pt x="2277" y="1139"/>
                    </a:cubicBezTo>
                    <a:cubicBezTo>
                      <a:pt x="2277" y="514"/>
                      <a:pt x="1764" y="1"/>
                      <a:pt x="113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45"/>
              <p:cNvSpPr/>
              <p:nvPr/>
            </p:nvSpPr>
            <p:spPr>
              <a:xfrm>
                <a:off x="1608625" y="566800"/>
                <a:ext cx="56950" cy="56650"/>
              </a:xfrm>
              <a:custGeom>
                <a:avLst/>
                <a:gdLst/>
                <a:ahLst/>
                <a:cxnLst/>
                <a:rect l="l" t="t" r="r" b="b"/>
                <a:pathLst>
                  <a:path w="2278" h="2266" extrusionOk="0">
                    <a:moveTo>
                      <a:pt x="1139" y="0"/>
                    </a:moveTo>
                    <a:cubicBezTo>
                      <a:pt x="514" y="0"/>
                      <a:pt x="1" y="503"/>
                      <a:pt x="1" y="1127"/>
                    </a:cubicBezTo>
                    <a:cubicBezTo>
                      <a:pt x="1" y="1764"/>
                      <a:pt x="514" y="2266"/>
                      <a:pt x="1139" y="2266"/>
                    </a:cubicBezTo>
                    <a:cubicBezTo>
                      <a:pt x="1775" y="2266"/>
                      <a:pt x="2277" y="1764"/>
                      <a:pt x="2277" y="1127"/>
                    </a:cubicBezTo>
                    <a:cubicBezTo>
                      <a:pt x="2277" y="503"/>
                      <a:pt x="1775" y="0"/>
                      <a:pt x="1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629"/>
        <p:cNvGrpSpPr/>
        <p:nvPr/>
      </p:nvGrpSpPr>
      <p:grpSpPr>
        <a:xfrm>
          <a:off x="0" y="0"/>
          <a:ext cx="0" cy="0"/>
          <a:chOff x="0" y="0"/>
          <a:chExt cx="0" cy="0"/>
        </a:xfrm>
      </p:grpSpPr>
      <p:sp>
        <p:nvSpPr>
          <p:cNvPr id="1630" name="Google Shape;1630;p46"/>
          <p:cNvSpPr txBox="1">
            <a:spLocks noGrp="1"/>
          </p:cNvSpPr>
          <p:nvPr>
            <p:ph type="title"/>
          </p:nvPr>
        </p:nvSpPr>
        <p:spPr>
          <a:xfrm>
            <a:off x="917813" y="740425"/>
            <a:ext cx="3351600" cy="8592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OÙ NOUS VOULONS ÊTRE</a:t>
            </a:r>
            <a:endParaRPr/>
          </a:p>
        </p:txBody>
      </p:sp>
      <p:sp>
        <p:nvSpPr>
          <p:cNvPr id="1631" name="Google Shape;1631;p46"/>
          <p:cNvSpPr txBox="1">
            <a:spLocks noGrp="1"/>
          </p:cNvSpPr>
          <p:nvPr>
            <p:ph type="subTitle" idx="1"/>
          </p:nvPr>
        </p:nvSpPr>
        <p:spPr>
          <a:xfrm>
            <a:off x="4437188" y="3399874"/>
            <a:ext cx="3789000" cy="10032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a:t>Neptune est la planète la plus éloignée du Soleil. C'est aussi le quatrième plus grand objet en diamètre du système solaire</a:t>
            </a:r>
            <a:endParaRPr/>
          </a:p>
        </p:txBody>
      </p:sp>
      <p:sp>
        <p:nvSpPr>
          <p:cNvPr id="1632" name="Google Shape;1632;p46"/>
          <p:cNvSpPr txBox="1">
            <a:spLocks noGrp="1"/>
          </p:cNvSpPr>
          <p:nvPr>
            <p:ph type="subTitle" idx="2"/>
          </p:nvPr>
        </p:nvSpPr>
        <p:spPr>
          <a:xfrm>
            <a:off x="4874588" y="2388438"/>
            <a:ext cx="3351600" cy="859200"/>
          </a:xfrm>
          <a:prstGeom prst="rect">
            <a:avLst/>
          </a:prstGeom>
        </p:spPr>
        <p:txBody>
          <a:bodyPr spcFirstLastPara="1" wrap="square" lIns="91425" tIns="0" rIns="91425" bIns="0" anchor="t" anchorCtr="0">
            <a:noAutofit/>
          </a:bodyPr>
          <a:lstStyle/>
          <a:p>
            <a:pPr marL="0" lvl="0" indent="0" algn="r" rtl="0">
              <a:spcBef>
                <a:spcPts val="0"/>
              </a:spcBef>
              <a:spcAft>
                <a:spcPts val="0"/>
              </a:spcAft>
              <a:buNone/>
            </a:pPr>
            <a:r>
              <a:rPr lang="en"/>
              <a:t>OÙ NOUS SOMMES</a:t>
            </a:r>
            <a:endParaRPr/>
          </a:p>
        </p:txBody>
      </p:sp>
      <p:sp>
        <p:nvSpPr>
          <p:cNvPr id="1633" name="Google Shape;1633;p46"/>
          <p:cNvSpPr txBox="1">
            <a:spLocks noGrp="1"/>
          </p:cNvSpPr>
          <p:nvPr>
            <p:ph type="subTitle" idx="3"/>
          </p:nvPr>
        </p:nvSpPr>
        <p:spPr>
          <a:xfrm>
            <a:off x="917813" y="1751950"/>
            <a:ext cx="3789000" cy="10032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a:t>C'est le quatrième objet le plus brillant du ciel nocturne. Elle a été nommée d'après le dieu romain des cieux et de la foudre</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637"/>
        <p:cNvGrpSpPr/>
        <p:nvPr/>
      </p:nvGrpSpPr>
      <p:grpSpPr>
        <a:xfrm>
          <a:off x="0" y="0"/>
          <a:ext cx="0" cy="0"/>
          <a:chOff x="0" y="0"/>
          <a:chExt cx="0" cy="0"/>
        </a:xfrm>
      </p:grpSpPr>
      <p:sp>
        <p:nvSpPr>
          <p:cNvPr id="1638" name="Google Shape;1638;p47"/>
          <p:cNvSpPr txBox="1">
            <a:spLocks noGrp="1"/>
          </p:cNvSpPr>
          <p:nvPr>
            <p:ph type="title"/>
          </p:nvPr>
        </p:nvSpPr>
        <p:spPr>
          <a:xfrm>
            <a:off x="1862850" y="556250"/>
            <a:ext cx="5418300" cy="6363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9h 55m 23s</a:t>
            </a:r>
            <a:endParaRPr/>
          </a:p>
        </p:txBody>
      </p:sp>
      <p:sp>
        <p:nvSpPr>
          <p:cNvPr id="1639" name="Google Shape;1639;p47"/>
          <p:cNvSpPr txBox="1">
            <a:spLocks noGrp="1"/>
          </p:cNvSpPr>
          <p:nvPr>
            <p:ph type="subTitle" idx="1"/>
          </p:nvPr>
        </p:nvSpPr>
        <p:spPr>
          <a:xfrm>
            <a:off x="1862850" y="1192550"/>
            <a:ext cx="5418300" cy="2934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c’est la période de rotation de Jupiter</a:t>
            </a:r>
            <a:endParaRPr/>
          </a:p>
        </p:txBody>
      </p:sp>
      <p:grpSp>
        <p:nvGrpSpPr>
          <p:cNvPr id="1640" name="Google Shape;1640;p47"/>
          <p:cNvGrpSpPr/>
          <p:nvPr/>
        </p:nvGrpSpPr>
        <p:grpSpPr>
          <a:xfrm flipH="1">
            <a:off x="2335050" y="1716708"/>
            <a:ext cx="4473900" cy="192185"/>
            <a:chOff x="2363547" y="1069304"/>
            <a:chExt cx="4473900" cy="192184"/>
          </a:xfrm>
        </p:grpSpPr>
        <p:grpSp>
          <p:nvGrpSpPr>
            <p:cNvPr id="1641" name="Google Shape;1641;p47"/>
            <p:cNvGrpSpPr/>
            <p:nvPr/>
          </p:nvGrpSpPr>
          <p:grpSpPr>
            <a:xfrm>
              <a:off x="2363547" y="1069304"/>
              <a:ext cx="4416900" cy="192184"/>
              <a:chOff x="2335097" y="1069304"/>
              <a:chExt cx="4416900" cy="192184"/>
            </a:xfrm>
          </p:grpSpPr>
          <p:sp>
            <p:nvSpPr>
              <p:cNvPr id="1642" name="Google Shape;1642;p47"/>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43" name="Google Shape;1643;p47"/>
              <p:cNvCxnSpPr>
                <a:stCxn id="1644" idx="6"/>
                <a:endCxn id="1645"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45" name="Google Shape;1645;p47"/>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4" name="Google Shape;1644;p47"/>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46" name="Google Shape;1646;p47"/>
          <p:cNvSpPr txBox="1">
            <a:spLocks noGrp="1"/>
          </p:cNvSpPr>
          <p:nvPr>
            <p:ph type="title" idx="2"/>
          </p:nvPr>
        </p:nvSpPr>
        <p:spPr>
          <a:xfrm>
            <a:off x="1862850" y="2106900"/>
            <a:ext cx="5418300" cy="6363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333 000 000</a:t>
            </a:r>
            <a:endParaRPr/>
          </a:p>
        </p:txBody>
      </p:sp>
      <p:sp>
        <p:nvSpPr>
          <p:cNvPr id="1647" name="Google Shape;1647;p47"/>
          <p:cNvSpPr txBox="1">
            <a:spLocks noGrp="1"/>
          </p:cNvSpPr>
          <p:nvPr>
            <p:ph type="subTitle" idx="3"/>
          </p:nvPr>
        </p:nvSpPr>
        <p:spPr>
          <a:xfrm>
            <a:off x="1862850" y="2743200"/>
            <a:ext cx="5418300" cy="2934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terres est la masse du Soleil</a:t>
            </a:r>
            <a:endParaRPr/>
          </a:p>
        </p:txBody>
      </p:sp>
      <p:sp>
        <p:nvSpPr>
          <p:cNvPr id="1648" name="Google Shape;1648;p47"/>
          <p:cNvSpPr txBox="1">
            <a:spLocks noGrp="1"/>
          </p:cNvSpPr>
          <p:nvPr>
            <p:ph type="title" idx="4"/>
          </p:nvPr>
        </p:nvSpPr>
        <p:spPr>
          <a:xfrm>
            <a:off x="1862850" y="3657550"/>
            <a:ext cx="5418300" cy="6363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386 000 km</a:t>
            </a:r>
            <a:endParaRPr/>
          </a:p>
        </p:txBody>
      </p:sp>
      <p:sp>
        <p:nvSpPr>
          <p:cNvPr id="1649" name="Google Shape;1649;p47"/>
          <p:cNvSpPr txBox="1">
            <a:spLocks noGrp="1"/>
          </p:cNvSpPr>
          <p:nvPr>
            <p:ph type="subTitle" idx="5"/>
          </p:nvPr>
        </p:nvSpPr>
        <p:spPr>
          <a:xfrm>
            <a:off x="1862850" y="4293850"/>
            <a:ext cx="5418300" cy="2934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c’est la distance entre la Terre et la Lune</a:t>
            </a:r>
            <a:endParaRPr/>
          </a:p>
        </p:txBody>
      </p:sp>
      <p:grpSp>
        <p:nvGrpSpPr>
          <p:cNvPr id="1650" name="Google Shape;1650;p47"/>
          <p:cNvGrpSpPr/>
          <p:nvPr/>
        </p:nvGrpSpPr>
        <p:grpSpPr>
          <a:xfrm flipH="1">
            <a:off x="2335050" y="3266783"/>
            <a:ext cx="4473900" cy="192185"/>
            <a:chOff x="2363547" y="1069304"/>
            <a:chExt cx="4473900" cy="192184"/>
          </a:xfrm>
        </p:grpSpPr>
        <p:grpSp>
          <p:nvGrpSpPr>
            <p:cNvPr id="1651" name="Google Shape;1651;p47"/>
            <p:cNvGrpSpPr/>
            <p:nvPr/>
          </p:nvGrpSpPr>
          <p:grpSpPr>
            <a:xfrm>
              <a:off x="2363547" y="1069304"/>
              <a:ext cx="4416900" cy="192184"/>
              <a:chOff x="2335097" y="1069304"/>
              <a:chExt cx="4416900" cy="192184"/>
            </a:xfrm>
          </p:grpSpPr>
          <p:sp>
            <p:nvSpPr>
              <p:cNvPr id="1652" name="Google Shape;1652;p47"/>
              <p:cNvSpPr/>
              <p:nvPr/>
            </p:nvSpPr>
            <p:spPr>
              <a:xfrm rot="-2700000" flipH="1">
                <a:off x="61082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53" name="Google Shape;1653;p47"/>
              <p:cNvCxnSpPr>
                <a:stCxn id="1654" idx="6"/>
                <a:endCxn id="1655"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55" name="Google Shape;1655;p47"/>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54" name="Google Shape;1654;p47"/>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659"/>
        <p:cNvGrpSpPr/>
        <p:nvPr/>
      </p:nvGrpSpPr>
      <p:grpSpPr>
        <a:xfrm>
          <a:off x="0" y="0"/>
          <a:ext cx="0" cy="0"/>
          <a:chOff x="0" y="0"/>
          <a:chExt cx="0" cy="0"/>
        </a:xfrm>
      </p:grpSpPr>
      <p:sp>
        <p:nvSpPr>
          <p:cNvPr id="1660" name="Google Shape;1660;p48"/>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MULTIMÉDIA</a:t>
            </a:r>
            <a:endParaRPr/>
          </a:p>
        </p:txBody>
      </p:sp>
      <p:sp>
        <p:nvSpPr>
          <p:cNvPr id="1661" name="Google Shape;1661;p48"/>
          <p:cNvSpPr txBox="1">
            <a:spLocks noGrp="1"/>
          </p:cNvSpPr>
          <p:nvPr>
            <p:ph type="subTitle" idx="1"/>
          </p:nvPr>
        </p:nvSpPr>
        <p:spPr>
          <a:xfrm>
            <a:off x="782850" y="1341548"/>
            <a:ext cx="7578300" cy="5271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Vous pouvez remplacer l'image à l'écran par votre propre travail. Faites un clic droit dessus et sélectionnez "Remplacer l'image"</a:t>
            </a:r>
            <a:endParaRPr/>
          </a:p>
        </p:txBody>
      </p:sp>
      <p:pic>
        <p:nvPicPr>
          <p:cNvPr id="1662" name="Google Shape;1662;p48"/>
          <p:cNvPicPr preferRelativeResize="0"/>
          <p:nvPr/>
        </p:nvPicPr>
        <p:blipFill rotWithShape="1">
          <a:blip r:embed="rId3">
            <a:alphaModFix/>
          </a:blip>
          <a:srcRect l="2290" r="2281"/>
          <a:stretch/>
        </p:blipFill>
        <p:spPr>
          <a:xfrm>
            <a:off x="3280274" y="2390958"/>
            <a:ext cx="2481218" cy="1462562"/>
          </a:xfrm>
          <a:prstGeom prst="rect">
            <a:avLst/>
          </a:prstGeom>
          <a:noFill/>
          <a:ln>
            <a:noFill/>
          </a:ln>
        </p:spPr>
      </p:pic>
      <p:grpSp>
        <p:nvGrpSpPr>
          <p:cNvPr id="1663" name="Google Shape;1663;p48"/>
          <p:cNvGrpSpPr/>
          <p:nvPr/>
        </p:nvGrpSpPr>
        <p:grpSpPr>
          <a:xfrm>
            <a:off x="3185642" y="2329310"/>
            <a:ext cx="2668029" cy="2153516"/>
            <a:chOff x="4572031" y="1415284"/>
            <a:chExt cx="2875341" cy="2319350"/>
          </a:xfrm>
        </p:grpSpPr>
        <p:grpSp>
          <p:nvGrpSpPr>
            <p:cNvPr id="1664" name="Google Shape;1664;p48"/>
            <p:cNvGrpSpPr/>
            <p:nvPr/>
          </p:nvGrpSpPr>
          <p:grpSpPr>
            <a:xfrm>
              <a:off x="4572031" y="1415284"/>
              <a:ext cx="2875341" cy="1993075"/>
              <a:chOff x="3665860" y="822037"/>
              <a:chExt cx="4758136" cy="3243937"/>
            </a:xfrm>
          </p:grpSpPr>
          <p:grpSp>
            <p:nvGrpSpPr>
              <p:cNvPr id="1665" name="Google Shape;1665;p48"/>
              <p:cNvGrpSpPr/>
              <p:nvPr/>
            </p:nvGrpSpPr>
            <p:grpSpPr>
              <a:xfrm>
                <a:off x="3665860" y="822037"/>
                <a:ext cx="4758136" cy="3243937"/>
                <a:chOff x="518725" y="252435"/>
                <a:chExt cx="6524250" cy="4448015"/>
              </a:xfrm>
            </p:grpSpPr>
            <p:sp>
              <p:nvSpPr>
                <p:cNvPr id="1666" name="Google Shape;1666;p48"/>
                <p:cNvSpPr/>
                <p:nvPr/>
              </p:nvSpPr>
              <p:spPr>
                <a:xfrm>
                  <a:off x="518725" y="4131625"/>
                  <a:ext cx="6524250" cy="568825"/>
                </a:xfrm>
                <a:custGeom>
                  <a:avLst/>
                  <a:gdLst/>
                  <a:ahLst/>
                  <a:cxnLst/>
                  <a:rect l="l" t="t" r="r" b="b"/>
                  <a:pathLst>
                    <a:path w="260970" h="22753" extrusionOk="0">
                      <a:moveTo>
                        <a:pt x="0" y="14846"/>
                      </a:moveTo>
                      <a:cubicBezTo>
                        <a:pt x="0" y="19169"/>
                        <a:pt x="4039" y="22753"/>
                        <a:pt x="8305" y="22753"/>
                      </a:cubicBezTo>
                      <a:lnTo>
                        <a:pt x="253120" y="22753"/>
                      </a:lnTo>
                      <a:cubicBezTo>
                        <a:pt x="257443" y="22696"/>
                        <a:pt x="260913" y="19169"/>
                        <a:pt x="260970" y="14846"/>
                      </a:cubicBezTo>
                      <a:lnTo>
                        <a:pt x="260970" y="0"/>
                      </a:lnTo>
                      <a:lnTo>
                        <a:pt x="0" y="0"/>
                      </a:ln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48"/>
                <p:cNvSpPr/>
                <p:nvPr/>
              </p:nvSpPr>
              <p:spPr>
                <a:xfrm>
                  <a:off x="518725" y="252435"/>
                  <a:ext cx="6524250" cy="3893525"/>
                </a:xfrm>
                <a:custGeom>
                  <a:avLst/>
                  <a:gdLst/>
                  <a:ahLst/>
                  <a:cxnLst/>
                  <a:rect l="l" t="t" r="r" b="b"/>
                  <a:pathLst>
                    <a:path w="260970" h="155741" extrusionOk="0">
                      <a:moveTo>
                        <a:pt x="249594" y="9954"/>
                      </a:moveTo>
                      <a:lnTo>
                        <a:pt x="249594" y="144364"/>
                      </a:lnTo>
                      <a:lnTo>
                        <a:pt x="11376" y="144364"/>
                      </a:lnTo>
                      <a:lnTo>
                        <a:pt x="11376" y="9954"/>
                      </a:lnTo>
                      <a:close/>
                      <a:moveTo>
                        <a:pt x="8305" y="0"/>
                      </a:moveTo>
                      <a:cubicBezTo>
                        <a:pt x="4039" y="0"/>
                        <a:pt x="0" y="2844"/>
                        <a:pt x="0" y="7110"/>
                      </a:cubicBezTo>
                      <a:lnTo>
                        <a:pt x="0" y="155740"/>
                      </a:lnTo>
                      <a:lnTo>
                        <a:pt x="260970" y="155740"/>
                      </a:lnTo>
                      <a:lnTo>
                        <a:pt x="260970" y="7110"/>
                      </a:lnTo>
                      <a:cubicBezTo>
                        <a:pt x="260970" y="2844"/>
                        <a:pt x="257386" y="0"/>
                        <a:pt x="253120" y="0"/>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8" name="Google Shape;1668;p48"/>
              <p:cNvSpPr/>
              <p:nvPr/>
            </p:nvSpPr>
            <p:spPr>
              <a:xfrm>
                <a:off x="5947879" y="3761397"/>
                <a:ext cx="194076" cy="166189"/>
              </a:xfrm>
              <a:custGeom>
                <a:avLst/>
                <a:gdLst/>
                <a:ahLst/>
                <a:cxnLst/>
                <a:rect l="l" t="t" r="r" b="b"/>
                <a:pathLst>
                  <a:path w="10627" h="9100" extrusionOk="0">
                    <a:moveTo>
                      <a:pt x="6092" y="0"/>
                    </a:moveTo>
                    <a:cubicBezTo>
                      <a:pt x="2020" y="0"/>
                      <a:pt x="0" y="4900"/>
                      <a:pt x="2881" y="7747"/>
                    </a:cubicBezTo>
                    <a:cubicBezTo>
                      <a:pt x="3804" y="8681"/>
                      <a:pt x="4944" y="9100"/>
                      <a:pt x="6063" y="9100"/>
                    </a:cubicBezTo>
                    <a:cubicBezTo>
                      <a:pt x="8391" y="9100"/>
                      <a:pt x="10627" y="7286"/>
                      <a:pt x="10627" y="4536"/>
                    </a:cubicBezTo>
                    <a:cubicBezTo>
                      <a:pt x="10627" y="2020"/>
                      <a:pt x="8608" y="0"/>
                      <a:pt x="6092" y="0"/>
                    </a:cubicBez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9" name="Google Shape;1669;p48"/>
            <p:cNvSpPr/>
            <p:nvPr/>
          </p:nvSpPr>
          <p:spPr>
            <a:xfrm>
              <a:off x="5498920" y="3408361"/>
              <a:ext cx="1040944" cy="326273"/>
            </a:xfrm>
            <a:custGeom>
              <a:avLst/>
              <a:gdLst/>
              <a:ahLst/>
              <a:cxnLst/>
              <a:rect l="l" t="t" r="r" b="b"/>
              <a:pathLst>
                <a:path w="94481" h="29125" extrusionOk="0">
                  <a:moveTo>
                    <a:pt x="79805" y="18317"/>
                  </a:moveTo>
                  <a:cubicBezTo>
                    <a:pt x="74117" y="12515"/>
                    <a:pt x="73889" y="1"/>
                    <a:pt x="73889" y="1"/>
                  </a:cubicBezTo>
                  <a:lnTo>
                    <a:pt x="20592" y="1"/>
                  </a:lnTo>
                  <a:cubicBezTo>
                    <a:pt x="20592" y="1"/>
                    <a:pt x="20364" y="12515"/>
                    <a:pt x="14676" y="18317"/>
                  </a:cubicBezTo>
                  <a:cubicBezTo>
                    <a:pt x="8931" y="24175"/>
                    <a:pt x="1" y="29124"/>
                    <a:pt x="15529" y="29124"/>
                  </a:cubicBezTo>
                  <a:lnTo>
                    <a:pt x="78952" y="29124"/>
                  </a:lnTo>
                  <a:cubicBezTo>
                    <a:pt x="94480" y="29124"/>
                    <a:pt x="85493" y="24175"/>
                    <a:pt x="79805" y="18317"/>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70" name="Google Shape;1670;p48"/>
          <p:cNvPicPr preferRelativeResize="0"/>
          <p:nvPr/>
        </p:nvPicPr>
        <p:blipFill rotWithShape="1">
          <a:blip r:embed="rId4">
            <a:alphaModFix/>
          </a:blip>
          <a:srcRect l="8942" r="8942"/>
          <a:stretch/>
        </p:blipFill>
        <p:spPr>
          <a:xfrm>
            <a:off x="5258398" y="3155658"/>
            <a:ext cx="1739880" cy="1191795"/>
          </a:xfrm>
          <a:prstGeom prst="rect">
            <a:avLst/>
          </a:prstGeom>
          <a:noFill/>
          <a:ln>
            <a:noFill/>
          </a:ln>
        </p:spPr>
      </p:pic>
      <p:grpSp>
        <p:nvGrpSpPr>
          <p:cNvPr id="1671" name="Google Shape;1671;p48"/>
          <p:cNvGrpSpPr/>
          <p:nvPr/>
        </p:nvGrpSpPr>
        <p:grpSpPr>
          <a:xfrm rot="5400000" flipH="1">
            <a:off x="5400786" y="2700427"/>
            <a:ext cx="1462404" cy="2102720"/>
            <a:chOff x="2498107" y="1080675"/>
            <a:chExt cx="2074038" cy="2982158"/>
          </a:xfrm>
        </p:grpSpPr>
        <p:sp>
          <p:nvSpPr>
            <p:cNvPr id="1672" name="Google Shape;1672;p48"/>
            <p:cNvSpPr/>
            <p:nvPr/>
          </p:nvSpPr>
          <p:spPr>
            <a:xfrm>
              <a:off x="2498107" y="1080675"/>
              <a:ext cx="2074038" cy="2982158"/>
            </a:xfrm>
            <a:custGeom>
              <a:avLst/>
              <a:gdLst/>
              <a:ahLst/>
              <a:cxnLst/>
              <a:rect l="l" t="t" r="r" b="b"/>
              <a:pathLst>
                <a:path w="160747" h="208725" extrusionOk="0">
                  <a:moveTo>
                    <a:pt x="144239" y="18365"/>
                  </a:moveTo>
                  <a:lnTo>
                    <a:pt x="144239" y="190978"/>
                  </a:lnTo>
                  <a:lnTo>
                    <a:pt x="15992" y="190978"/>
                  </a:lnTo>
                  <a:lnTo>
                    <a:pt x="15992" y="18365"/>
                  </a:lnTo>
                  <a:close/>
                  <a:moveTo>
                    <a:pt x="8460" y="0"/>
                  </a:moveTo>
                  <a:cubicBezTo>
                    <a:pt x="3817" y="0"/>
                    <a:pt x="0" y="3818"/>
                    <a:pt x="0" y="8460"/>
                  </a:cubicBezTo>
                  <a:lnTo>
                    <a:pt x="0" y="200264"/>
                  </a:lnTo>
                  <a:cubicBezTo>
                    <a:pt x="0" y="204907"/>
                    <a:pt x="3817" y="208725"/>
                    <a:pt x="8460" y="208725"/>
                  </a:cubicBezTo>
                  <a:lnTo>
                    <a:pt x="152390" y="208725"/>
                  </a:lnTo>
                  <a:cubicBezTo>
                    <a:pt x="157033" y="208725"/>
                    <a:pt x="160747" y="204907"/>
                    <a:pt x="160747" y="200264"/>
                  </a:cubicBezTo>
                  <a:lnTo>
                    <a:pt x="160747" y="8460"/>
                  </a:lnTo>
                  <a:cubicBezTo>
                    <a:pt x="160747" y="3818"/>
                    <a:pt x="157033" y="0"/>
                    <a:pt x="152390" y="0"/>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48"/>
            <p:cNvSpPr/>
            <p:nvPr/>
          </p:nvSpPr>
          <p:spPr>
            <a:xfrm>
              <a:off x="3469185" y="3874439"/>
              <a:ext cx="131700" cy="1317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74" name="Google Shape;1674;p48"/>
          <p:cNvPicPr preferRelativeResize="0"/>
          <p:nvPr/>
        </p:nvPicPr>
        <p:blipFill rotWithShape="1">
          <a:blip r:embed="rId5">
            <a:alphaModFix/>
          </a:blip>
          <a:srcRect l="4488" r="4479"/>
          <a:stretch/>
        </p:blipFill>
        <p:spPr>
          <a:xfrm>
            <a:off x="2187178" y="3646135"/>
            <a:ext cx="1286393" cy="794903"/>
          </a:xfrm>
          <a:prstGeom prst="rect">
            <a:avLst/>
          </a:prstGeom>
          <a:noFill/>
          <a:ln>
            <a:noFill/>
          </a:ln>
        </p:spPr>
      </p:pic>
      <p:grpSp>
        <p:nvGrpSpPr>
          <p:cNvPr id="1675" name="Google Shape;1675;p48"/>
          <p:cNvGrpSpPr/>
          <p:nvPr/>
        </p:nvGrpSpPr>
        <p:grpSpPr>
          <a:xfrm rot="-5400000">
            <a:off x="2388004" y="3169823"/>
            <a:ext cx="885582" cy="1740226"/>
            <a:chOff x="4571999" y="1621825"/>
            <a:chExt cx="1371719" cy="2695518"/>
          </a:xfrm>
        </p:grpSpPr>
        <p:sp>
          <p:nvSpPr>
            <p:cNvPr id="1676" name="Google Shape;1676;p48"/>
            <p:cNvSpPr/>
            <p:nvPr/>
          </p:nvSpPr>
          <p:spPr>
            <a:xfrm>
              <a:off x="4571999" y="1621825"/>
              <a:ext cx="1371719" cy="2695518"/>
            </a:xfrm>
            <a:custGeom>
              <a:avLst/>
              <a:gdLst/>
              <a:ahLst/>
              <a:cxnLst/>
              <a:rect l="l" t="t" r="r" b="b"/>
              <a:pathLst>
                <a:path w="95757" h="202823" extrusionOk="0">
                  <a:moveTo>
                    <a:pt x="55823" y="15602"/>
                  </a:moveTo>
                  <a:cubicBezTo>
                    <a:pt x="56968" y="15602"/>
                    <a:pt x="57970" y="16604"/>
                    <a:pt x="57970" y="17749"/>
                  </a:cubicBezTo>
                  <a:lnTo>
                    <a:pt x="57970" y="17892"/>
                  </a:lnTo>
                  <a:cubicBezTo>
                    <a:pt x="57970" y="19037"/>
                    <a:pt x="56968" y="20039"/>
                    <a:pt x="55823" y="20039"/>
                  </a:cubicBezTo>
                  <a:lnTo>
                    <a:pt x="41080" y="20039"/>
                  </a:lnTo>
                  <a:cubicBezTo>
                    <a:pt x="39935" y="20039"/>
                    <a:pt x="38933" y="19037"/>
                    <a:pt x="38933" y="17892"/>
                  </a:cubicBezTo>
                  <a:lnTo>
                    <a:pt x="38933" y="17749"/>
                  </a:lnTo>
                  <a:cubicBezTo>
                    <a:pt x="38933" y="16604"/>
                    <a:pt x="39935" y="15602"/>
                    <a:pt x="41080" y="15602"/>
                  </a:cubicBezTo>
                  <a:close/>
                  <a:moveTo>
                    <a:pt x="89173" y="28913"/>
                  </a:moveTo>
                  <a:lnTo>
                    <a:pt x="89173" y="173909"/>
                  </a:lnTo>
                  <a:lnTo>
                    <a:pt x="7729" y="173909"/>
                  </a:lnTo>
                  <a:lnTo>
                    <a:pt x="7729" y="28913"/>
                  </a:lnTo>
                  <a:close/>
                  <a:moveTo>
                    <a:pt x="13598" y="0"/>
                  </a:moveTo>
                  <a:cubicBezTo>
                    <a:pt x="6012" y="0"/>
                    <a:pt x="0" y="6155"/>
                    <a:pt x="0" y="13598"/>
                  </a:cubicBezTo>
                  <a:lnTo>
                    <a:pt x="0" y="189225"/>
                  </a:lnTo>
                  <a:cubicBezTo>
                    <a:pt x="0" y="196811"/>
                    <a:pt x="6012" y="202823"/>
                    <a:pt x="13598" y="202823"/>
                  </a:cubicBezTo>
                  <a:lnTo>
                    <a:pt x="82159" y="202823"/>
                  </a:lnTo>
                  <a:cubicBezTo>
                    <a:pt x="89745" y="202823"/>
                    <a:pt x="95757" y="196811"/>
                    <a:pt x="95757" y="189225"/>
                  </a:cubicBezTo>
                  <a:lnTo>
                    <a:pt x="95757" y="13598"/>
                  </a:lnTo>
                  <a:cubicBezTo>
                    <a:pt x="95757" y="6155"/>
                    <a:pt x="89745" y="0"/>
                    <a:pt x="82159" y="0"/>
                  </a:cubicBezTo>
                  <a:close/>
                </a:path>
              </a:pathLst>
            </a:custGeom>
            <a:solidFill>
              <a:schemeClr val="dk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48"/>
            <p:cNvSpPr/>
            <p:nvPr/>
          </p:nvSpPr>
          <p:spPr>
            <a:xfrm>
              <a:off x="5167368" y="4029075"/>
              <a:ext cx="180900" cy="180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8" name="Google Shape;1678;p48"/>
          <p:cNvGrpSpPr/>
          <p:nvPr/>
        </p:nvGrpSpPr>
        <p:grpSpPr>
          <a:xfrm>
            <a:off x="2335050" y="1069304"/>
            <a:ext cx="4473900" cy="192184"/>
            <a:chOff x="2363547" y="1069304"/>
            <a:chExt cx="4473900" cy="192184"/>
          </a:xfrm>
        </p:grpSpPr>
        <p:grpSp>
          <p:nvGrpSpPr>
            <p:cNvPr id="1679" name="Google Shape;1679;p48"/>
            <p:cNvGrpSpPr/>
            <p:nvPr/>
          </p:nvGrpSpPr>
          <p:grpSpPr>
            <a:xfrm>
              <a:off x="2363547" y="1069304"/>
              <a:ext cx="4416900" cy="192184"/>
              <a:chOff x="2335097" y="1069304"/>
              <a:chExt cx="4416900" cy="192184"/>
            </a:xfrm>
          </p:grpSpPr>
          <p:sp>
            <p:nvSpPr>
              <p:cNvPr id="1680" name="Google Shape;1680;p48"/>
              <p:cNvSpPr/>
              <p:nvPr/>
            </p:nvSpPr>
            <p:spPr>
              <a:xfrm rot="-2700000" flipH="1">
                <a:off x="32126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81" name="Google Shape;1681;p48"/>
              <p:cNvCxnSpPr>
                <a:stCxn id="1682" idx="6"/>
                <a:endCxn id="1683" idx="2"/>
              </p:cNvCxnSpPr>
              <p:nvPr/>
            </p:nvCxnSpPr>
            <p:spPr>
              <a:xfrm rot="10800000">
                <a:off x="2392097" y="1164417"/>
                <a:ext cx="4359900" cy="0"/>
              </a:xfrm>
              <a:prstGeom prst="straightConnector1">
                <a:avLst/>
              </a:prstGeom>
              <a:noFill/>
              <a:ln w="9525" cap="flat" cmpd="sng">
                <a:solidFill>
                  <a:schemeClr val="lt1"/>
                </a:solidFill>
                <a:prstDash val="solid"/>
                <a:round/>
                <a:headEnd type="none" w="med" len="med"/>
                <a:tailEnd type="none" w="med" len="med"/>
              </a:ln>
            </p:spPr>
          </p:cxnSp>
          <p:sp>
            <p:nvSpPr>
              <p:cNvPr id="1683" name="Google Shape;1683;p48"/>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2" name="Google Shape;1682;p48"/>
            <p:cNvSpPr/>
            <p:nvPr/>
          </p:nvSpPr>
          <p:spPr>
            <a:xfrm flipH="1">
              <a:off x="678044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84" name="Google Shape;1684;p48"/>
          <p:cNvCxnSpPr/>
          <p:nvPr/>
        </p:nvCxnSpPr>
        <p:spPr>
          <a:xfrm rot="10800000">
            <a:off x="1767450" y="4482944"/>
            <a:ext cx="5609100" cy="0"/>
          </a:xfrm>
          <a:prstGeom prst="straightConnector1">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688"/>
        <p:cNvGrpSpPr/>
        <p:nvPr/>
      </p:nvGrpSpPr>
      <p:grpSpPr>
        <a:xfrm>
          <a:off x="0" y="0"/>
          <a:ext cx="0" cy="0"/>
          <a:chOff x="0" y="0"/>
          <a:chExt cx="0" cy="0"/>
        </a:xfrm>
      </p:grpSpPr>
      <p:sp>
        <p:nvSpPr>
          <p:cNvPr id="1689" name="Google Shape;1689;p49"/>
          <p:cNvSpPr txBox="1">
            <a:spLocks noGrp="1"/>
          </p:cNvSpPr>
          <p:nvPr>
            <p:ph type="ctrTitle"/>
          </p:nvPr>
        </p:nvSpPr>
        <p:spPr>
          <a:xfrm>
            <a:off x="782850" y="1264217"/>
            <a:ext cx="3380400" cy="712500"/>
          </a:xfrm>
          <a:prstGeom prst="rect">
            <a:avLst/>
          </a:prstGeom>
        </p:spPr>
        <p:txBody>
          <a:bodyPr spcFirstLastPara="1" wrap="square" lIns="91425" tIns="0" rIns="91425" bIns="0" anchor="ctr" anchorCtr="0">
            <a:noAutofit/>
          </a:bodyPr>
          <a:lstStyle/>
          <a:p>
            <a:pPr marL="0" lvl="0" indent="0" algn="l" rtl="0">
              <a:spcBef>
                <a:spcPts val="0"/>
              </a:spcBef>
              <a:spcAft>
                <a:spcPts val="0"/>
              </a:spcAft>
              <a:buNone/>
            </a:pPr>
            <a:r>
              <a:rPr lang="en"/>
              <a:t>MERCI !</a:t>
            </a:r>
            <a:endParaRPr/>
          </a:p>
        </p:txBody>
      </p:sp>
      <p:sp>
        <p:nvSpPr>
          <p:cNvPr id="1690" name="Google Shape;1690;p49"/>
          <p:cNvSpPr txBox="1">
            <a:spLocks noGrp="1"/>
          </p:cNvSpPr>
          <p:nvPr>
            <p:ph type="subTitle" idx="1"/>
          </p:nvPr>
        </p:nvSpPr>
        <p:spPr>
          <a:xfrm>
            <a:off x="782850" y="2542667"/>
            <a:ext cx="3687900" cy="13410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000" b="1"/>
              <a:t>Avez-vous des questions ?</a:t>
            </a:r>
            <a:endParaRPr sz="2000" b="1"/>
          </a:p>
          <a:p>
            <a:pPr marL="0" lvl="0" indent="0" algn="l" rtl="0">
              <a:spcBef>
                <a:spcPts val="0"/>
              </a:spcBef>
              <a:spcAft>
                <a:spcPts val="0"/>
              </a:spcAft>
              <a:buNone/>
            </a:pPr>
            <a:endParaRPr/>
          </a:p>
          <a:p>
            <a:pPr marL="0" lvl="0" indent="0" algn="l" rtl="0">
              <a:spcBef>
                <a:spcPts val="0"/>
              </a:spcBef>
              <a:spcAft>
                <a:spcPts val="0"/>
              </a:spcAft>
              <a:buNone/>
            </a:pPr>
            <a:r>
              <a:rPr lang="en"/>
              <a:t>votreemail@freepik.com </a:t>
            </a:r>
            <a:endParaRPr/>
          </a:p>
          <a:p>
            <a:pPr marL="0" lvl="0" indent="0" algn="l" rtl="0">
              <a:spcBef>
                <a:spcPts val="0"/>
              </a:spcBef>
              <a:spcAft>
                <a:spcPts val="0"/>
              </a:spcAft>
              <a:buNone/>
            </a:pPr>
            <a:r>
              <a:rPr lang="en"/>
              <a:t>+91  620 421 838 </a:t>
            </a:r>
            <a:endParaRPr/>
          </a:p>
          <a:p>
            <a:pPr marL="0" lvl="0" indent="0" algn="l" rtl="0">
              <a:spcBef>
                <a:spcPts val="0"/>
              </a:spcBef>
              <a:spcAft>
                <a:spcPts val="0"/>
              </a:spcAft>
              <a:buNone/>
            </a:pPr>
            <a:r>
              <a:rPr lang="en"/>
              <a:t>votreentreprise.com</a:t>
            </a:r>
            <a:endParaRPr/>
          </a:p>
        </p:txBody>
      </p:sp>
      <p:cxnSp>
        <p:nvCxnSpPr>
          <p:cNvPr id="1691" name="Google Shape;1691;p49"/>
          <p:cNvCxnSpPr/>
          <p:nvPr/>
        </p:nvCxnSpPr>
        <p:spPr>
          <a:xfrm rot="10800000">
            <a:off x="945275" y="2197817"/>
            <a:ext cx="8764500" cy="0"/>
          </a:xfrm>
          <a:prstGeom prst="straightConnector1">
            <a:avLst/>
          </a:prstGeom>
          <a:noFill/>
          <a:ln w="9525" cap="flat" cmpd="sng">
            <a:solidFill>
              <a:schemeClr val="lt1"/>
            </a:solidFill>
            <a:prstDash val="solid"/>
            <a:round/>
            <a:headEnd type="none" w="med" len="med"/>
            <a:tailEnd type="none" w="med" len="med"/>
          </a:ln>
        </p:spPr>
      </p:cxnSp>
      <p:sp>
        <p:nvSpPr>
          <p:cNvPr id="1692" name="Google Shape;1692;p49"/>
          <p:cNvSpPr txBox="1"/>
          <p:nvPr/>
        </p:nvSpPr>
        <p:spPr>
          <a:xfrm>
            <a:off x="4980600" y="3445300"/>
            <a:ext cx="3201300" cy="391500"/>
          </a:xfrm>
          <a:prstGeom prst="rect">
            <a:avLst/>
          </a:prstGeom>
          <a:noFill/>
          <a:ln>
            <a:noFill/>
          </a:ln>
        </p:spPr>
        <p:txBody>
          <a:bodyPr spcFirstLastPara="1" wrap="square" lIns="91425" tIns="0" rIns="91425" bIns="0" anchor="t" anchorCtr="0">
            <a:noAutofit/>
          </a:bodyPr>
          <a:lstStyle/>
          <a:p>
            <a:pPr marL="0" marR="0" lvl="0" indent="0" algn="l" rtl="0">
              <a:lnSpc>
                <a:spcPct val="100000"/>
              </a:lnSpc>
              <a:spcBef>
                <a:spcPts val="0"/>
              </a:spcBef>
              <a:spcAft>
                <a:spcPts val="0"/>
              </a:spcAft>
              <a:buNone/>
            </a:pPr>
            <a:r>
              <a:rPr lang="en" sz="1200">
                <a:solidFill>
                  <a:schemeClr val="lt1"/>
                </a:solidFill>
                <a:latin typeface="Montserrat"/>
                <a:ea typeface="Montserrat"/>
                <a:cs typeface="Montserrat"/>
                <a:sym typeface="Montserrat"/>
              </a:rPr>
              <a:t>Veuillez conserver cette diapositive pour l'attribution</a:t>
            </a:r>
            <a:endParaRPr sz="1200">
              <a:solidFill>
                <a:schemeClr val="lt1"/>
              </a:solidFill>
              <a:latin typeface="Montserrat"/>
              <a:ea typeface="Montserrat"/>
              <a:cs typeface="Montserrat"/>
              <a:sym typeface="Montserrat"/>
            </a:endParaRPr>
          </a:p>
        </p:txBody>
      </p:sp>
      <p:sp>
        <p:nvSpPr>
          <p:cNvPr id="1693" name="Google Shape;1693;p49"/>
          <p:cNvSpPr/>
          <p:nvPr/>
        </p:nvSpPr>
        <p:spPr>
          <a:xfrm>
            <a:off x="5355755" y="1555376"/>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94" name="Google Shape;1694;p49"/>
          <p:cNvGrpSpPr/>
          <p:nvPr/>
        </p:nvGrpSpPr>
        <p:grpSpPr>
          <a:xfrm>
            <a:off x="5856652" y="1555567"/>
            <a:ext cx="346056" cy="345674"/>
            <a:chOff x="3303268" y="3817349"/>
            <a:chExt cx="346056" cy="345674"/>
          </a:xfrm>
        </p:grpSpPr>
        <p:sp>
          <p:nvSpPr>
            <p:cNvPr id="1695" name="Google Shape;1695;p49"/>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49"/>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49"/>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49"/>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9" name="Google Shape;1699;p49"/>
          <p:cNvGrpSpPr/>
          <p:nvPr/>
        </p:nvGrpSpPr>
        <p:grpSpPr>
          <a:xfrm>
            <a:off x="6357927" y="1555567"/>
            <a:ext cx="346024" cy="345674"/>
            <a:chOff x="4650919" y="3817349"/>
            <a:chExt cx="346024" cy="345674"/>
          </a:xfrm>
        </p:grpSpPr>
        <p:sp>
          <p:nvSpPr>
            <p:cNvPr id="1700" name="Google Shape;1700;p49"/>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49"/>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49"/>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706"/>
        <p:cNvGrpSpPr/>
        <p:nvPr/>
      </p:nvGrpSpPr>
      <p:grpSpPr>
        <a:xfrm>
          <a:off x="0" y="0"/>
          <a:ext cx="0" cy="0"/>
          <a:chOff x="0" y="0"/>
          <a:chExt cx="0" cy="0"/>
        </a:xfrm>
      </p:grpSpPr>
      <p:sp>
        <p:nvSpPr>
          <p:cNvPr id="1707" name="Google Shape;1707;p50"/>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RESSOURCES ALTERNATIVES</a:t>
            </a:r>
            <a:endParaRPr/>
          </a:p>
        </p:txBody>
      </p:sp>
      <p:sp>
        <p:nvSpPr>
          <p:cNvPr id="1708" name="Google Shape;1708;p50"/>
          <p:cNvSpPr txBox="1">
            <a:spLocks noGrp="1"/>
          </p:cNvSpPr>
          <p:nvPr>
            <p:ph type="subTitle" idx="2"/>
          </p:nvPr>
        </p:nvSpPr>
        <p:spPr>
          <a:xfrm>
            <a:off x="1682625" y="1355275"/>
            <a:ext cx="5779200" cy="5355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Voici un assortiment de ressources alternatives dans le même style que ce modèle :</a:t>
            </a:r>
            <a:endParaRPr/>
          </a:p>
        </p:txBody>
      </p:sp>
      <p:grpSp>
        <p:nvGrpSpPr>
          <p:cNvPr id="1709" name="Google Shape;1709;p50"/>
          <p:cNvGrpSpPr/>
          <p:nvPr/>
        </p:nvGrpSpPr>
        <p:grpSpPr>
          <a:xfrm>
            <a:off x="1611150" y="1050283"/>
            <a:ext cx="5921700" cy="192184"/>
            <a:chOff x="902597" y="1069304"/>
            <a:chExt cx="5921700" cy="192184"/>
          </a:xfrm>
        </p:grpSpPr>
        <p:grpSp>
          <p:nvGrpSpPr>
            <p:cNvPr id="1710" name="Google Shape;1710;p50"/>
            <p:cNvGrpSpPr/>
            <p:nvPr/>
          </p:nvGrpSpPr>
          <p:grpSpPr>
            <a:xfrm>
              <a:off x="902597" y="1069304"/>
              <a:ext cx="5864700" cy="192184"/>
              <a:chOff x="2335097" y="1069304"/>
              <a:chExt cx="5864700" cy="192184"/>
            </a:xfrm>
          </p:grpSpPr>
          <p:sp>
            <p:nvSpPr>
              <p:cNvPr id="1711" name="Google Shape;1711;p50"/>
              <p:cNvSpPr/>
              <p:nvPr/>
            </p:nvSpPr>
            <p:spPr>
              <a:xfrm rot="-2700000" flipH="1">
                <a:off x="55748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712" name="Google Shape;1712;p50"/>
              <p:cNvCxnSpPr>
                <a:stCxn id="1713" idx="6"/>
                <a:endCxn id="1714"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714" name="Google Shape;1714;p50"/>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3" name="Google Shape;1713;p50"/>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5" name="Google Shape;1715;p50"/>
          <p:cNvSpPr txBox="1">
            <a:spLocks noGrp="1"/>
          </p:cNvSpPr>
          <p:nvPr>
            <p:ph type="body" idx="1"/>
          </p:nvPr>
        </p:nvSpPr>
        <p:spPr>
          <a:xfrm>
            <a:off x="782850" y="1995825"/>
            <a:ext cx="3904500" cy="2591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000" b="1"/>
              <a:t>Vecteur</a:t>
            </a:r>
            <a:endParaRPr sz="2000" b="1"/>
          </a:p>
          <a:p>
            <a:pPr marL="457200" lvl="0" indent="-317500" algn="l" rtl="0">
              <a:spcBef>
                <a:spcPts val="1000"/>
              </a:spcBef>
              <a:spcAft>
                <a:spcPts val="0"/>
              </a:spcAft>
              <a:buSzPts val="1400"/>
              <a:buChar char="●"/>
            </a:pPr>
            <a:r>
              <a:rPr lang="en" sz="1400">
                <a:solidFill>
                  <a:schemeClr val="hlink"/>
                </a:solidFill>
                <a:uFill>
                  <a:noFill/>
                </a:uFill>
                <a:hlinkClick r:id="rId3"/>
              </a:rPr>
              <a:t>Circuits blue and red gradient digital background</a:t>
            </a:r>
            <a:endParaRPr sz="1400"/>
          </a:p>
        </p:txBody>
      </p:sp>
      <p:sp>
        <p:nvSpPr>
          <p:cNvPr id="1716" name="Google Shape;1716;p50"/>
          <p:cNvSpPr/>
          <p:nvPr/>
        </p:nvSpPr>
        <p:spPr>
          <a:xfrm>
            <a:off x="5562900" y="2049422"/>
            <a:ext cx="2294290" cy="2537888"/>
          </a:xfrm>
          <a:custGeom>
            <a:avLst/>
            <a:gdLst/>
            <a:ahLst/>
            <a:cxnLst/>
            <a:rect l="l" t="t" r="r" b="b"/>
            <a:pathLst>
              <a:path w="188018" h="207981" extrusionOk="0">
                <a:moveTo>
                  <a:pt x="104847" y="37273"/>
                </a:moveTo>
                <a:cubicBezTo>
                  <a:pt x="103681" y="37273"/>
                  <a:pt x="102619" y="38546"/>
                  <a:pt x="103325" y="39856"/>
                </a:cubicBezTo>
                <a:lnTo>
                  <a:pt x="90699" y="52481"/>
                </a:lnTo>
                <a:lnTo>
                  <a:pt x="80155" y="50332"/>
                </a:lnTo>
                <a:lnTo>
                  <a:pt x="68110" y="62377"/>
                </a:lnTo>
                <a:cubicBezTo>
                  <a:pt x="67784" y="62168"/>
                  <a:pt x="67457" y="62078"/>
                  <a:pt x="67148" y="62078"/>
                </a:cubicBezTo>
                <a:cubicBezTo>
                  <a:pt x="65740" y="62078"/>
                  <a:pt x="64719" y="63960"/>
                  <a:pt x="66062" y="65107"/>
                </a:cubicBezTo>
                <a:lnTo>
                  <a:pt x="66028" y="65141"/>
                </a:lnTo>
                <a:cubicBezTo>
                  <a:pt x="66403" y="65580"/>
                  <a:pt x="66862" y="65764"/>
                  <a:pt x="67308" y="65764"/>
                </a:cubicBezTo>
                <a:cubicBezTo>
                  <a:pt x="68527" y="65764"/>
                  <a:pt x="69657" y="64392"/>
                  <a:pt x="68758" y="63094"/>
                </a:cubicBezTo>
                <a:lnTo>
                  <a:pt x="80462" y="51389"/>
                </a:lnTo>
                <a:lnTo>
                  <a:pt x="91006" y="53505"/>
                </a:lnTo>
                <a:lnTo>
                  <a:pt x="103973" y="40538"/>
                </a:lnTo>
                <a:cubicBezTo>
                  <a:pt x="104265" y="40696"/>
                  <a:pt x="104555" y="40765"/>
                  <a:pt x="104830" y="40765"/>
                </a:cubicBezTo>
                <a:cubicBezTo>
                  <a:pt x="106225" y="40765"/>
                  <a:pt x="107223" y="38977"/>
                  <a:pt x="106054" y="37808"/>
                </a:cubicBezTo>
                <a:cubicBezTo>
                  <a:pt x="105688" y="37433"/>
                  <a:pt x="105261" y="37273"/>
                  <a:pt x="104847" y="37273"/>
                </a:cubicBezTo>
                <a:close/>
                <a:moveTo>
                  <a:pt x="90788" y="67921"/>
                </a:moveTo>
                <a:cubicBezTo>
                  <a:pt x="91775" y="67921"/>
                  <a:pt x="92724" y="68648"/>
                  <a:pt x="92815" y="69782"/>
                </a:cubicBezTo>
                <a:cubicBezTo>
                  <a:pt x="92915" y="71032"/>
                  <a:pt x="91897" y="71952"/>
                  <a:pt x="90796" y="71952"/>
                </a:cubicBezTo>
                <a:cubicBezTo>
                  <a:pt x="90394" y="71952"/>
                  <a:pt x="89981" y="71830"/>
                  <a:pt x="89607" y="71556"/>
                </a:cubicBezTo>
                <a:lnTo>
                  <a:pt x="89198" y="71147"/>
                </a:lnTo>
                <a:cubicBezTo>
                  <a:pt x="88583" y="70328"/>
                  <a:pt x="88686" y="69236"/>
                  <a:pt x="89368" y="68519"/>
                </a:cubicBezTo>
                <a:cubicBezTo>
                  <a:pt x="89781" y="68107"/>
                  <a:pt x="90289" y="67921"/>
                  <a:pt x="90788" y="67921"/>
                </a:cubicBezTo>
                <a:close/>
                <a:moveTo>
                  <a:pt x="43920" y="77439"/>
                </a:moveTo>
                <a:cubicBezTo>
                  <a:pt x="45462" y="77439"/>
                  <a:pt x="46787" y="79443"/>
                  <a:pt x="45350" y="80906"/>
                </a:cubicBezTo>
                <a:cubicBezTo>
                  <a:pt x="44945" y="81299"/>
                  <a:pt x="44454" y="81476"/>
                  <a:pt x="43971" y="81476"/>
                </a:cubicBezTo>
                <a:cubicBezTo>
                  <a:pt x="42946" y="81476"/>
                  <a:pt x="41960" y="80679"/>
                  <a:pt x="41937" y="79473"/>
                </a:cubicBezTo>
                <a:cubicBezTo>
                  <a:pt x="41937" y="78961"/>
                  <a:pt x="42142" y="78449"/>
                  <a:pt x="42517" y="78074"/>
                </a:cubicBezTo>
                <a:cubicBezTo>
                  <a:pt x="42957" y="77626"/>
                  <a:pt x="43449" y="77439"/>
                  <a:pt x="43920" y="77439"/>
                </a:cubicBezTo>
                <a:close/>
                <a:moveTo>
                  <a:pt x="151302" y="0"/>
                </a:moveTo>
                <a:lnTo>
                  <a:pt x="90597" y="60500"/>
                </a:lnTo>
                <a:lnTo>
                  <a:pt x="80837" y="58112"/>
                </a:lnTo>
                <a:lnTo>
                  <a:pt x="56951" y="81998"/>
                </a:lnTo>
                <a:lnTo>
                  <a:pt x="46851" y="79677"/>
                </a:lnTo>
                <a:lnTo>
                  <a:pt x="46851" y="79473"/>
                </a:lnTo>
                <a:cubicBezTo>
                  <a:pt x="46851" y="77696"/>
                  <a:pt x="45400" y="76512"/>
                  <a:pt x="43880" y="76512"/>
                </a:cubicBezTo>
                <a:cubicBezTo>
                  <a:pt x="43152" y="76512"/>
                  <a:pt x="42408" y="76784"/>
                  <a:pt x="41801" y="77391"/>
                </a:cubicBezTo>
                <a:cubicBezTo>
                  <a:pt x="39958" y="79268"/>
                  <a:pt x="41255" y="82441"/>
                  <a:pt x="43916" y="82441"/>
                </a:cubicBezTo>
                <a:cubicBezTo>
                  <a:pt x="45111" y="82441"/>
                  <a:pt x="46203" y="81725"/>
                  <a:pt x="46680" y="80599"/>
                </a:cubicBezTo>
                <a:lnTo>
                  <a:pt x="57293" y="83022"/>
                </a:lnTo>
                <a:lnTo>
                  <a:pt x="81145" y="59135"/>
                </a:lnTo>
                <a:lnTo>
                  <a:pt x="90870" y="61558"/>
                </a:lnTo>
                <a:lnTo>
                  <a:pt x="151984" y="682"/>
                </a:lnTo>
                <a:lnTo>
                  <a:pt x="151302" y="0"/>
                </a:lnTo>
                <a:close/>
                <a:moveTo>
                  <a:pt x="123259" y="58211"/>
                </a:moveTo>
                <a:cubicBezTo>
                  <a:pt x="122084" y="58211"/>
                  <a:pt x="121008" y="59490"/>
                  <a:pt x="121717" y="60807"/>
                </a:cubicBezTo>
                <a:lnTo>
                  <a:pt x="101380" y="81179"/>
                </a:lnTo>
                <a:lnTo>
                  <a:pt x="92200" y="84659"/>
                </a:lnTo>
                <a:cubicBezTo>
                  <a:pt x="92132" y="84591"/>
                  <a:pt x="92064" y="84489"/>
                  <a:pt x="91962" y="84386"/>
                </a:cubicBezTo>
                <a:cubicBezTo>
                  <a:pt x="91606" y="84040"/>
                  <a:pt x="91190" y="83891"/>
                  <a:pt x="90784" y="83891"/>
                </a:cubicBezTo>
                <a:cubicBezTo>
                  <a:pt x="89673" y="83891"/>
                  <a:pt x="88647" y="85013"/>
                  <a:pt x="89198" y="86263"/>
                </a:cubicBezTo>
                <a:cubicBezTo>
                  <a:pt x="89496" y="86989"/>
                  <a:pt x="90121" y="87317"/>
                  <a:pt x="90746" y="87317"/>
                </a:cubicBezTo>
                <a:cubicBezTo>
                  <a:pt x="91620" y="87317"/>
                  <a:pt x="92493" y="86675"/>
                  <a:pt x="92473" y="85581"/>
                </a:cubicBezTo>
                <a:lnTo>
                  <a:pt x="101926" y="81998"/>
                </a:lnTo>
                <a:lnTo>
                  <a:pt x="122399" y="61456"/>
                </a:lnTo>
                <a:cubicBezTo>
                  <a:pt x="122691" y="61613"/>
                  <a:pt x="122982" y="61682"/>
                  <a:pt x="123256" y="61682"/>
                </a:cubicBezTo>
                <a:cubicBezTo>
                  <a:pt x="124650" y="61682"/>
                  <a:pt x="125644" y="59895"/>
                  <a:pt x="124447" y="58726"/>
                </a:cubicBezTo>
                <a:cubicBezTo>
                  <a:pt x="124086" y="58365"/>
                  <a:pt x="123667" y="58211"/>
                  <a:pt x="123259" y="58211"/>
                </a:cubicBezTo>
                <a:close/>
                <a:moveTo>
                  <a:pt x="110386" y="91267"/>
                </a:moveTo>
                <a:cubicBezTo>
                  <a:pt x="110877" y="91267"/>
                  <a:pt x="111379" y="91451"/>
                  <a:pt x="111787" y="91859"/>
                </a:cubicBezTo>
                <a:cubicBezTo>
                  <a:pt x="112572" y="92644"/>
                  <a:pt x="112572" y="93907"/>
                  <a:pt x="111787" y="94692"/>
                </a:cubicBezTo>
                <a:cubicBezTo>
                  <a:pt x="111377" y="95101"/>
                  <a:pt x="110874" y="95285"/>
                  <a:pt x="110381" y="95285"/>
                </a:cubicBezTo>
                <a:cubicBezTo>
                  <a:pt x="109355" y="95285"/>
                  <a:pt x="108375" y="94491"/>
                  <a:pt x="108375" y="93293"/>
                </a:cubicBezTo>
                <a:cubicBezTo>
                  <a:pt x="108375" y="92069"/>
                  <a:pt x="109358" y="91267"/>
                  <a:pt x="110386" y="91267"/>
                </a:cubicBezTo>
                <a:close/>
                <a:moveTo>
                  <a:pt x="148026" y="29551"/>
                </a:moveTo>
                <a:lnTo>
                  <a:pt x="131305" y="46305"/>
                </a:lnTo>
                <a:lnTo>
                  <a:pt x="130896" y="58453"/>
                </a:lnTo>
                <a:lnTo>
                  <a:pt x="110047" y="79336"/>
                </a:lnTo>
                <a:lnTo>
                  <a:pt x="110047" y="90324"/>
                </a:lnTo>
                <a:cubicBezTo>
                  <a:pt x="106396" y="90699"/>
                  <a:pt x="106532" y="96057"/>
                  <a:pt x="110183" y="96261"/>
                </a:cubicBezTo>
                <a:cubicBezTo>
                  <a:pt x="110248" y="96266"/>
                  <a:pt x="110313" y="96268"/>
                  <a:pt x="110377" y="96268"/>
                </a:cubicBezTo>
                <a:cubicBezTo>
                  <a:pt x="111832" y="96268"/>
                  <a:pt x="113094" y="95173"/>
                  <a:pt x="113323" y="93702"/>
                </a:cubicBezTo>
                <a:cubicBezTo>
                  <a:pt x="113527" y="92167"/>
                  <a:pt x="112504" y="90733"/>
                  <a:pt x="111002" y="90392"/>
                </a:cubicBezTo>
                <a:lnTo>
                  <a:pt x="111002" y="79712"/>
                </a:lnTo>
                <a:lnTo>
                  <a:pt x="131851" y="58862"/>
                </a:lnTo>
                <a:lnTo>
                  <a:pt x="132227" y="46715"/>
                </a:lnTo>
                <a:lnTo>
                  <a:pt x="148674" y="30233"/>
                </a:lnTo>
                <a:lnTo>
                  <a:pt x="148026" y="29551"/>
                </a:lnTo>
                <a:close/>
                <a:moveTo>
                  <a:pt x="92272" y="97179"/>
                </a:moveTo>
                <a:cubicBezTo>
                  <a:pt x="90686" y="97179"/>
                  <a:pt x="89163" y="98403"/>
                  <a:pt x="89163" y="100254"/>
                </a:cubicBezTo>
                <a:lnTo>
                  <a:pt x="89163" y="100288"/>
                </a:lnTo>
                <a:cubicBezTo>
                  <a:pt x="89163" y="101960"/>
                  <a:pt x="90528" y="103325"/>
                  <a:pt x="92235" y="103325"/>
                </a:cubicBezTo>
                <a:cubicBezTo>
                  <a:pt x="94964" y="103325"/>
                  <a:pt x="96329" y="100015"/>
                  <a:pt x="94418" y="98070"/>
                </a:cubicBezTo>
                <a:cubicBezTo>
                  <a:pt x="93792" y="97455"/>
                  <a:pt x="93025" y="97179"/>
                  <a:pt x="92272" y="97179"/>
                </a:cubicBezTo>
                <a:close/>
                <a:moveTo>
                  <a:pt x="92235" y="94658"/>
                </a:moveTo>
                <a:cubicBezTo>
                  <a:pt x="97217" y="94658"/>
                  <a:pt x="99708" y="100697"/>
                  <a:pt x="96193" y="104212"/>
                </a:cubicBezTo>
                <a:cubicBezTo>
                  <a:pt x="95057" y="105348"/>
                  <a:pt x="93657" y="105856"/>
                  <a:pt x="92283" y="105856"/>
                </a:cubicBezTo>
                <a:cubicBezTo>
                  <a:pt x="89405" y="105856"/>
                  <a:pt x="86638" y="103626"/>
                  <a:pt x="86638" y="100254"/>
                </a:cubicBezTo>
                <a:cubicBezTo>
                  <a:pt x="86638" y="97183"/>
                  <a:pt x="89163" y="94692"/>
                  <a:pt x="92235" y="94692"/>
                </a:cubicBezTo>
                <a:lnTo>
                  <a:pt x="92235" y="94658"/>
                </a:lnTo>
                <a:close/>
                <a:moveTo>
                  <a:pt x="92262" y="93708"/>
                </a:moveTo>
                <a:cubicBezTo>
                  <a:pt x="88908" y="93708"/>
                  <a:pt x="85683" y="96311"/>
                  <a:pt x="85683" y="100254"/>
                </a:cubicBezTo>
                <a:cubicBezTo>
                  <a:pt x="85683" y="103871"/>
                  <a:pt x="88618" y="106805"/>
                  <a:pt x="92235" y="106805"/>
                </a:cubicBezTo>
                <a:cubicBezTo>
                  <a:pt x="98070" y="106805"/>
                  <a:pt x="100970" y="99742"/>
                  <a:pt x="96841" y="95647"/>
                </a:cubicBezTo>
                <a:cubicBezTo>
                  <a:pt x="95513" y="94308"/>
                  <a:pt x="93873" y="93708"/>
                  <a:pt x="92262" y="93708"/>
                </a:cubicBezTo>
                <a:close/>
                <a:moveTo>
                  <a:pt x="69190" y="104191"/>
                </a:moveTo>
                <a:cubicBezTo>
                  <a:pt x="70748" y="104191"/>
                  <a:pt x="72072" y="106195"/>
                  <a:pt x="70635" y="107658"/>
                </a:cubicBezTo>
                <a:cubicBezTo>
                  <a:pt x="70259" y="108034"/>
                  <a:pt x="69747" y="108238"/>
                  <a:pt x="69202" y="108238"/>
                </a:cubicBezTo>
                <a:cubicBezTo>
                  <a:pt x="67427" y="108238"/>
                  <a:pt x="66540" y="106123"/>
                  <a:pt x="67768" y="104826"/>
                </a:cubicBezTo>
                <a:cubicBezTo>
                  <a:pt x="68216" y="104379"/>
                  <a:pt x="68714" y="104191"/>
                  <a:pt x="69190" y="104191"/>
                </a:cubicBezTo>
                <a:close/>
                <a:moveTo>
                  <a:pt x="92235" y="92167"/>
                </a:moveTo>
                <a:cubicBezTo>
                  <a:pt x="99435" y="92167"/>
                  <a:pt x="103052" y="100902"/>
                  <a:pt x="97967" y="105986"/>
                </a:cubicBezTo>
                <a:cubicBezTo>
                  <a:pt x="96309" y="107644"/>
                  <a:pt x="94272" y="108386"/>
                  <a:pt x="92275" y="108386"/>
                </a:cubicBezTo>
                <a:cubicBezTo>
                  <a:pt x="88106" y="108386"/>
                  <a:pt x="84113" y="105156"/>
                  <a:pt x="84113" y="100288"/>
                </a:cubicBezTo>
                <a:cubicBezTo>
                  <a:pt x="84147" y="95805"/>
                  <a:pt x="87731" y="92200"/>
                  <a:pt x="92172" y="92200"/>
                </a:cubicBezTo>
                <a:cubicBezTo>
                  <a:pt x="92193" y="92200"/>
                  <a:pt x="92214" y="92200"/>
                  <a:pt x="92235" y="92201"/>
                </a:cubicBezTo>
                <a:lnTo>
                  <a:pt x="92235" y="92167"/>
                </a:lnTo>
                <a:close/>
                <a:moveTo>
                  <a:pt x="92235" y="91245"/>
                </a:moveTo>
                <a:cubicBezTo>
                  <a:pt x="87253" y="91245"/>
                  <a:pt x="83192" y="95272"/>
                  <a:pt x="83192" y="100288"/>
                </a:cubicBezTo>
                <a:cubicBezTo>
                  <a:pt x="83192" y="105734"/>
                  <a:pt x="87640" y="109339"/>
                  <a:pt x="92283" y="109339"/>
                </a:cubicBezTo>
                <a:cubicBezTo>
                  <a:pt x="94505" y="109339"/>
                  <a:pt x="96771" y="108513"/>
                  <a:pt x="98616" y="106669"/>
                </a:cubicBezTo>
                <a:cubicBezTo>
                  <a:pt x="104314" y="100970"/>
                  <a:pt x="100288" y="91245"/>
                  <a:pt x="92235" y="91245"/>
                </a:cubicBezTo>
                <a:close/>
                <a:moveTo>
                  <a:pt x="187370" y="46169"/>
                </a:moveTo>
                <a:lnTo>
                  <a:pt x="159730" y="73808"/>
                </a:lnTo>
                <a:lnTo>
                  <a:pt x="160276" y="77971"/>
                </a:lnTo>
                <a:lnTo>
                  <a:pt x="153520" y="84728"/>
                </a:lnTo>
                <a:lnTo>
                  <a:pt x="149152" y="84728"/>
                </a:lnTo>
                <a:lnTo>
                  <a:pt x="132022" y="101857"/>
                </a:lnTo>
                <a:lnTo>
                  <a:pt x="127279" y="101857"/>
                </a:lnTo>
                <a:lnTo>
                  <a:pt x="116257" y="112879"/>
                </a:lnTo>
                <a:cubicBezTo>
                  <a:pt x="115954" y="112698"/>
                  <a:pt x="115650" y="112618"/>
                  <a:pt x="115360" y="112618"/>
                </a:cubicBezTo>
                <a:cubicBezTo>
                  <a:pt x="114020" y="112618"/>
                  <a:pt x="113019" y="114328"/>
                  <a:pt x="114142" y="115507"/>
                </a:cubicBezTo>
                <a:cubicBezTo>
                  <a:pt x="114498" y="115891"/>
                  <a:pt x="114926" y="116054"/>
                  <a:pt x="115344" y="116054"/>
                </a:cubicBezTo>
                <a:cubicBezTo>
                  <a:pt x="116486" y="116054"/>
                  <a:pt x="117555" y="114835"/>
                  <a:pt x="116906" y="113562"/>
                </a:cubicBezTo>
                <a:lnTo>
                  <a:pt x="127654" y="102813"/>
                </a:lnTo>
                <a:lnTo>
                  <a:pt x="132431" y="102813"/>
                </a:lnTo>
                <a:lnTo>
                  <a:pt x="149527" y="85683"/>
                </a:lnTo>
                <a:lnTo>
                  <a:pt x="153895" y="85683"/>
                </a:lnTo>
                <a:lnTo>
                  <a:pt x="161300" y="78278"/>
                </a:lnTo>
                <a:lnTo>
                  <a:pt x="160719" y="74150"/>
                </a:lnTo>
                <a:lnTo>
                  <a:pt x="188018" y="46851"/>
                </a:lnTo>
                <a:lnTo>
                  <a:pt x="187370" y="46169"/>
                </a:lnTo>
                <a:close/>
                <a:moveTo>
                  <a:pt x="80872" y="112743"/>
                </a:moveTo>
                <a:lnTo>
                  <a:pt x="80872" y="116189"/>
                </a:lnTo>
                <a:lnTo>
                  <a:pt x="84318" y="116189"/>
                </a:lnTo>
                <a:lnTo>
                  <a:pt x="84318" y="112743"/>
                </a:lnTo>
                <a:close/>
                <a:moveTo>
                  <a:pt x="87048" y="112743"/>
                </a:moveTo>
                <a:lnTo>
                  <a:pt x="87048" y="116189"/>
                </a:lnTo>
                <a:lnTo>
                  <a:pt x="90494" y="116189"/>
                </a:lnTo>
                <a:lnTo>
                  <a:pt x="90494" y="112743"/>
                </a:lnTo>
                <a:close/>
                <a:moveTo>
                  <a:pt x="100553" y="113009"/>
                </a:moveTo>
                <a:cubicBezTo>
                  <a:pt x="101566" y="113009"/>
                  <a:pt x="102574" y="113744"/>
                  <a:pt x="102574" y="115029"/>
                </a:cubicBezTo>
                <a:cubicBezTo>
                  <a:pt x="102574" y="115541"/>
                  <a:pt x="102369" y="116053"/>
                  <a:pt x="101994" y="116462"/>
                </a:cubicBezTo>
                <a:cubicBezTo>
                  <a:pt x="101571" y="116876"/>
                  <a:pt x="101077" y="117054"/>
                  <a:pt x="100596" y="117054"/>
                </a:cubicBezTo>
                <a:cubicBezTo>
                  <a:pt x="99293" y="117054"/>
                  <a:pt x="98095" y="115740"/>
                  <a:pt x="98718" y="114244"/>
                </a:cubicBezTo>
                <a:cubicBezTo>
                  <a:pt x="99077" y="113397"/>
                  <a:pt x="99816" y="113009"/>
                  <a:pt x="100553" y="113009"/>
                </a:cubicBezTo>
                <a:close/>
                <a:moveTo>
                  <a:pt x="156625" y="34771"/>
                </a:moveTo>
                <a:lnTo>
                  <a:pt x="139904" y="51492"/>
                </a:lnTo>
                <a:lnTo>
                  <a:pt x="139495" y="63674"/>
                </a:lnTo>
                <a:lnTo>
                  <a:pt x="118646" y="84557"/>
                </a:lnTo>
                <a:lnTo>
                  <a:pt x="118646" y="95784"/>
                </a:lnTo>
                <a:lnTo>
                  <a:pt x="102028" y="112436"/>
                </a:lnTo>
                <a:cubicBezTo>
                  <a:pt x="101584" y="112197"/>
                  <a:pt x="101072" y="112060"/>
                  <a:pt x="100561" y="112060"/>
                </a:cubicBezTo>
                <a:cubicBezTo>
                  <a:pt x="97319" y="112060"/>
                  <a:pt x="96398" y="116496"/>
                  <a:pt x="99366" y="117793"/>
                </a:cubicBezTo>
                <a:cubicBezTo>
                  <a:pt x="99791" y="117979"/>
                  <a:pt x="100209" y="118062"/>
                  <a:pt x="100607" y="118062"/>
                </a:cubicBezTo>
                <a:cubicBezTo>
                  <a:pt x="102988" y="118062"/>
                  <a:pt x="104645" y="115067"/>
                  <a:pt x="102744" y="113050"/>
                </a:cubicBezTo>
                <a:lnTo>
                  <a:pt x="119601" y="96159"/>
                </a:lnTo>
                <a:lnTo>
                  <a:pt x="119601" y="84967"/>
                </a:lnTo>
                <a:lnTo>
                  <a:pt x="140450" y="64083"/>
                </a:lnTo>
                <a:lnTo>
                  <a:pt x="140826" y="51901"/>
                </a:lnTo>
                <a:lnTo>
                  <a:pt x="157307" y="35420"/>
                </a:lnTo>
                <a:lnTo>
                  <a:pt x="156625" y="34771"/>
                </a:lnTo>
                <a:close/>
                <a:moveTo>
                  <a:pt x="80872" y="118510"/>
                </a:moveTo>
                <a:lnTo>
                  <a:pt x="80872" y="121956"/>
                </a:lnTo>
                <a:lnTo>
                  <a:pt x="84318" y="121956"/>
                </a:lnTo>
                <a:lnTo>
                  <a:pt x="84318" y="118510"/>
                </a:lnTo>
                <a:close/>
                <a:moveTo>
                  <a:pt x="87048" y="118510"/>
                </a:moveTo>
                <a:lnTo>
                  <a:pt x="87048" y="121956"/>
                </a:lnTo>
                <a:lnTo>
                  <a:pt x="90494" y="121956"/>
                </a:lnTo>
                <a:lnTo>
                  <a:pt x="90494" y="118510"/>
                </a:lnTo>
                <a:close/>
                <a:moveTo>
                  <a:pt x="80872" y="124242"/>
                </a:moveTo>
                <a:lnTo>
                  <a:pt x="80872" y="127689"/>
                </a:lnTo>
                <a:lnTo>
                  <a:pt x="84318" y="127689"/>
                </a:lnTo>
                <a:lnTo>
                  <a:pt x="84318" y="124242"/>
                </a:lnTo>
                <a:close/>
                <a:moveTo>
                  <a:pt x="104946" y="128680"/>
                </a:moveTo>
                <a:cubicBezTo>
                  <a:pt x="106242" y="128680"/>
                  <a:pt x="107425" y="129988"/>
                  <a:pt x="106805" y="131476"/>
                </a:cubicBezTo>
                <a:cubicBezTo>
                  <a:pt x="106461" y="132323"/>
                  <a:pt x="105723" y="132711"/>
                  <a:pt x="104985" y="132711"/>
                </a:cubicBezTo>
                <a:cubicBezTo>
                  <a:pt x="103968" y="132711"/>
                  <a:pt x="102949" y="131976"/>
                  <a:pt x="102949" y="130692"/>
                </a:cubicBezTo>
                <a:cubicBezTo>
                  <a:pt x="102949" y="130180"/>
                  <a:pt x="103154" y="129668"/>
                  <a:pt x="103529" y="129292"/>
                </a:cubicBezTo>
                <a:cubicBezTo>
                  <a:pt x="103958" y="128864"/>
                  <a:pt x="104460" y="128680"/>
                  <a:pt x="104946" y="128680"/>
                </a:cubicBezTo>
                <a:close/>
                <a:moveTo>
                  <a:pt x="80872" y="130009"/>
                </a:moveTo>
                <a:lnTo>
                  <a:pt x="80872" y="133455"/>
                </a:lnTo>
                <a:lnTo>
                  <a:pt x="84318" y="133455"/>
                </a:lnTo>
                <a:lnTo>
                  <a:pt x="84318" y="130009"/>
                </a:lnTo>
                <a:close/>
                <a:moveTo>
                  <a:pt x="90838" y="66912"/>
                </a:moveTo>
                <a:cubicBezTo>
                  <a:pt x="88660" y="66912"/>
                  <a:pt x="86731" y="69525"/>
                  <a:pt x="88447" y="71761"/>
                </a:cubicBezTo>
                <a:lnTo>
                  <a:pt x="83192" y="77016"/>
                </a:lnTo>
                <a:lnTo>
                  <a:pt x="75037" y="78278"/>
                </a:lnTo>
                <a:lnTo>
                  <a:pt x="70430" y="82885"/>
                </a:lnTo>
                <a:lnTo>
                  <a:pt x="69713" y="90460"/>
                </a:lnTo>
                <a:lnTo>
                  <a:pt x="18222" y="141952"/>
                </a:lnTo>
                <a:lnTo>
                  <a:pt x="18904" y="142635"/>
                </a:lnTo>
                <a:lnTo>
                  <a:pt x="70601" y="90904"/>
                </a:lnTo>
                <a:lnTo>
                  <a:pt x="71351" y="83329"/>
                </a:lnTo>
                <a:lnTo>
                  <a:pt x="75480" y="79200"/>
                </a:lnTo>
                <a:lnTo>
                  <a:pt x="83601" y="77903"/>
                </a:lnTo>
                <a:lnTo>
                  <a:pt x="89129" y="72409"/>
                </a:lnTo>
                <a:cubicBezTo>
                  <a:pt x="89701" y="72801"/>
                  <a:pt x="90283" y="72970"/>
                  <a:pt x="90834" y="72970"/>
                </a:cubicBezTo>
                <a:cubicBezTo>
                  <a:pt x="93212" y="72970"/>
                  <a:pt x="95010" y="69818"/>
                  <a:pt x="92849" y="67768"/>
                </a:cubicBezTo>
                <a:cubicBezTo>
                  <a:pt x="92223" y="67167"/>
                  <a:pt x="91519" y="66912"/>
                  <a:pt x="90838" y="66912"/>
                </a:cubicBezTo>
                <a:close/>
                <a:moveTo>
                  <a:pt x="102784" y="151861"/>
                </a:moveTo>
                <a:cubicBezTo>
                  <a:pt x="103186" y="151861"/>
                  <a:pt x="103599" y="151984"/>
                  <a:pt x="103973" y="152257"/>
                </a:cubicBezTo>
                <a:lnTo>
                  <a:pt x="104416" y="152701"/>
                </a:lnTo>
                <a:cubicBezTo>
                  <a:pt x="104997" y="153486"/>
                  <a:pt x="104928" y="154578"/>
                  <a:pt x="104212" y="155294"/>
                </a:cubicBezTo>
                <a:cubicBezTo>
                  <a:pt x="103807" y="155711"/>
                  <a:pt x="103296" y="155900"/>
                  <a:pt x="102792" y="155900"/>
                </a:cubicBezTo>
                <a:cubicBezTo>
                  <a:pt x="101810" y="155900"/>
                  <a:pt x="100856" y="155182"/>
                  <a:pt x="100765" y="154032"/>
                </a:cubicBezTo>
                <a:cubicBezTo>
                  <a:pt x="100665" y="152782"/>
                  <a:pt x="101683" y="151861"/>
                  <a:pt x="102784" y="151861"/>
                </a:cubicBezTo>
                <a:close/>
                <a:moveTo>
                  <a:pt x="174710" y="81179"/>
                </a:moveTo>
                <a:lnTo>
                  <a:pt x="122979" y="132910"/>
                </a:lnTo>
                <a:lnTo>
                  <a:pt x="122263" y="140485"/>
                </a:lnTo>
                <a:lnTo>
                  <a:pt x="118100" y="144614"/>
                </a:lnTo>
                <a:lnTo>
                  <a:pt x="109979" y="145910"/>
                </a:lnTo>
                <a:lnTo>
                  <a:pt x="104485" y="151438"/>
                </a:lnTo>
                <a:cubicBezTo>
                  <a:pt x="103903" y="151044"/>
                  <a:pt x="103312" y="150874"/>
                  <a:pt x="102754" y="150874"/>
                </a:cubicBezTo>
                <a:cubicBezTo>
                  <a:pt x="100363" y="150874"/>
                  <a:pt x="98573" y="153998"/>
                  <a:pt x="100731" y="156045"/>
                </a:cubicBezTo>
                <a:cubicBezTo>
                  <a:pt x="101368" y="156650"/>
                  <a:pt x="102082" y="156906"/>
                  <a:pt x="102768" y="156906"/>
                </a:cubicBezTo>
                <a:cubicBezTo>
                  <a:pt x="104949" y="156906"/>
                  <a:pt x="106854" y="154319"/>
                  <a:pt x="105167" y="152087"/>
                </a:cubicBezTo>
                <a:lnTo>
                  <a:pt x="110422" y="146798"/>
                </a:lnTo>
                <a:lnTo>
                  <a:pt x="118578" y="145535"/>
                </a:lnTo>
                <a:lnTo>
                  <a:pt x="123184" y="140928"/>
                </a:lnTo>
                <a:lnTo>
                  <a:pt x="123901" y="133353"/>
                </a:lnTo>
                <a:lnTo>
                  <a:pt x="175392" y="81861"/>
                </a:lnTo>
                <a:lnTo>
                  <a:pt x="174710" y="81179"/>
                </a:lnTo>
                <a:close/>
                <a:moveTo>
                  <a:pt x="67778" y="131234"/>
                </a:moveTo>
                <a:cubicBezTo>
                  <a:pt x="66614" y="131234"/>
                  <a:pt x="65558" y="132506"/>
                  <a:pt x="66267" y="133797"/>
                </a:cubicBezTo>
                <a:lnTo>
                  <a:pt x="59579" y="140485"/>
                </a:lnTo>
                <a:lnTo>
                  <a:pt x="60261" y="145399"/>
                </a:lnTo>
                <a:lnTo>
                  <a:pt x="44838" y="160856"/>
                </a:lnTo>
                <a:lnTo>
                  <a:pt x="45520" y="161505"/>
                </a:lnTo>
                <a:lnTo>
                  <a:pt x="61251" y="145740"/>
                </a:lnTo>
                <a:lnTo>
                  <a:pt x="60603" y="140826"/>
                </a:lnTo>
                <a:lnTo>
                  <a:pt x="66949" y="134445"/>
                </a:lnTo>
                <a:cubicBezTo>
                  <a:pt x="67239" y="134604"/>
                  <a:pt x="67527" y="134674"/>
                  <a:pt x="67799" y="134674"/>
                </a:cubicBezTo>
                <a:cubicBezTo>
                  <a:pt x="69161" y="134674"/>
                  <a:pt x="70129" y="132915"/>
                  <a:pt x="68963" y="131749"/>
                </a:cubicBezTo>
                <a:cubicBezTo>
                  <a:pt x="68601" y="131388"/>
                  <a:pt x="68183" y="131234"/>
                  <a:pt x="67778" y="131234"/>
                </a:cubicBezTo>
                <a:close/>
                <a:moveTo>
                  <a:pt x="69239" y="103243"/>
                </a:moveTo>
                <a:cubicBezTo>
                  <a:pt x="67039" y="103243"/>
                  <a:pt x="65131" y="105882"/>
                  <a:pt x="66881" y="108102"/>
                </a:cubicBezTo>
                <a:lnTo>
                  <a:pt x="39890" y="135025"/>
                </a:lnTo>
                <a:lnTo>
                  <a:pt x="35761" y="134479"/>
                </a:lnTo>
                <a:lnTo>
                  <a:pt x="28390" y="141850"/>
                </a:lnTo>
                <a:lnTo>
                  <a:pt x="28390" y="146218"/>
                </a:lnTo>
                <a:lnTo>
                  <a:pt x="11261" y="163347"/>
                </a:lnTo>
                <a:lnTo>
                  <a:pt x="11261" y="168090"/>
                </a:lnTo>
                <a:lnTo>
                  <a:pt x="0" y="179385"/>
                </a:lnTo>
                <a:lnTo>
                  <a:pt x="682" y="180034"/>
                </a:lnTo>
                <a:lnTo>
                  <a:pt x="12216" y="168500"/>
                </a:lnTo>
                <a:lnTo>
                  <a:pt x="12216" y="163723"/>
                </a:lnTo>
                <a:lnTo>
                  <a:pt x="29346" y="146627"/>
                </a:lnTo>
                <a:lnTo>
                  <a:pt x="29346" y="142259"/>
                </a:lnTo>
                <a:lnTo>
                  <a:pt x="36102" y="135503"/>
                </a:lnTo>
                <a:lnTo>
                  <a:pt x="40231" y="136083"/>
                </a:lnTo>
                <a:lnTo>
                  <a:pt x="67564" y="108750"/>
                </a:lnTo>
                <a:cubicBezTo>
                  <a:pt x="68127" y="109120"/>
                  <a:pt x="68699" y="109280"/>
                  <a:pt x="69240" y="109280"/>
                </a:cubicBezTo>
                <a:cubicBezTo>
                  <a:pt x="71647" y="109280"/>
                  <a:pt x="73450" y="106109"/>
                  <a:pt x="71249" y="104075"/>
                </a:cubicBezTo>
                <a:cubicBezTo>
                  <a:pt x="70616" y="103491"/>
                  <a:pt x="69914" y="103243"/>
                  <a:pt x="69239" y="103243"/>
                </a:cubicBezTo>
                <a:close/>
                <a:moveTo>
                  <a:pt x="105010" y="127671"/>
                </a:moveTo>
                <a:cubicBezTo>
                  <a:pt x="102873" y="127671"/>
                  <a:pt x="100956" y="130149"/>
                  <a:pt x="102540" y="132398"/>
                </a:cubicBezTo>
                <a:lnTo>
                  <a:pt x="95681" y="139256"/>
                </a:lnTo>
                <a:lnTo>
                  <a:pt x="96329" y="144204"/>
                </a:lnTo>
                <a:lnTo>
                  <a:pt x="60432" y="180102"/>
                </a:lnTo>
                <a:lnTo>
                  <a:pt x="61114" y="180784"/>
                </a:lnTo>
                <a:lnTo>
                  <a:pt x="97353" y="144545"/>
                </a:lnTo>
                <a:lnTo>
                  <a:pt x="96671" y="139598"/>
                </a:lnTo>
                <a:lnTo>
                  <a:pt x="103188" y="133080"/>
                </a:lnTo>
                <a:cubicBezTo>
                  <a:pt x="103783" y="133518"/>
                  <a:pt x="104400" y="133706"/>
                  <a:pt x="104986" y="133706"/>
                </a:cubicBezTo>
                <a:cubicBezTo>
                  <a:pt x="107322" y="133706"/>
                  <a:pt x="109158" y="130711"/>
                  <a:pt x="107112" y="128610"/>
                </a:cubicBezTo>
                <a:cubicBezTo>
                  <a:pt x="106469" y="127950"/>
                  <a:pt x="105727" y="127671"/>
                  <a:pt x="105010" y="127671"/>
                </a:cubicBezTo>
                <a:close/>
                <a:moveTo>
                  <a:pt x="86823" y="138123"/>
                </a:moveTo>
                <a:cubicBezTo>
                  <a:pt x="85686" y="138123"/>
                  <a:pt x="84626" y="139327"/>
                  <a:pt x="85273" y="140621"/>
                </a:cubicBezTo>
                <a:lnTo>
                  <a:pt x="74525" y="151370"/>
                </a:lnTo>
                <a:lnTo>
                  <a:pt x="69747" y="151370"/>
                </a:lnTo>
                <a:lnTo>
                  <a:pt x="52652" y="168500"/>
                </a:lnTo>
                <a:lnTo>
                  <a:pt x="48284" y="168500"/>
                </a:lnTo>
                <a:lnTo>
                  <a:pt x="40879" y="175836"/>
                </a:lnTo>
                <a:lnTo>
                  <a:pt x="41459" y="179999"/>
                </a:lnTo>
                <a:lnTo>
                  <a:pt x="14161" y="207298"/>
                </a:lnTo>
                <a:lnTo>
                  <a:pt x="14809" y="207980"/>
                </a:lnTo>
                <a:lnTo>
                  <a:pt x="42483" y="180341"/>
                </a:lnTo>
                <a:lnTo>
                  <a:pt x="41903" y="176178"/>
                </a:lnTo>
                <a:lnTo>
                  <a:pt x="48659" y="169421"/>
                </a:lnTo>
                <a:lnTo>
                  <a:pt x="53027" y="169421"/>
                </a:lnTo>
                <a:lnTo>
                  <a:pt x="70157" y="152326"/>
                </a:lnTo>
                <a:lnTo>
                  <a:pt x="74900" y="152326"/>
                </a:lnTo>
                <a:lnTo>
                  <a:pt x="85922" y="141304"/>
                </a:lnTo>
                <a:cubicBezTo>
                  <a:pt x="86225" y="141485"/>
                  <a:pt x="86529" y="141565"/>
                  <a:pt x="86819" y="141565"/>
                </a:cubicBezTo>
                <a:cubicBezTo>
                  <a:pt x="88159" y="141565"/>
                  <a:pt x="89160" y="139855"/>
                  <a:pt x="88037" y="138676"/>
                </a:cubicBezTo>
                <a:cubicBezTo>
                  <a:pt x="87677" y="138289"/>
                  <a:pt x="87245" y="138123"/>
                  <a:pt x="86823" y="138123"/>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720"/>
        <p:cNvGrpSpPr/>
        <p:nvPr/>
      </p:nvGrpSpPr>
      <p:grpSpPr>
        <a:xfrm>
          <a:off x="0" y="0"/>
          <a:ext cx="0" cy="0"/>
          <a:chOff x="0" y="0"/>
          <a:chExt cx="0" cy="0"/>
        </a:xfrm>
      </p:grpSpPr>
      <p:sp>
        <p:nvSpPr>
          <p:cNvPr id="1721" name="Google Shape;1721;p51"/>
          <p:cNvSpPr txBox="1">
            <a:spLocks noGrp="1"/>
          </p:cNvSpPr>
          <p:nvPr>
            <p:ph type="title"/>
          </p:nvPr>
        </p:nvSpPr>
        <p:spPr>
          <a:xfrm>
            <a:off x="782850" y="556250"/>
            <a:ext cx="7578300" cy="5727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RESSOURCES</a:t>
            </a:r>
            <a:endParaRPr/>
          </a:p>
        </p:txBody>
      </p:sp>
      <p:sp>
        <p:nvSpPr>
          <p:cNvPr id="1722" name="Google Shape;1722;p51"/>
          <p:cNvSpPr txBox="1">
            <a:spLocks noGrp="1"/>
          </p:cNvSpPr>
          <p:nvPr>
            <p:ph type="subTitle" idx="2"/>
          </p:nvPr>
        </p:nvSpPr>
        <p:spPr>
          <a:xfrm>
            <a:off x="1682625" y="1355275"/>
            <a:ext cx="5779200" cy="535500"/>
          </a:xfrm>
          <a:prstGeom prst="rect">
            <a:avLst/>
          </a:prstGeom>
        </p:spPr>
        <p:txBody>
          <a:bodyPr spcFirstLastPara="1" wrap="square" lIns="91425" tIns="0" rIns="91425" bIns="0" anchor="t" anchorCtr="0">
            <a:noAutofit/>
          </a:bodyPr>
          <a:lstStyle/>
          <a:p>
            <a:pPr marL="0" lvl="0" indent="0" algn="ctr" rtl="0">
              <a:spcBef>
                <a:spcPts val="0"/>
              </a:spcBef>
              <a:spcAft>
                <a:spcPts val="0"/>
              </a:spcAft>
              <a:buNone/>
            </a:pPr>
            <a:r>
              <a:rPr lang="en"/>
              <a:t>Avez-vous aimé les ressources de ce modèle ? Obtenez-les gratuitement sur nos autres sites Web :</a:t>
            </a:r>
            <a:endParaRPr/>
          </a:p>
        </p:txBody>
      </p:sp>
      <p:grpSp>
        <p:nvGrpSpPr>
          <p:cNvPr id="1723" name="Google Shape;1723;p51"/>
          <p:cNvGrpSpPr/>
          <p:nvPr/>
        </p:nvGrpSpPr>
        <p:grpSpPr>
          <a:xfrm>
            <a:off x="1611150" y="1050283"/>
            <a:ext cx="5921700" cy="192184"/>
            <a:chOff x="902597" y="1069304"/>
            <a:chExt cx="5921700" cy="192184"/>
          </a:xfrm>
        </p:grpSpPr>
        <p:grpSp>
          <p:nvGrpSpPr>
            <p:cNvPr id="1724" name="Google Shape;1724;p51"/>
            <p:cNvGrpSpPr/>
            <p:nvPr/>
          </p:nvGrpSpPr>
          <p:grpSpPr>
            <a:xfrm>
              <a:off x="902597" y="1069304"/>
              <a:ext cx="5864700" cy="192184"/>
              <a:chOff x="2335097" y="1069304"/>
              <a:chExt cx="5864700" cy="192184"/>
            </a:xfrm>
          </p:grpSpPr>
          <p:sp>
            <p:nvSpPr>
              <p:cNvPr id="1725" name="Google Shape;1725;p51"/>
              <p:cNvSpPr/>
              <p:nvPr/>
            </p:nvSpPr>
            <p:spPr>
              <a:xfrm rot="-2700000" flipH="1">
                <a:off x="4050840" y="1097509"/>
                <a:ext cx="136016" cy="135774"/>
              </a:xfrm>
              <a:custGeom>
                <a:avLst/>
                <a:gdLst/>
                <a:ahLst/>
                <a:cxnLst/>
                <a:rect l="l" t="t" r="r" b="b"/>
                <a:pathLst>
                  <a:path w="6205" h="6194" extrusionOk="0">
                    <a:moveTo>
                      <a:pt x="6160" y="0"/>
                    </a:moveTo>
                    <a:lnTo>
                      <a:pt x="0" y="6149"/>
                    </a:lnTo>
                    <a:lnTo>
                      <a:pt x="1395" y="6194"/>
                    </a:lnTo>
                    <a:lnTo>
                      <a:pt x="6205" y="1384"/>
                    </a:lnTo>
                    <a:lnTo>
                      <a:pt x="616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726" name="Google Shape;1726;p51"/>
              <p:cNvCxnSpPr>
                <a:stCxn id="1727" idx="6"/>
                <a:endCxn id="1728" idx="2"/>
              </p:cNvCxnSpPr>
              <p:nvPr/>
            </p:nvCxnSpPr>
            <p:spPr>
              <a:xfrm rot="10800000">
                <a:off x="2392097" y="1164492"/>
                <a:ext cx="5807700" cy="900"/>
              </a:xfrm>
              <a:prstGeom prst="straightConnector1">
                <a:avLst/>
              </a:prstGeom>
              <a:noFill/>
              <a:ln w="9525" cap="flat" cmpd="sng">
                <a:solidFill>
                  <a:schemeClr val="lt1"/>
                </a:solidFill>
                <a:prstDash val="solid"/>
                <a:round/>
                <a:headEnd type="none" w="med" len="med"/>
                <a:tailEnd type="none" w="med" len="med"/>
              </a:ln>
            </p:spPr>
          </p:cxnSp>
          <p:sp>
            <p:nvSpPr>
              <p:cNvPr id="1728" name="Google Shape;1728;p51"/>
              <p:cNvSpPr/>
              <p:nvPr/>
            </p:nvSpPr>
            <p:spPr>
              <a:xfrm flipH="1">
                <a:off x="2335097" y="1135917"/>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7" name="Google Shape;1727;p51"/>
            <p:cNvSpPr/>
            <p:nvPr/>
          </p:nvSpPr>
          <p:spPr>
            <a:xfrm flipH="1">
              <a:off x="6767297" y="1136892"/>
              <a:ext cx="57000" cy="570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9" name="Google Shape;1729;p51"/>
          <p:cNvSpPr txBox="1">
            <a:spLocks noGrp="1"/>
          </p:cNvSpPr>
          <p:nvPr>
            <p:ph type="body" idx="1"/>
          </p:nvPr>
        </p:nvSpPr>
        <p:spPr>
          <a:xfrm>
            <a:off x="782850" y="1995825"/>
            <a:ext cx="3904500" cy="2591400"/>
          </a:xfrm>
          <a:prstGeom prst="rect">
            <a:avLst/>
          </a:prstGeom>
        </p:spPr>
        <p:txBody>
          <a:bodyPr spcFirstLastPara="1" wrap="square" lIns="91425" tIns="0" rIns="91425" bIns="0" anchor="t" anchorCtr="0">
            <a:noAutofit/>
          </a:bodyPr>
          <a:lstStyle/>
          <a:p>
            <a:pPr marL="0" lvl="0" indent="0" algn="l" rtl="0">
              <a:spcBef>
                <a:spcPts val="0"/>
              </a:spcBef>
              <a:spcAft>
                <a:spcPts val="0"/>
              </a:spcAft>
              <a:buNone/>
            </a:pPr>
            <a:r>
              <a:rPr lang="en" sz="2000" b="1"/>
              <a:t>Vecteur</a:t>
            </a:r>
            <a:endParaRPr sz="2000" b="1"/>
          </a:p>
          <a:p>
            <a:pPr marL="457200" lvl="0" indent="-317500" algn="l" rtl="0">
              <a:spcBef>
                <a:spcPts val="1000"/>
              </a:spcBef>
              <a:spcAft>
                <a:spcPts val="0"/>
              </a:spcAft>
              <a:buSzPts val="1400"/>
              <a:buChar char="●"/>
            </a:pPr>
            <a:r>
              <a:rPr lang="en" sz="1400">
                <a:solidFill>
                  <a:schemeClr val="hlink"/>
                </a:solidFill>
                <a:uFill>
                  <a:noFill/>
                </a:uFill>
                <a:hlinkClick r:id="rId3"/>
              </a:rPr>
              <a:t>Flat minimal technology twitch background</a:t>
            </a:r>
            <a:endParaRPr sz="1400"/>
          </a:p>
          <a:p>
            <a:pPr marL="0" lvl="0" indent="0" algn="l" rtl="0">
              <a:spcBef>
                <a:spcPts val="1000"/>
              </a:spcBef>
              <a:spcAft>
                <a:spcPts val="0"/>
              </a:spcAft>
              <a:buNone/>
            </a:pPr>
            <a:r>
              <a:rPr lang="en" sz="2000" b="1"/>
              <a:t>Photos</a:t>
            </a:r>
            <a:endParaRPr sz="2000" b="1"/>
          </a:p>
          <a:p>
            <a:pPr marL="457200" lvl="0" indent="-317500" algn="l" rtl="0">
              <a:spcBef>
                <a:spcPts val="1000"/>
              </a:spcBef>
              <a:spcAft>
                <a:spcPts val="0"/>
              </a:spcAft>
              <a:buSzPts val="1400"/>
              <a:buChar char="●"/>
            </a:pPr>
            <a:r>
              <a:rPr lang="en" sz="1400">
                <a:solidFill>
                  <a:schemeClr val="hlink"/>
                </a:solidFill>
                <a:uFill>
                  <a:noFill/>
                </a:uFill>
                <a:hlinkClick r:id="rId4"/>
              </a:rPr>
              <a:t>Beautiful women working together in a startup company</a:t>
            </a:r>
            <a:endParaRPr sz="1400"/>
          </a:p>
          <a:p>
            <a:pPr marL="457200" lvl="0" indent="-317500" algn="l" rtl="0">
              <a:spcBef>
                <a:spcPts val="1000"/>
              </a:spcBef>
              <a:spcAft>
                <a:spcPts val="0"/>
              </a:spcAft>
              <a:buSzPts val="1400"/>
              <a:buChar char="●"/>
            </a:pPr>
            <a:r>
              <a:rPr lang="en" sz="1400">
                <a:solidFill>
                  <a:schemeClr val="hlink"/>
                </a:solidFill>
                <a:uFill>
                  <a:noFill/>
                </a:uFill>
                <a:hlinkClick r:id="rId5"/>
              </a:rPr>
              <a:t>People working as a team company</a:t>
            </a:r>
            <a:endParaRPr sz="2000" b="1"/>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33"/>
        <p:cNvGrpSpPr/>
        <p:nvPr/>
      </p:nvGrpSpPr>
      <p:grpSpPr>
        <a:xfrm>
          <a:off x="0" y="0"/>
          <a:ext cx="0" cy="0"/>
          <a:chOff x="0" y="0"/>
          <a:chExt cx="0" cy="0"/>
        </a:xfrm>
      </p:grpSpPr>
      <p:sp>
        <p:nvSpPr>
          <p:cNvPr id="1734" name="Google Shape;1734;p52"/>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read</a:t>
            </a:r>
            <a:r>
              <a:rPr lang="en" sz="900">
                <a:solidFill>
                  <a:srgbClr val="FFFFFF"/>
                </a:solidFill>
              </a:rPr>
              <a:t>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3">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4">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
        <p:nvSpPr>
          <p:cNvPr id="1735" name="Google Shape;1735;p52"/>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a:t>
            </a:r>
            <a:endParaRPr/>
          </a:p>
        </p:txBody>
      </p:sp>
      <p:sp>
        <p:nvSpPr>
          <p:cNvPr id="1736" name="Google Shape;1736;p52"/>
          <p:cNvSpPr txBox="1"/>
          <p:nvPr/>
        </p:nvSpPr>
        <p:spPr>
          <a:xfrm>
            <a:off x="1048350" y="902900"/>
            <a:ext cx="7047300" cy="2686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rgbClr val="000000"/>
              </a:buClr>
              <a:buSzPts val="1100"/>
              <a:buFont typeface="Arial"/>
              <a:buNone/>
            </a:pPr>
            <a:r>
              <a:rPr lang="en" sz="1000">
                <a:solidFill>
                  <a:srgbClr val="FFFFFF"/>
                </a:solidFill>
              </a:rPr>
              <a:t>If you have a free account, in order to use this template, you must credit </a:t>
            </a:r>
            <a:r>
              <a:rPr lang="en" sz="1000" b="1" u="sng">
                <a:solidFill>
                  <a:srgbClr val="869FB2"/>
                </a:solidFill>
                <a:hlinkClick r:id="rId5">
                  <a:extLst>
                    <a:ext uri="{A12FA001-AC4F-418D-AE19-62706E023703}">
                      <ahyp:hlinkClr xmlns:ahyp="http://schemas.microsoft.com/office/drawing/2018/hyperlinkcolor" val="tx"/>
                    </a:ext>
                  </a:extLst>
                </a:hlinkClick>
              </a:rPr>
              <a:t>Slidesgo</a:t>
            </a:r>
            <a:r>
              <a:rPr lang="en" sz="1000">
                <a:solidFill>
                  <a:srgbClr val="435D74"/>
                </a:solidFill>
              </a:rPr>
              <a:t> </a:t>
            </a:r>
            <a:r>
              <a:rPr lang="en" sz="1000">
                <a:solidFill>
                  <a:srgbClr val="FFFFFF"/>
                </a:solidFill>
              </a:rPr>
              <a:t>by keeping the </a:t>
            </a:r>
            <a:r>
              <a:rPr lang="en" sz="1000" b="1" u="sng">
                <a:solidFill>
                  <a:schemeClr val="hlink"/>
                </a:solidFill>
                <a:hlinkClick r:id="rId6" action="ppaction://hlinksldjump"/>
              </a:rPr>
              <a:t>Thanks</a:t>
            </a:r>
            <a:r>
              <a:rPr lang="en" sz="1000">
                <a:solidFill>
                  <a:srgbClr val="869FB2"/>
                </a:solidFill>
              </a:rPr>
              <a:t> </a:t>
            </a:r>
            <a:r>
              <a:rPr lang="en" sz="1000">
                <a:solidFill>
                  <a:srgbClr val="FFFFFF"/>
                </a:solidFill>
              </a:rPr>
              <a:t>slide. Please refer to the next slide to read the instructions for premium users.</a:t>
            </a:r>
            <a:endParaRPr sz="1000">
              <a:solidFill>
                <a:srgbClr val="FFFFFF"/>
              </a:solidFill>
            </a:endParaRPr>
          </a:p>
          <a:p>
            <a:pPr marL="0" lvl="0" indent="0" algn="l" rtl="0">
              <a:lnSpc>
                <a:spcPct val="115000"/>
              </a:lnSpc>
              <a:spcBef>
                <a:spcPts val="1400"/>
              </a:spcBef>
              <a:spcAft>
                <a:spcPts val="0"/>
              </a:spcAft>
              <a:buClr>
                <a:srgbClr val="000000"/>
              </a:buClr>
              <a:buSzPts val="1100"/>
              <a:buFont typeface="Arial"/>
              <a:buNone/>
            </a:pPr>
            <a:r>
              <a:rPr lang="en" sz="1000" b="1">
                <a:solidFill>
                  <a:srgbClr val="869FB2"/>
                </a:solidFill>
              </a:rPr>
              <a:t>As a Free user, you are allowed to:</a:t>
            </a:r>
            <a:endParaRPr sz="1000" b="1">
              <a:solidFill>
                <a:srgbClr val="869FB2"/>
              </a:solidFill>
            </a:endParaRPr>
          </a:p>
          <a:p>
            <a:pPr marL="0" lvl="0" indent="0" algn="l" rtl="0">
              <a:lnSpc>
                <a:spcPct val="115000"/>
              </a:lnSpc>
              <a:spcBef>
                <a:spcPts val="400"/>
              </a:spcBef>
              <a:spcAft>
                <a:spcPts val="0"/>
              </a:spcAft>
              <a:buClr>
                <a:srgbClr val="000000"/>
              </a:buClr>
              <a:buSzPts val="1100"/>
              <a:buFont typeface="Arial"/>
              <a:buNone/>
            </a:pPr>
            <a:r>
              <a:rPr lang="en" sz="1000">
                <a:solidFill>
                  <a:srgbClr val="FFFFFF"/>
                </a:solidFill>
              </a:rPr>
              <a:t>- Modify this template.</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Use it for both personal and commercial projects.</a:t>
            </a:r>
            <a:endParaRPr sz="1000">
              <a:solidFill>
                <a:srgbClr val="FFFFFF"/>
              </a:solidFill>
            </a:endParaRPr>
          </a:p>
          <a:p>
            <a:pPr marL="0" lvl="0" indent="0" algn="l" rtl="0">
              <a:lnSpc>
                <a:spcPct val="115000"/>
              </a:lnSpc>
              <a:spcBef>
                <a:spcPts val="1400"/>
              </a:spcBef>
              <a:spcAft>
                <a:spcPts val="0"/>
              </a:spcAft>
              <a:buClr>
                <a:srgbClr val="000000"/>
              </a:buClr>
              <a:buSzPts val="1100"/>
              <a:buFont typeface="Arial"/>
              <a:buNone/>
            </a:pPr>
            <a:r>
              <a:rPr lang="en" sz="1000" b="1">
                <a:solidFill>
                  <a:srgbClr val="869FB2"/>
                </a:solidFill>
              </a:rPr>
              <a:t>You are not allowed to:</a:t>
            </a:r>
            <a:endParaRPr sz="1000" b="1">
              <a:solidFill>
                <a:srgbClr val="869FB2"/>
              </a:solidFill>
            </a:endParaRPr>
          </a:p>
          <a:p>
            <a:pPr marL="0" lvl="0" indent="0" algn="l" rtl="0">
              <a:lnSpc>
                <a:spcPct val="115000"/>
              </a:lnSpc>
              <a:spcBef>
                <a:spcPts val="400"/>
              </a:spcBef>
              <a:spcAft>
                <a:spcPts val="0"/>
              </a:spcAft>
              <a:buClr>
                <a:srgbClr val="000000"/>
              </a:buClr>
              <a:buSzPts val="1100"/>
              <a:buFont typeface="Arial"/>
              <a:buNone/>
            </a:pPr>
            <a:r>
              <a:rPr lang="en" sz="1000">
                <a:solidFill>
                  <a:srgbClr val="FFFFFF"/>
                </a:solidFill>
              </a:rPr>
              <a:t>- Sublicense, sell or rent any of Slidesgo Content (or a modified version of Slidesgo Content).</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Distribute Slidesgo Content unless it has been expressly authorized by Slidesgo.</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Include Slidesgo Content in an online or offline database or file.</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Offer Slidesgo templates (or modified versions of Slidesgo templates) for download.</a:t>
            </a:r>
            <a:endParaRPr sz="1000">
              <a:solidFill>
                <a:srgbClr val="FFFFFF"/>
              </a:solidFill>
            </a:endParaRPr>
          </a:p>
          <a:p>
            <a:pPr marL="0" lvl="0" indent="0" algn="l" rtl="0">
              <a:lnSpc>
                <a:spcPct val="115000"/>
              </a:lnSpc>
              <a:spcBef>
                <a:spcPts val="0"/>
              </a:spcBef>
              <a:spcAft>
                <a:spcPts val="0"/>
              </a:spcAft>
              <a:buClr>
                <a:srgbClr val="000000"/>
              </a:buClr>
              <a:buSzPts val="1100"/>
              <a:buFont typeface="Arial"/>
              <a:buNone/>
            </a:pPr>
            <a:r>
              <a:rPr lang="en" sz="1000">
                <a:solidFill>
                  <a:srgbClr val="FFFFFF"/>
                </a:solidFill>
              </a:rPr>
              <a:t>- Acquire the copyright of Slidesgo Content.</a:t>
            </a:r>
            <a:endParaRPr sz="1000">
              <a:solidFill>
                <a:srgbClr val="FFFFFF"/>
              </a:solidFil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40"/>
        <p:cNvGrpSpPr/>
        <p:nvPr/>
      </p:nvGrpSpPr>
      <p:grpSpPr>
        <a:xfrm>
          <a:off x="0" y="0"/>
          <a:ext cx="0" cy="0"/>
          <a:chOff x="0" y="0"/>
          <a:chExt cx="0" cy="0"/>
        </a:xfrm>
      </p:grpSpPr>
      <p:sp>
        <p:nvSpPr>
          <p:cNvPr id="1741" name="Google Shape;1741;p53"/>
          <p:cNvSpPr txBox="1"/>
          <p:nvPr/>
        </p:nvSpPr>
        <p:spPr>
          <a:xfrm>
            <a:off x="1048350" y="902900"/>
            <a:ext cx="7047300" cy="3929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chemeClr val="dk1"/>
              </a:buClr>
              <a:buSzPts val="1100"/>
              <a:buFont typeface="Arial"/>
              <a:buNone/>
            </a:pPr>
            <a:r>
              <a:rPr lang="en" sz="1000">
                <a:solidFill>
                  <a:schemeClr val="lt1"/>
                </a:solidFill>
              </a:rPr>
              <a:t>As a Premium user, you can use this template without attributing </a:t>
            </a:r>
            <a:r>
              <a:rPr lang="en" sz="1000" b="1" u="sng">
                <a:solidFill>
                  <a:schemeClr val="hlink"/>
                </a:solidFill>
                <a:hlinkClick r:id="rId3"/>
              </a:rPr>
              <a:t>Slidesgo</a:t>
            </a:r>
            <a:r>
              <a:rPr lang="en" sz="1000">
                <a:solidFill>
                  <a:schemeClr val="lt1"/>
                </a:solidFill>
              </a:rPr>
              <a:t> or keeping the "</a:t>
            </a:r>
            <a:r>
              <a:rPr lang="en" sz="1000" b="1" u="sng">
                <a:solidFill>
                  <a:schemeClr val="hlink"/>
                </a:solidFill>
                <a:hlinkClick r:id="rId4" action="ppaction://hlinksldjump"/>
              </a:rPr>
              <a:t>Thanks</a:t>
            </a:r>
            <a:r>
              <a:rPr lang="en" sz="1000">
                <a:solidFill>
                  <a:schemeClr val="lt1"/>
                </a:solidFill>
              </a:rPr>
              <a:t>" slide.</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Modify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it for both personal and commercial purposes.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Hide or delete the “Thanks” slide and the mention to Slidesgo in the credits.</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Share this template in an editable format with people who are not part of your team.</a:t>
            </a:r>
            <a:endParaRPr sz="1000">
              <a:solidFill>
                <a:srgbClr val="FFFFFF"/>
              </a:solidFill>
            </a:endParaRPr>
          </a:p>
          <a:p>
            <a:pPr marL="0" lvl="0" indent="0" algn="l" rtl="0">
              <a:lnSpc>
                <a:spcPct val="115000"/>
              </a:lnSpc>
              <a:spcBef>
                <a:spcPts val="1400"/>
              </a:spcBef>
              <a:spcAft>
                <a:spcPts val="0"/>
              </a:spcAft>
              <a:buNone/>
            </a:pPr>
            <a:r>
              <a:rPr lang="en" sz="1000" b="1">
                <a:solidFill>
                  <a:srgbClr val="869FB2"/>
                </a:solidFill>
              </a:rPr>
              <a:t>You are not allowed to:</a:t>
            </a:r>
            <a:endParaRPr sz="1000" b="1">
              <a:solidFill>
                <a:srgbClr val="869FB2"/>
              </a:solidFil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rPr>
              <a:t>Sublicense, sell or rent this Slidesgo Template (or a modified version of this Slidesgo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Use any of the elements that are part of this Slidesgo Template in an isolated and separated way from this Template.</a:t>
            </a:r>
            <a:endParaRPr sz="1000">
              <a:solidFill>
                <a:srgbClr val="FFFFFF"/>
              </a:solidFil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rPr>
              <a:t>Register any of the elements that are part of this template as a trademark or logo, or register it as a work in an intellectual property registry or similar.</a:t>
            </a: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a:p>
            <a:pPr marL="0" lvl="0" indent="0" algn="l" rtl="0">
              <a:lnSpc>
                <a:spcPct val="115000"/>
              </a:lnSpc>
              <a:spcBef>
                <a:spcPts val="0"/>
              </a:spcBef>
              <a:spcAft>
                <a:spcPts val="0"/>
              </a:spcAft>
              <a:buNone/>
            </a:pPr>
            <a:endParaRPr sz="1000">
              <a:solidFill>
                <a:srgbClr val="FFFFFF"/>
              </a:solidFill>
            </a:endParaRPr>
          </a:p>
        </p:txBody>
      </p:sp>
      <p:sp>
        <p:nvSpPr>
          <p:cNvPr id="1742" name="Google Shape;1742;p53"/>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read</a:t>
            </a:r>
            <a:r>
              <a:rPr lang="en" sz="900">
                <a:solidFill>
                  <a:srgbClr val="FFFFFF"/>
                </a:solidFill>
              </a:rPr>
              <a:t>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5">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6">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
        <p:nvSpPr>
          <p:cNvPr id="1743" name="Google Shape;1743;p53"/>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47"/>
        <p:cNvGrpSpPr/>
        <p:nvPr/>
      </p:nvGrpSpPr>
      <p:grpSpPr>
        <a:xfrm>
          <a:off x="0" y="0"/>
          <a:ext cx="0" cy="0"/>
          <a:chOff x="0" y="0"/>
          <a:chExt cx="0" cy="0"/>
        </a:xfrm>
      </p:grpSpPr>
      <p:sp>
        <p:nvSpPr>
          <p:cNvPr id="1748" name="Google Shape;1748;p54"/>
          <p:cNvSpPr txBox="1"/>
          <p:nvPr/>
        </p:nvSpPr>
        <p:spPr>
          <a:xfrm>
            <a:off x="1068100" y="1087849"/>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This presentation has been made using the following fonts:</a:t>
            </a:r>
            <a:endParaRPr sz="1100">
              <a:solidFill>
                <a:srgbClr val="FFFFFF"/>
              </a:solidFill>
            </a:endParaRPr>
          </a:p>
          <a:p>
            <a:pPr marL="0" lvl="0" indent="0" algn="l" rtl="0">
              <a:lnSpc>
                <a:spcPct val="115000"/>
              </a:lnSpc>
              <a:spcBef>
                <a:spcPts val="0"/>
              </a:spcBef>
              <a:spcAft>
                <a:spcPts val="0"/>
              </a:spcAft>
              <a:buNone/>
            </a:pPr>
            <a:endParaRPr sz="1300">
              <a:solidFill>
                <a:srgbClr val="435D74"/>
              </a:solidFill>
            </a:endParaRPr>
          </a:p>
        </p:txBody>
      </p:sp>
      <p:sp>
        <p:nvSpPr>
          <p:cNvPr id="1749" name="Google Shape;1749;p54"/>
          <p:cNvSpPr txBox="1"/>
          <p:nvPr/>
        </p:nvSpPr>
        <p:spPr>
          <a:xfrm>
            <a:off x="1068100" y="1610422"/>
            <a:ext cx="7047300" cy="12549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b="1">
                <a:solidFill>
                  <a:srgbClr val="EFEFEF"/>
                </a:solidFill>
              </a:rPr>
              <a:t>Montserrat</a:t>
            </a:r>
            <a:endParaRPr sz="1100" b="1">
              <a:solidFill>
                <a:srgbClr val="EFEFEF"/>
              </a:solidFill>
            </a:endParaRPr>
          </a:p>
          <a:p>
            <a:pPr marL="0" lvl="0" indent="0" algn="ctr" rtl="0">
              <a:lnSpc>
                <a:spcPct val="115000"/>
              </a:lnSpc>
              <a:spcBef>
                <a:spcPts val="0"/>
              </a:spcBef>
              <a:spcAft>
                <a:spcPts val="0"/>
              </a:spcAft>
              <a:buNone/>
            </a:pPr>
            <a:r>
              <a:rPr lang="en" sz="1100">
                <a:solidFill>
                  <a:srgbClr val="FFFFFF"/>
                </a:solidFill>
              </a:rPr>
              <a:t>(</a:t>
            </a:r>
            <a:r>
              <a:rPr lang="en" sz="1100">
                <a:solidFill>
                  <a:srgbClr val="FFFFFF"/>
                </a:solidFill>
                <a:uFill>
                  <a:noFill/>
                </a:uFill>
                <a:hlinkClick r:id="rId3">
                  <a:extLst>
                    <a:ext uri="{A12FA001-AC4F-418D-AE19-62706E023703}">
                      <ahyp:hlinkClr xmlns:ahyp="http://schemas.microsoft.com/office/drawing/2018/hyperlinkcolor" val="tx"/>
                    </a:ext>
                  </a:extLst>
                </a:hlinkClick>
              </a:rPr>
              <a:t>https://fonts.google.com/specimen/Montserrat</a:t>
            </a:r>
            <a:r>
              <a:rPr lang="en" sz="1100">
                <a:solidFill>
                  <a:srgbClr val="FFFFFF"/>
                </a:solidFill>
              </a:rPr>
              <a:t>)</a:t>
            </a:r>
            <a:endParaRPr sz="1100">
              <a:solidFill>
                <a:srgbClr val="FFFFFF"/>
              </a:solidFill>
            </a:endParaRPr>
          </a:p>
          <a:p>
            <a:pPr marL="0" lvl="0" indent="0" algn="l" rtl="0">
              <a:lnSpc>
                <a:spcPct val="115000"/>
              </a:lnSpc>
              <a:spcBef>
                <a:spcPts val="0"/>
              </a:spcBef>
              <a:spcAft>
                <a:spcPts val="0"/>
              </a:spcAft>
              <a:buNone/>
            </a:pPr>
            <a:endParaRPr sz="1100">
              <a:solidFill>
                <a:srgbClr val="FFFFFF"/>
              </a:solidFill>
            </a:endParaRPr>
          </a:p>
        </p:txBody>
      </p:sp>
      <p:sp>
        <p:nvSpPr>
          <p:cNvPr id="1750" name="Google Shape;1750;p54"/>
          <p:cNvSpPr/>
          <p:nvPr/>
        </p:nvSpPr>
        <p:spPr>
          <a:xfrm>
            <a:off x="3645388" y="2988225"/>
            <a:ext cx="791400" cy="754200"/>
          </a:xfrm>
          <a:prstGeom prst="roundRect">
            <a:avLst>
              <a:gd name="adj" fmla="val 16667"/>
            </a:avLst>
          </a:prstGeom>
          <a:solidFill>
            <a:srgbClr val="F6F6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4"/>
          <p:cNvSpPr/>
          <p:nvPr/>
        </p:nvSpPr>
        <p:spPr>
          <a:xfrm>
            <a:off x="4707207" y="2988225"/>
            <a:ext cx="791400" cy="754200"/>
          </a:xfrm>
          <a:prstGeom prst="roundRect">
            <a:avLst>
              <a:gd name="adj" fmla="val 16667"/>
            </a:avLst>
          </a:prstGeom>
          <a:solidFill>
            <a:srgbClr val="4E5EA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4"/>
          <p:cNvSpPr txBox="1"/>
          <p:nvPr/>
        </p:nvSpPr>
        <p:spPr>
          <a:xfrm>
            <a:off x="3645388"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rPr>
              <a:t>#f6f6ff</a:t>
            </a:r>
            <a:endParaRPr sz="1000">
              <a:solidFill>
                <a:schemeClr val="dk1"/>
              </a:solidFill>
            </a:endParaRPr>
          </a:p>
        </p:txBody>
      </p:sp>
      <p:sp>
        <p:nvSpPr>
          <p:cNvPr id="1753" name="Google Shape;1753;p54"/>
          <p:cNvSpPr txBox="1"/>
          <p:nvPr/>
        </p:nvSpPr>
        <p:spPr>
          <a:xfrm>
            <a:off x="4707213" y="314527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#4e5ea3</a:t>
            </a:r>
            <a:endParaRPr sz="1000">
              <a:solidFill>
                <a:srgbClr val="FFFFFF"/>
              </a:solidFill>
            </a:endParaRPr>
          </a:p>
        </p:txBody>
      </p:sp>
      <p:sp>
        <p:nvSpPr>
          <p:cNvPr id="1754" name="Google Shape;1754;p54"/>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58"/>
        <p:cNvGrpSpPr/>
        <p:nvPr/>
      </p:nvGrpSpPr>
      <p:grpSpPr>
        <a:xfrm>
          <a:off x="0" y="0"/>
          <a:ext cx="0" cy="0"/>
          <a:chOff x="0" y="0"/>
          <a:chExt cx="0" cy="0"/>
        </a:xfrm>
      </p:grpSpPr>
      <p:sp>
        <p:nvSpPr>
          <p:cNvPr id="1759" name="Google Shape;1759;p55"/>
          <p:cNvSpPr txBox="1"/>
          <p:nvPr/>
        </p:nvSpPr>
        <p:spPr>
          <a:xfrm>
            <a:off x="1252425" y="1086401"/>
            <a:ext cx="6630900" cy="8526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rgbClr val="FFFFFF"/>
                </a:solidFill>
              </a:rPr>
              <a:t>Create your Story with our illustrated concepts. Choose the style you like the most, edit its colors, pick the background and layers you want to show and bring them to life with the animator panel! It will boost your presentation. Check out</a:t>
            </a:r>
            <a:r>
              <a:rPr lang="en" sz="1100">
                <a:solidFill>
                  <a:srgbClr val="869FB2"/>
                </a:solidFill>
              </a:rPr>
              <a:t> </a:t>
            </a:r>
            <a:r>
              <a:rPr lang="en" sz="1100">
                <a:solidFill>
                  <a:srgbClr val="869FB2"/>
                </a:solidFill>
                <a:uFill>
                  <a:noFill/>
                </a:uFill>
                <a:hlinkClick r:id="rId3">
                  <a:extLst>
                    <a:ext uri="{A12FA001-AC4F-418D-AE19-62706E023703}">
                      <ahyp:hlinkClr xmlns:ahyp="http://schemas.microsoft.com/office/drawing/2018/hyperlinkcolor" val="tx"/>
                    </a:ext>
                  </a:extLst>
                </a:hlinkClick>
              </a:rPr>
              <a:t>How it works.</a:t>
            </a:r>
            <a:endParaRPr sz="1100">
              <a:solidFill>
                <a:srgbClr val="869FB2"/>
              </a:solidFill>
            </a:endParaRPr>
          </a:p>
        </p:txBody>
      </p:sp>
      <p:sp>
        <p:nvSpPr>
          <p:cNvPr id="1760" name="Google Shape;1760;p55"/>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1761" name="Google Shape;1761;p55"/>
          <p:cNvPicPr preferRelativeResize="0"/>
          <p:nvPr/>
        </p:nvPicPr>
        <p:blipFill rotWithShape="1">
          <a:blip r:embed="rId4">
            <a:alphaModFix/>
          </a:blip>
          <a:srcRect t="16547" b="16541"/>
          <a:stretch/>
        </p:blipFill>
        <p:spPr>
          <a:xfrm>
            <a:off x="510820" y="2688639"/>
            <a:ext cx="1606720" cy="1075075"/>
          </a:xfrm>
          <a:prstGeom prst="rect">
            <a:avLst/>
          </a:prstGeom>
          <a:noFill/>
          <a:ln>
            <a:noFill/>
          </a:ln>
        </p:spPr>
      </p:pic>
      <p:sp>
        <p:nvSpPr>
          <p:cNvPr id="1762" name="Google Shape;1762;p55">
            <a:hlinkClick r:id="rId5"/>
          </p:cNvPr>
          <p:cNvSpPr txBox="1"/>
          <p:nvPr/>
        </p:nvSpPr>
        <p:spPr>
          <a:xfrm>
            <a:off x="678041"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5">
                  <a:extLst>
                    <a:ext uri="{A12FA001-AC4F-418D-AE19-62706E023703}">
                      <ahyp:hlinkClr xmlns:ahyp="http://schemas.microsoft.com/office/drawing/2018/hyperlinkcolor" val="tx"/>
                    </a:ext>
                  </a:extLst>
                </a:hlinkClick>
              </a:rPr>
              <a:t>Pana</a:t>
            </a:r>
            <a:endParaRPr>
              <a:solidFill>
                <a:srgbClr val="869FB2"/>
              </a:solidFill>
            </a:endParaRPr>
          </a:p>
        </p:txBody>
      </p:sp>
      <p:sp>
        <p:nvSpPr>
          <p:cNvPr id="1763" name="Google Shape;1763;p55">
            <a:hlinkClick r:id="rId6"/>
          </p:cNvPr>
          <p:cNvSpPr txBox="1"/>
          <p:nvPr/>
        </p:nvSpPr>
        <p:spPr>
          <a:xfrm>
            <a:off x="2289219"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6">
                  <a:extLst>
                    <a:ext uri="{A12FA001-AC4F-418D-AE19-62706E023703}">
                      <ahyp:hlinkClr xmlns:ahyp="http://schemas.microsoft.com/office/drawing/2018/hyperlinkcolor" val="tx"/>
                    </a:ext>
                  </a:extLst>
                </a:hlinkClick>
              </a:rPr>
              <a:t>Amico</a:t>
            </a:r>
            <a:endParaRPr>
              <a:solidFill>
                <a:srgbClr val="869FB2"/>
              </a:solidFill>
            </a:endParaRPr>
          </a:p>
        </p:txBody>
      </p:sp>
      <p:sp>
        <p:nvSpPr>
          <p:cNvPr id="1764" name="Google Shape;1764;p55">
            <a:hlinkClick r:id="rId7"/>
          </p:cNvPr>
          <p:cNvSpPr txBox="1"/>
          <p:nvPr/>
        </p:nvSpPr>
        <p:spPr>
          <a:xfrm>
            <a:off x="3900404"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7">
                  <a:extLst>
                    <a:ext uri="{A12FA001-AC4F-418D-AE19-62706E023703}">
                      <ahyp:hlinkClr xmlns:ahyp="http://schemas.microsoft.com/office/drawing/2018/hyperlinkcolor" val="tx"/>
                    </a:ext>
                  </a:extLst>
                </a:hlinkClick>
              </a:rPr>
              <a:t>Bro</a:t>
            </a:r>
            <a:endParaRPr>
              <a:solidFill>
                <a:srgbClr val="869FB2"/>
              </a:solidFill>
            </a:endParaRPr>
          </a:p>
        </p:txBody>
      </p:sp>
      <p:sp>
        <p:nvSpPr>
          <p:cNvPr id="1765" name="Google Shape;1765;p55">
            <a:hlinkClick r:id="rId8"/>
          </p:cNvPr>
          <p:cNvSpPr txBox="1"/>
          <p:nvPr/>
        </p:nvSpPr>
        <p:spPr>
          <a:xfrm>
            <a:off x="5511563"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8">
                  <a:extLst>
                    <a:ext uri="{A12FA001-AC4F-418D-AE19-62706E023703}">
                      <ahyp:hlinkClr xmlns:ahyp="http://schemas.microsoft.com/office/drawing/2018/hyperlinkcolor" val="tx"/>
                    </a:ext>
                  </a:extLst>
                </a:hlinkClick>
              </a:rPr>
              <a:t>Rafiki</a:t>
            </a:r>
            <a:endParaRPr>
              <a:solidFill>
                <a:srgbClr val="869FB2"/>
              </a:solidFill>
            </a:endParaRPr>
          </a:p>
        </p:txBody>
      </p:sp>
      <p:pic>
        <p:nvPicPr>
          <p:cNvPr id="1766" name="Google Shape;1766;p55"/>
          <p:cNvPicPr preferRelativeResize="0"/>
          <p:nvPr/>
        </p:nvPicPr>
        <p:blipFill rotWithShape="1">
          <a:blip r:embed="rId9">
            <a:alphaModFix/>
          </a:blip>
          <a:srcRect/>
          <a:stretch/>
        </p:blipFill>
        <p:spPr>
          <a:xfrm>
            <a:off x="2255077" y="2410850"/>
            <a:ext cx="1340595" cy="1340605"/>
          </a:xfrm>
          <a:prstGeom prst="rect">
            <a:avLst/>
          </a:prstGeom>
          <a:noFill/>
          <a:ln>
            <a:noFill/>
          </a:ln>
        </p:spPr>
      </p:pic>
      <p:pic>
        <p:nvPicPr>
          <p:cNvPr id="1767" name="Google Shape;1767;p55"/>
          <p:cNvPicPr preferRelativeResize="0"/>
          <p:nvPr/>
        </p:nvPicPr>
        <p:blipFill rotWithShape="1">
          <a:blip r:embed="rId10">
            <a:alphaModFix/>
          </a:blip>
          <a:srcRect t="6378" b="6378"/>
          <a:stretch/>
        </p:blipFill>
        <p:spPr>
          <a:xfrm>
            <a:off x="3774275" y="2532512"/>
            <a:ext cx="1448305" cy="1263590"/>
          </a:xfrm>
          <a:prstGeom prst="rect">
            <a:avLst/>
          </a:prstGeom>
          <a:noFill/>
          <a:ln>
            <a:noFill/>
          </a:ln>
        </p:spPr>
      </p:pic>
      <p:pic>
        <p:nvPicPr>
          <p:cNvPr id="1768" name="Google Shape;1768;p55"/>
          <p:cNvPicPr preferRelativeResize="0"/>
          <p:nvPr/>
        </p:nvPicPr>
        <p:blipFill rotWithShape="1">
          <a:blip r:embed="rId11">
            <a:alphaModFix/>
          </a:blip>
          <a:srcRect t="9257" b="9257"/>
          <a:stretch/>
        </p:blipFill>
        <p:spPr>
          <a:xfrm>
            <a:off x="5347337" y="2581527"/>
            <a:ext cx="1448285" cy="1180165"/>
          </a:xfrm>
          <a:prstGeom prst="rect">
            <a:avLst/>
          </a:prstGeom>
          <a:noFill/>
          <a:ln>
            <a:noFill/>
          </a:ln>
        </p:spPr>
      </p:pic>
      <p:pic>
        <p:nvPicPr>
          <p:cNvPr id="1769" name="Google Shape;1769;p55"/>
          <p:cNvPicPr preferRelativeResize="0"/>
          <p:nvPr/>
        </p:nvPicPr>
        <p:blipFill rotWithShape="1">
          <a:blip r:embed="rId12">
            <a:alphaModFix/>
          </a:blip>
          <a:srcRect t="14837" b="14844"/>
          <a:stretch/>
        </p:blipFill>
        <p:spPr>
          <a:xfrm>
            <a:off x="6836257" y="2523903"/>
            <a:ext cx="1796925" cy="1263600"/>
          </a:xfrm>
          <a:prstGeom prst="rect">
            <a:avLst/>
          </a:prstGeom>
          <a:noFill/>
          <a:ln>
            <a:noFill/>
          </a:ln>
        </p:spPr>
      </p:pic>
      <p:sp>
        <p:nvSpPr>
          <p:cNvPr id="1770" name="Google Shape;1770;p55">
            <a:hlinkClick r:id="rId13"/>
          </p:cNvPr>
          <p:cNvSpPr txBox="1"/>
          <p:nvPr/>
        </p:nvSpPr>
        <p:spPr>
          <a:xfrm>
            <a:off x="7122738" y="3976375"/>
            <a:ext cx="1272300" cy="3183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a:solidFill>
                  <a:srgbClr val="869FB2"/>
                </a:solidFill>
                <a:uFill>
                  <a:noFill/>
                </a:uFill>
                <a:hlinkClick r:id="rId13">
                  <a:extLst>
                    <a:ext uri="{A12FA001-AC4F-418D-AE19-62706E023703}">
                      <ahyp:hlinkClr xmlns:ahyp="http://schemas.microsoft.com/office/drawing/2018/hyperlinkcolor" val="tx"/>
                    </a:ext>
                  </a:extLst>
                </a:hlinkClick>
              </a:rPr>
              <a:t>Cuate</a:t>
            </a:r>
            <a:endParaRPr>
              <a:solidFill>
                <a:srgbClr val="869FB2"/>
              </a:solidFil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774"/>
        <p:cNvGrpSpPr/>
        <p:nvPr/>
      </p:nvGrpSpPr>
      <p:grpSpPr>
        <a:xfrm>
          <a:off x="0" y="0"/>
          <a:ext cx="0" cy="0"/>
          <a:chOff x="0" y="0"/>
          <a:chExt cx="0" cy="0"/>
        </a:xfrm>
      </p:grpSpPr>
      <p:sp>
        <p:nvSpPr>
          <p:cNvPr id="1775" name="Google Shape;1775;p56"/>
          <p:cNvSpPr txBox="1"/>
          <p:nvPr/>
        </p:nvSpPr>
        <p:spPr>
          <a:xfrm>
            <a:off x="1068100" y="1221875"/>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1776" name="Google Shape;1776;p56"/>
          <p:cNvGrpSpPr/>
          <p:nvPr/>
        </p:nvGrpSpPr>
        <p:grpSpPr>
          <a:xfrm>
            <a:off x="5156078" y="3085736"/>
            <a:ext cx="474294" cy="551291"/>
            <a:chOff x="4727025" y="1332775"/>
            <a:chExt cx="59900" cy="69625"/>
          </a:xfrm>
        </p:grpSpPr>
        <p:sp>
          <p:nvSpPr>
            <p:cNvPr id="1777" name="Google Shape;1777;p56"/>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6"/>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9" name="Google Shape;1779;p56"/>
          <p:cNvGrpSpPr/>
          <p:nvPr/>
        </p:nvGrpSpPr>
        <p:grpSpPr>
          <a:xfrm>
            <a:off x="5769734" y="2314340"/>
            <a:ext cx="555653" cy="557031"/>
            <a:chOff x="4820425" y="1329900"/>
            <a:chExt cx="70175" cy="70350"/>
          </a:xfrm>
        </p:grpSpPr>
        <p:sp>
          <p:nvSpPr>
            <p:cNvPr id="1780" name="Google Shape;1780;p56"/>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6"/>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6"/>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6"/>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4" name="Google Shape;1784;p56"/>
          <p:cNvGrpSpPr/>
          <p:nvPr/>
        </p:nvGrpSpPr>
        <p:grpSpPr>
          <a:xfrm>
            <a:off x="6396103" y="2318845"/>
            <a:ext cx="582574" cy="533871"/>
            <a:chOff x="4903200" y="1331525"/>
            <a:chExt cx="73575" cy="67425"/>
          </a:xfrm>
        </p:grpSpPr>
        <p:sp>
          <p:nvSpPr>
            <p:cNvPr id="1785" name="Google Shape;1785;p56"/>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6"/>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7" name="Google Shape;1787;p56"/>
          <p:cNvGrpSpPr/>
          <p:nvPr/>
        </p:nvGrpSpPr>
        <p:grpSpPr>
          <a:xfrm>
            <a:off x="5755581" y="3078709"/>
            <a:ext cx="583960" cy="565345"/>
            <a:chOff x="4815575" y="1416800"/>
            <a:chExt cx="73750" cy="71400"/>
          </a:xfrm>
        </p:grpSpPr>
        <p:sp>
          <p:nvSpPr>
            <p:cNvPr id="1788" name="Google Shape;1788;p56"/>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6"/>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6"/>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 name="Google Shape;1791;p56"/>
          <p:cNvGrpSpPr/>
          <p:nvPr/>
        </p:nvGrpSpPr>
        <p:grpSpPr>
          <a:xfrm>
            <a:off x="6390362" y="3108896"/>
            <a:ext cx="589898" cy="504970"/>
            <a:chOff x="4902475" y="1418875"/>
            <a:chExt cx="74500" cy="63775"/>
          </a:xfrm>
        </p:grpSpPr>
        <p:sp>
          <p:nvSpPr>
            <p:cNvPr id="1792" name="Google Shape;1792;p56"/>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6"/>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4" name="Google Shape;1794;p56"/>
          <p:cNvGrpSpPr/>
          <p:nvPr/>
        </p:nvGrpSpPr>
        <p:grpSpPr>
          <a:xfrm>
            <a:off x="5765577" y="3826000"/>
            <a:ext cx="563967" cy="567127"/>
            <a:chOff x="4818100" y="1507675"/>
            <a:chExt cx="71225" cy="71625"/>
          </a:xfrm>
        </p:grpSpPr>
        <p:sp>
          <p:nvSpPr>
            <p:cNvPr id="1795" name="Google Shape;1795;p56"/>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6"/>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6"/>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6"/>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9" name="Google Shape;1799;p56"/>
          <p:cNvGrpSpPr/>
          <p:nvPr/>
        </p:nvGrpSpPr>
        <p:grpSpPr>
          <a:xfrm>
            <a:off x="5079075" y="3829461"/>
            <a:ext cx="628301" cy="588505"/>
            <a:chOff x="4721450" y="1509475"/>
            <a:chExt cx="79350" cy="74325"/>
          </a:xfrm>
        </p:grpSpPr>
        <p:sp>
          <p:nvSpPr>
            <p:cNvPr id="1800" name="Google Shape;1800;p56"/>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6"/>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6"/>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6"/>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4" name="Google Shape;1804;p56"/>
          <p:cNvGrpSpPr/>
          <p:nvPr/>
        </p:nvGrpSpPr>
        <p:grpSpPr>
          <a:xfrm>
            <a:off x="6424608" y="3814027"/>
            <a:ext cx="557038" cy="562772"/>
            <a:chOff x="4906800" y="1507500"/>
            <a:chExt cx="70350" cy="71075"/>
          </a:xfrm>
        </p:grpSpPr>
        <p:sp>
          <p:nvSpPr>
            <p:cNvPr id="1805" name="Google Shape;1805;p56"/>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6"/>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6"/>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6"/>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56"/>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0" name="Google Shape;1810;p56"/>
          <p:cNvGrpSpPr/>
          <p:nvPr/>
        </p:nvGrpSpPr>
        <p:grpSpPr>
          <a:xfrm>
            <a:off x="4462216" y="2340963"/>
            <a:ext cx="517934" cy="517934"/>
            <a:chOff x="3736598" y="2170606"/>
            <a:chExt cx="404889" cy="404889"/>
          </a:xfrm>
        </p:grpSpPr>
        <p:sp>
          <p:nvSpPr>
            <p:cNvPr id="1811" name="Google Shape;1811;p56"/>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6"/>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56"/>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56"/>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5" name="Google Shape;1815;p56"/>
          <p:cNvGrpSpPr/>
          <p:nvPr/>
        </p:nvGrpSpPr>
        <p:grpSpPr>
          <a:xfrm>
            <a:off x="3729277" y="2341061"/>
            <a:ext cx="586986" cy="517740"/>
            <a:chOff x="3161917" y="2170682"/>
            <a:chExt cx="458870" cy="404737"/>
          </a:xfrm>
        </p:grpSpPr>
        <p:sp>
          <p:nvSpPr>
            <p:cNvPr id="1816" name="Google Shape;1816;p56"/>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56"/>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56"/>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19" name="Google Shape;1819;p56"/>
          <p:cNvGrpSpPr/>
          <p:nvPr/>
        </p:nvGrpSpPr>
        <p:grpSpPr>
          <a:xfrm>
            <a:off x="3752299" y="3102400"/>
            <a:ext cx="540943" cy="517963"/>
            <a:chOff x="3179914" y="2889488"/>
            <a:chExt cx="422876" cy="404911"/>
          </a:xfrm>
        </p:grpSpPr>
        <p:sp>
          <p:nvSpPr>
            <p:cNvPr id="1820" name="Google Shape;1820;p56"/>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56"/>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56"/>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56"/>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6"/>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56"/>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26" name="Google Shape;1826;p56"/>
          <p:cNvGrpSpPr/>
          <p:nvPr/>
        </p:nvGrpSpPr>
        <p:grpSpPr>
          <a:xfrm>
            <a:off x="4453093" y="3102358"/>
            <a:ext cx="536180" cy="518047"/>
            <a:chOff x="3729467" y="2889422"/>
            <a:chExt cx="419153" cy="404977"/>
          </a:xfrm>
        </p:grpSpPr>
        <p:sp>
          <p:nvSpPr>
            <p:cNvPr id="1827" name="Google Shape;1827;p56"/>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56"/>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56"/>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56"/>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56"/>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56"/>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56"/>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4" name="Google Shape;1834;p56"/>
          <p:cNvGrpSpPr/>
          <p:nvPr/>
        </p:nvGrpSpPr>
        <p:grpSpPr>
          <a:xfrm>
            <a:off x="1990126" y="3445787"/>
            <a:ext cx="965351" cy="134611"/>
            <a:chOff x="4411970" y="2962952"/>
            <a:chExt cx="706544" cy="104212"/>
          </a:xfrm>
        </p:grpSpPr>
        <p:sp>
          <p:nvSpPr>
            <p:cNvPr id="1835" name="Google Shape;1835;p56"/>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6"/>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6"/>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56"/>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39" name="Google Shape;1839;p56"/>
          <p:cNvGrpSpPr/>
          <p:nvPr/>
        </p:nvGrpSpPr>
        <p:grpSpPr>
          <a:xfrm>
            <a:off x="1990126" y="3041077"/>
            <a:ext cx="960158" cy="289172"/>
            <a:chOff x="4411970" y="2726085"/>
            <a:chExt cx="643107" cy="193659"/>
          </a:xfrm>
        </p:grpSpPr>
        <p:sp>
          <p:nvSpPr>
            <p:cNvPr id="1840" name="Google Shape;1840;p56"/>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6"/>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56"/>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3" name="Google Shape;1843;p56"/>
          <p:cNvGrpSpPr/>
          <p:nvPr/>
        </p:nvGrpSpPr>
        <p:grpSpPr>
          <a:xfrm>
            <a:off x="998624" y="3295400"/>
            <a:ext cx="811503" cy="252584"/>
            <a:chOff x="4411970" y="4340222"/>
            <a:chExt cx="779467" cy="242683"/>
          </a:xfrm>
        </p:grpSpPr>
        <p:sp>
          <p:nvSpPr>
            <p:cNvPr id="1844" name="Google Shape;1844;p56"/>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56"/>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56"/>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7" name="Google Shape;1847;p56"/>
          <p:cNvGrpSpPr/>
          <p:nvPr/>
        </p:nvGrpSpPr>
        <p:grpSpPr>
          <a:xfrm>
            <a:off x="1990126" y="2709308"/>
            <a:ext cx="965160" cy="216230"/>
            <a:chOff x="4411970" y="2468674"/>
            <a:chExt cx="747317" cy="167425"/>
          </a:xfrm>
        </p:grpSpPr>
        <p:sp>
          <p:nvSpPr>
            <p:cNvPr id="1848" name="Google Shape;1848;p56"/>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56"/>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50" name="Google Shape;1850;p56"/>
          <p:cNvSpPr/>
          <p:nvPr/>
        </p:nvSpPr>
        <p:spPr>
          <a:xfrm>
            <a:off x="996874"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51" name="Google Shape;1851;p56"/>
          <p:cNvGrpSpPr/>
          <p:nvPr/>
        </p:nvGrpSpPr>
        <p:grpSpPr>
          <a:xfrm>
            <a:off x="997692" y="2334687"/>
            <a:ext cx="1959041" cy="208784"/>
            <a:chOff x="6336019" y="3733725"/>
            <a:chExt cx="2566206" cy="351310"/>
          </a:xfrm>
        </p:grpSpPr>
        <p:sp>
          <p:nvSpPr>
            <p:cNvPr id="1852" name="Google Shape;1852;p56"/>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6"/>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6"/>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6"/>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6" name="Google Shape;1856;p56"/>
          <p:cNvGrpSpPr/>
          <p:nvPr/>
        </p:nvGrpSpPr>
        <p:grpSpPr>
          <a:xfrm>
            <a:off x="1990126" y="3950602"/>
            <a:ext cx="946551" cy="153200"/>
            <a:chOff x="4404545" y="3301592"/>
            <a:chExt cx="782403" cy="129272"/>
          </a:xfrm>
        </p:grpSpPr>
        <p:sp>
          <p:nvSpPr>
            <p:cNvPr id="1857" name="Google Shape;1857;p56"/>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6"/>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59" name="Google Shape;1859;p56"/>
          <p:cNvGrpSpPr/>
          <p:nvPr/>
        </p:nvGrpSpPr>
        <p:grpSpPr>
          <a:xfrm>
            <a:off x="1990126" y="3695937"/>
            <a:ext cx="962257" cy="139127"/>
            <a:chOff x="4411970" y="3131459"/>
            <a:chExt cx="710520" cy="117397"/>
          </a:xfrm>
        </p:grpSpPr>
        <p:sp>
          <p:nvSpPr>
            <p:cNvPr id="1860" name="Google Shape;1860;p56"/>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56"/>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62" name="Google Shape;1862;p56" descr="Timeline background shape"/>
          <p:cNvSpPr/>
          <p:nvPr/>
        </p:nvSpPr>
        <p:spPr>
          <a:xfrm>
            <a:off x="1990126"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63" name="Google Shape;1863;p56"/>
          <p:cNvGrpSpPr/>
          <p:nvPr/>
        </p:nvGrpSpPr>
        <p:grpSpPr>
          <a:xfrm>
            <a:off x="990271" y="3621603"/>
            <a:ext cx="823838" cy="458988"/>
            <a:chOff x="4411970" y="1801825"/>
            <a:chExt cx="734586" cy="409262"/>
          </a:xfrm>
        </p:grpSpPr>
        <p:sp>
          <p:nvSpPr>
            <p:cNvPr id="1864" name="Google Shape;1864;p56"/>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6"/>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6" name="Google Shape;1866;p56"/>
          <p:cNvGrpSpPr/>
          <p:nvPr/>
        </p:nvGrpSpPr>
        <p:grpSpPr>
          <a:xfrm>
            <a:off x="3095243" y="2339173"/>
            <a:ext cx="521514" cy="521514"/>
            <a:chOff x="5681300" y="2527788"/>
            <a:chExt cx="805800" cy="805800"/>
          </a:xfrm>
        </p:grpSpPr>
        <p:sp>
          <p:nvSpPr>
            <p:cNvPr id="1867" name="Google Shape;1867;p56"/>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56"/>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69" name="Google Shape;1869;p56"/>
          <p:cNvGrpSpPr/>
          <p:nvPr/>
        </p:nvGrpSpPr>
        <p:grpSpPr>
          <a:xfrm>
            <a:off x="3089483" y="3094865"/>
            <a:ext cx="533033" cy="533033"/>
            <a:chOff x="4049800" y="640400"/>
            <a:chExt cx="858900" cy="858900"/>
          </a:xfrm>
        </p:grpSpPr>
        <p:sp>
          <p:nvSpPr>
            <p:cNvPr id="1870" name="Google Shape;1870;p56"/>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56"/>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72" name="Google Shape;1872;p56"/>
          <p:cNvGrpSpPr/>
          <p:nvPr/>
        </p:nvGrpSpPr>
        <p:grpSpPr>
          <a:xfrm>
            <a:off x="3014966" y="3772543"/>
            <a:ext cx="682068" cy="682068"/>
            <a:chOff x="5080188" y="927900"/>
            <a:chExt cx="961200" cy="961200"/>
          </a:xfrm>
        </p:grpSpPr>
        <p:sp>
          <p:nvSpPr>
            <p:cNvPr id="1873" name="Google Shape;1873;p56"/>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6"/>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56"/>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56"/>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56"/>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56"/>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56"/>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6"/>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81" name="Google Shape;1881;p56"/>
          <p:cNvGrpSpPr/>
          <p:nvPr/>
        </p:nvGrpSpPr>
        <p:grpSpPr>
          <a:xfrm>
            <a:off x="4478465" y="3869234"/>
            <a:ext cx="505650" cy="504006"/>
            <a:chOff x="6039282" y="1042577"/>
            <a:chExt cx="734315" cy="731929"/>
          </a:xfrm>
        </p:grpSpPr>
        <p:sp>
          <p:nvSpPr>
            <p:cNvPr id="1882" name="Google Shape;1882;p56"/>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56"/>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56"/>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56"/>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56"/>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56"/>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56"/>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6"/>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56"/>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56"/>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56"/>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56"/>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56"/>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6"/>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56"/>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56"/>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56"/>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56"/>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56"/>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56"/>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56"/>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3" name="Google Shape;1903;p56"/>
          <p:cNvGrpSpPr/>
          <p:nvPr/>
        </p:nvGrpSpPr>
        <p:grpSpPr>
          <a:xfrm>
            <a:off x="5091067" y="2298862"/>
            <a:ext cx="567744" cy="602136"/>
            <a:chOff x="1825800" y="1651625"/>
            <a:chExt cx="539989" cy="571775"/>
          </a:xfrm>
        </p:grpSpPr>
        <p:sp>
          <p:nvSpPr>
            <p:cNvPr id="1904" name="Google Shape;1904;p56"/>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56"/>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56"/>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56"/>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08" name="Google Shape;1908;p56"/>
          <p:cNvGrpSpPr/>
          <p:nvPr/>
        </p:nvGrpSpPr>
        <p:grpSpPr>
          <a:xfrm>
            <a:off x="3765995" y="3855579"/>
            <a:ext cx="508123" cy="507955"/>
            <a:chOff x="1897577" y="2802432"/>
            <a:chExt cx="492176" cy="492014"/>
          </a:xfrm>
        </p:grpSpPr>
        <p:sp>
          <p:nvSpPr>
            <p:cNvPr id="1909" name="Google Shape;1909;p56"/>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56"/>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56"/>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56"/>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56"/>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56"/>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56"/>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56"/>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56"/>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56"/>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56"/>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56"/>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1" name="Google Shape;1921;p56"/>
          <p:cNvGrpSpPr/>
          <p:nvPr/>
        </p:nvGrpSpPr>
        <p:grpSpPr>
          <a:xfrm>
            <a:off x="997525" y="4169123"/>
            <a:ext cx="809227" cy="200842"/>
            <a:chOff x="2013045" y="4813233"/>
            <a:chExt cx="921986" cy="228854"/>
          </a:xfrm>
        </p:grpSpPr>
        <p:sp>
          <p:nvSpPr>
            <p:cNvPr id="1922" name="Google Shape;1922;p56"/>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56"/>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4" name="Google Shape;1924;p56"/>
          <p:cNvGrpSpPr/>
          <p:nvPr/>
        </p:nvGrpSpPr>
        <p:grpSpPr>
          <a:xfrm>
            <a:off x="1005985" y="2656004"/>
            <a:ext cx="792421" cy="269941"/>
            <a:chOff x="1046767" y="4756633"/>
            <a:chExt cx="859646" cy="292841"/>
          </a:xfrm>
        </p:grpSpPr>
        <p:sp>
          <p:nvSpPr>
            <p:cNvPr id="1925" name="Google Shape;1925;p56"/>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56"/>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56"/>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28" name="Google Shape;1928;p56"/>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56"/>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56"/>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56"/>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32" name="Google Shape;1932;p56"/>
          <p:cNvGrpSpPr/>
          <p:nvPr/>
        </p:nvGrpSpPr>
        <p:grpSpPr>
          <a:xfrm>
            <a:off x="7141841" y="2550562"/>
            <a:ext cx="166473" cy="141497"/>
            <a:chOff x="4660325" y="1866850"/>
            <a:chExt cx="68350" cy="58100"/>
          </a:xfrm>
        </p:grpSpPr>
        <p:sp>
          <p:nvSpPr>
            <p:cNvPr id="1933" name="Google Shape;1933;p56"/>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56"/>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5" name="Google Shape;1935;p56"/>
          <p:cNvGrpSpPr/>
          <p:nvPr/>
        </p:nvGrpSpPr>
        <p:grpSpPr>
          <a:xfrm>
            <a:off x="7451186" y="2576286"/>
            <a:ext cx="162515" cy="90049"/>
            <a:chOff x="4791775" y="1877500"/>
            <a:chExt cx="66725" cy="36975"/>
          </a:xfrm>
        </p:grpSpPr>
        <p:sp>
          <p:nvSpPr>
            <p:cNvPr id="1936" name="Google Shape;1936;p56"/>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56"/>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8" name="Google Shape;1938;p56"/>
          <p:cNvGrpSpPr/>
          <p:nvPr/>
        </p:nvGrpSpPr>
        <p:grpSpPr>
          <a:xfrm>
            <a:off x="7772899" y="2576286"/>
            <a:ext cx="144979" cy="90049"/>
            <a:chOff x="4923925" y="1877500"/>
            <a:chExt cx="59525" cy="36975"/>
          </a:xfrm>
        </p:grpSpPr>
        <p:sp>
          <p:nvSpPr>
            <p:cNvPr id="1939" name="Google Shape;1939;p56"/>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56"/>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1" name="Google Shape;1941;p56"/>
          <p:cNvGrpSpPr/>
          <p:nvPr/>
        </p:nvGrpSpPr>
        <p:grpSpPr>
          <a:xfrm>
            <a:off x="8067390" y="2558477"/>
            <a:ext cx="141447" cy="125667"/>
            <a:chOff x="5058450" y="1870100"/>
            <a:chExt cx="58075" cy="51600"/>
          </a:xfrm>
        </p:grpSpPr>
        <p:sp>
          <p:nvSpPr>
            <p:cNvPr id="1942" name="Google Shape;1942;p56"/>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56"/>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4" name="Google Shape;1944;p56"/>
          <p:cNvGrpSpPr/>
          <p:nvPr/>
        </p:nvGrpSpPr>
        <p:grpSpPr>
          <a:xfrm>
            <a:off x="7481905" y="2980885"/>
            <a:ext cx="101077" cy="107645"/>
            <a:chOff x="4811425" y="2065025"/>
            <a:chExt cx="41500" cy="44200"/>
          </a:xfrm>
        </p:grpSpPr>
        <p:sp>
          <p:nvSpPr>
            <p:cNvPr id="1945" name="Google Shape;1945;p56"/>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56"/>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7" name="Google Shape;1947;p56"/>
          <p:cNvGrpSpPr/>
          <p:nvPr/>
        </p:nvGrpSpPr>
        <p:grpSpPr>
          <a:xfrm>
            <a:off x="7774342" y="2981098"/>
            <a:ext cx="120867" cy="107218"/>
            <a:chOff x="4929875" y="2065025"/>
            <a:chExt cx="49625" cy="44025"/>
          </a:xfrm>
        </p:grpSpPr>
        <p:sp>
          <p:nvSpPr>
            <p:cNvPr id="1948" name="Google Shape;1948;p56"/>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56"/>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0" name="Google Shape;1950;p56"/>
          <p:cNvGrpSpPr/>
          <p:nvPr/>
        </p:nvGrpSpPr>
        <p:grpSpPr>
          <a:xfrm>
            <a:off x="8103011" y="2984112"/>
            <a:ext cx="70206" cy="101191"/>
            <a:chOff x="5083925" y="2066350"/>
            <a:chExt cx="28825" cy="41550"/>
          </a:xfrm>
        </p:grpSpPr>
        <p:sp>
          <p:nvSpPr>
            <p:cNvPr id="1951" name="Google Shape;1951;p56"/>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56"/>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3" name="Google Shape;1953;p56"/>
          <p:cNvGrpSpPr/>
          <p:nvPr/>
        </p:nvGrpSpPr>
        <p:grpSpPr>
          <a:xfrm>
            <a:off x="7134565" y="2999759"/>
            <a:ext cx="181026" cy="69896"/>
            <a:chOff x="4659775" y="2072775"/>
            <a:chExt cx="74325" cy="28700"/>
          </a:xfrm>
        </p:grpSpPr>
        <p:sp>
          <p:nvSpPr>
            <p:cNvPr id="1954" name="Google Shape;1954;p56"/>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56"/>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56"/>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7" name="Google Shape;1957;p56"/>
          <p:cNvGrpSpPr/>
          <p:nvPr/>
        </p:nvGrpSpPr>
        <p:grpSpPr>
          <a:xfrm>
            <a:off x="8054421" y="2790324"/>
            <a:ext cx="167387" cy="89197"/>
            <a:chOff x="4662475" y="1976500"/>
            <a:chExt cx="68725" cy="36625"/>
          </a:xfrm>
        </p:grpSpPr>
        <p:sp>
          <p:nvSpPr>
            <p:cNvPr id="1958" name="Google Shape;1958;p56"/>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56"/>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56"/>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1" name="Google Shape;1961;p56"/>
          <p:cNvGrpSpPr/>
          <p:nvPr/>
        </p:nvGrpSpPr>
        <p:grpSpPr>
          <a:xfrm>
            <a:off x="7751326" y="2793764"/>
            <a:ext cx="166899" cy="82317"/>
            <a:chOff x="4920150" y="1977875"/>
            <a:chExt cx="68525" cy="33800"/>
          </a:xfrm>
        </p:grpSpPr>
        <p:sp>
          <p:nvSpPr>
            <p:cNvPr id="1962" name="Google Shape;1962;p56"/>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56"/>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56"/>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5" name="Google Shape;1965;p56"/>
          <p:cNvGrpSpPr/>
          <p:nvPr/>
        </p:nvGrpSpPr>
        <p:grpSpPr>
          <a:xfrm>
            <a:off x="7162483" y="3197682"/>
            <a:ext cx="125190" cy="127859"/>
            <a:chOff x="4676550" y="2160575"/>
            <a:chExt cx="51400" cy="52500"/>
          </a:xfrm>
        </p:grpSpPr>
        <p:sp>
          <p:nvSpPr>
            <p:cNvPr id="1966" name="Google Shape;1966;p56"/>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56"/>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56"/>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69" name="Google Shape;1969;p56"/>
          <p:cNvGrpSpPr/>
          <p:nvPr/>
        </p:nvGrpSpPr>
        <p:grpSpPr>
          <a:xfrm>
            <a:off x="7459741" y="3204714"/>
            <a:ext cx="145405" cy="113794"/>
            <a:chOff x="4768325" y="2163475"/>
            <a:chExt cx="59700" cy="46725"/>
          </a:xfrm>
        </p:grpSpPr>
        <p:sp>
          <p:nvSpPr>
            <p:cNvPr id="1970" name="Google Shape;1970;p56"/>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56"/>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2" name="Google Shape;1972;p56"/>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56"/>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56"/>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56"/>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56"/>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56"/>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78" name="Google Shape;1978;p56"/>
          <p:cNvGrpSpPr/>
          <p:nvPr/>
        </p:nvGrpSpPr>
        <p:grpSpPr>
          <a:xfrm>
            <a:off x="7476059" y="3459808"/>
            <a:ext cx="112768" cy="106853"/>
            <a:chOff x="4768575" y="2253950"/>
            <a:chExt cx="46300" cy="43875"/>
          </a:xfrm>
        </p:grpSpPr>
        <p:sp>
          <p:nvSpPr>
            <p:cNvPr id="1979" name="Google Shape;1979;p56"/>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56"/>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1" name="Google Shape;1981;p56"/>
          <p:cNvGrpSpPr/>
          <p:nvPr/>
        </p:nvGrpSpPr>
        <p:grpSpPr>
          <a:xfrm>
            <a:off x="7775682" y="3948834"/>
            <a:ext cx="118187" cy="146246"/>
            <a:chOff x="4960900" y="2433225"/>
            <a:chExt cx="48525" cy="60050"/>
          </a:xfrm>
        </p:grpSpPr>
        <p:sp>
          <p:nvSpPr>
            <p:cNvPr id="1982" name="Google Shape;1982;p56"/>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56"/>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4" name="Google Shape;1984;p56"/>
          <p:cNvGrpSpPr/>
          <p:nvPr/>
        </p:nvGrpSpPr>
        <p:grpSpPr>
          <a:xfrm>
            <a:off x="7464247" y="4212895"/>
            <a:ext cx="136394" cy="143810"/>
            <a:chOff x="4854075" y="2527625"/>
            <a:chExt cx="56000" cy="59050"/>
          </a:xfrm>
        </p:grpSpPr>
        <p:sp>
          <p:nvSpPr>
            <p:cNvPr id="1985" name="Google Shape;1985;p56"/>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56"/>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87" name="Google Shape;1987;p56"/>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56"/>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56"/>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90" name="Google Shape;1990;p56"/>
          <p:cNvGrpSpPr/>
          <p:nvPr/>
        </p:nvGrpSpPr>
        <p:grpSpPr>
          <a:xfrm>
            <a:off x="8088458" y="3676639"/>
            <a:ext cx="99312" cy="160797"/>
            <a:chOff x="5059700" y="2334775"/>
            <a:chExt cx="40775" cy="66025"/>
          </a:xfrm>
        </p:grpSpPr>
        <p:sp>
          <p:nvSpPr>
            <p:cNvPr id="1991" name="Google Shape;1991;p56"/>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56"/>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56"/>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56"/>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56"/>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56"/>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56"/>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56"/>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56"/>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0" name="Google Shape;2000;p56"/>
          <p:cNvGrpSpPr/>
          <p:nvPr/>
        </p:nvGrpSpPr>
        <p:grpSpPr>
          <a:xfrm>
            <a:off x="8045622" y="3941771"/>
            <a:ext cx="184984" cy="160371"/>
            <a:chOff x="5037700" y="2430325"/>
            <a:chExt cx="75950" cy="65850"/>
          </a:xfrm>
        </p:grpSpPr>
        <p:sp>
          <p:nvSpPr>
            <p:cNvPr id="2001" name="Google Shape;2001;p56"/>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56"/>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3" name="Google Shape;2003;p56"/>
          <p:cNvGrpSpPr/>
          <p:nvPr/>
        </p:nvGrpSpPr>
        <p:grpSpPr>
          <a:xfrm>
            <a:off x="7465128" y="3708223"/>
            <a:ext cx="173014" cy="97629"/>
            <a:chOff x="4756975" y="2341800"/>
            <a:chExt cx="91975" cy="51925"/>
          </a:xfrm>
        </p:grpSpPr>
        <p:sp>
          <p:nvSpPr>
            <p:cNvPr id="2004" name="Google Shape;2004;p56"/>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56"/>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56"/>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56"/>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56"/>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56"/>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56"/>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56"/>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56"/>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56"/>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56"/>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56"/>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56"/>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56"/>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56"/>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56"/>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56"/>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56"/>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56"/>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56"/>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4" name="Google Shape;2024;p56"/>
          <p:cNvGrpSpPr/>
          <p:nvPr/>
        </p:nvGrpSpPr>
        <p:grpSpPr>
          <a:xfrm>
            <a:off x="7732065" y="4196920"/>
            <a:ext cx="212497" cy="175761"/>
            <a:chOff x="4943575" y="2516350"/>
            <a:chExt cx="98675" cy="81700"/>
          </a:xfrm>
        </p:grpSpPr>
        <p:sp>
          <p:nvSpPr>
            <p:cNvPr id="2025" name="Google Shape;2025;p56"/>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56"/>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56"/>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56"/>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56"/>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56"/>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56"/>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56"/>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56"/>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56"/>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56"/>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56"/>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56"/>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56"/>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56"/>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56"/>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56"/>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56"/>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56"/>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56"/>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56"/>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56"/>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56"/>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56"/>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56"/>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56"/>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56"/>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56"/>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56"/>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56"/>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56"/>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56"/>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56"/>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56"/>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56"/>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56"/>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56"/>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56"/>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56"/>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56"/>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6"/>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56"/>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56"/>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56"/>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56"/>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56"/>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56"/>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56"/>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6"/>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56"/>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56"/>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6"/>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56"/>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56"/>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56"/>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56"/>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56"/>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56"/>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56"/>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56"/>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56"/>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56"/>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56"/>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56"/>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56"/>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56"/>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56"/>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56"/>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56"/>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56"/>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56"/>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56"/>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56"/>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56"/>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56"/>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56"/>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56"/>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56"/>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3" name="Google Shape;2103;p56"/>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56"/>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56"/>
          <p:cNvSpPr/>
          <p:nvPr/>
        </p:nvSpPr>
        <p:spPr>
          <a:xfrm>
            <a:off x="7165978"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56"/>
          <p:cNvSpPr/>
          <p:nvPr/>
        </p:nvSpPr>
        <p:spPr>
          <a:xfrm flipH="1">
            <a:off x="7473344"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56"/>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111"/>
        <p:cNvGrpSpPr/>
        <p:nvPr/>
      </p:nvGrpSpPr>
      <p:grpSpPr>
        <a:xfrm>
          <a:off x="0" y="0"/>
          <a:ext cx="0" cy="0"/>
          <a:chOff x="0" y="0"/>
          <a:chExt cx="0" cy="0"/>
        </a:xfrm>
      </p:grpSpPr>
      <p:grpSp>
        <p:nvGrpSpPr>
          <p:cNvPr id="2112" name="Google Shape;2112;p57"/>
          <p:cNvGrpSpPr/>
          <p:nvPr/>
        </p:nvGrpSpPr>
        <p:grpSpPr>
          <a:xfrm>
            <a:off x="6647587" y="3567393"/>
            <a:ext cx="560636" cy="516497"/>
            <a:chOff x="6652051" y="3714143"/>
            <a:chExt cx="560636" cy="516497"/>
          </a:xfrm>
        </p:grpSpPr>
        <p:grpSp>
          <p:nvGrpSpPr>
            <p:cNvPr id="2113" name="Google Shape;2113;p57"/>
            <p:cNvGrpSpPr/>
            <p:nvPr/>
          </p:nvGrpSpPr>
          <p:grpSpPr>
            <a:xfrm>
              <a:off x="6669657" y="3716715"/>
              <a:ext cx="466768" cy="464314"/>
              <a:chOff x="3139766" y="765669"/>
              <a:chExt cx="886380" cy="881888"/>
            </a:xfrm>
          </p:grpSpPr>
          <p:grpSp>
            <p:nvGrpSpPr>
              <p:cNvPr id="2114" name="Google Shape;2114;p57"/>
              <p:cNvGrpSpPr/>
              <p:nvPr/>
            </p:nvGrpSpPr>
            <p:grpSpPr>
              <a:xfrm>
                <a:off x="3139766" y="765669"/>
                <a:ext cx="886380" cy="881888"/>
                <a:chOff x="3139766" y="765669"/>
                <a:chExt cx="886380" cy="881888"/>
              </a:xfrm>
            </p:grpSpPr>
            <p:sp>
              <p:nvSpPr>
                <p:cNvPr id="2115" name="Google Shape;2115;p57"/>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57"/>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57"/>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57"/>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57"/>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57"/>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57"/>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57"/>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57"/>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24" name="Google Shape;2124;p57"/>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57"/>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57"/>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57"/>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28" name="Google Shape;2128;p57"/>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9" name="Google Shape;2129;p57"/>
          <p:cNvGrpSpPr/>
          <p:nvPr/>
        </p:nvGrpSpPr>
        <p:grpSpPr>
          <a:xfrm>
            <a:off x="7646296" y="3047976"/>
            <a:ext cx="104231" cy="320340"/>
            <a:chOff x="7564426" y="3224343"/>
            <a:chExt cx="119985" cy="368801"/>
          </a:xfrm>
        </p:grpSpPr>
        <p:sp>
          <p:nvSpPr>
            <p:cNvPr id="2130" name="Google Shape;2130;p57"/>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57"/>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2" name="Google Shape;2132;p57"/>
          <p:cNvGrpSpPr/>
          <p:nvPr/>
        </p:nvGrpSpPr>
        <p:grpSpPr>
          <a:xfrm>
            <a:off x="7345785" y="3042077"/>
            <a:ext cx="189489" cy="332132"/>
            <a:chOff x="8370831" y="3202002"/>
            <a:chExt cx="218129" cy="382376"/>
          </a:xfrm>
        </p:grpSpPr>
        <p:sp>
          <p:nvSpPr>
            <p:cNvPr id="2133" name="Google Shape;2133;p57"/>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57"/>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5" name="Google Shape;2135;p57"/>
          <p:cNvGrpSpPr/>
          <p:nvPr/>
        </p:nvGrpSpPr>
        <p:grpSpPr>
          <a:xfrm>
            <a:off x="8069174" y="3453209"/>
            <a:ext cx="309429" cy="267000"/>
            <a:chOff x="6742064" y="3750480"/>
            <a:chExt cx="399315" cy="344560"/>
          </a:xfrm>
        </p:grpSpPr>
        <p:sp>
          <p:nvSpPr>
            <p:cNvPr id="2136" name="Google Shape;2136;p57"/>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57"/>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8" name="Google Shape;2138;p57"/>
          <p:cNvGrpSpPr/>
          <p:nvPr/>
        </p:nvGrpSpPr>
        <p:grpSpPr>
          <a:xfrm>
            <a:off x="7608193" y="3804257"/>
            <a:ext cx="180437" cy="281608"/>
            <a:chOff x="7248525" y="3739696"/>
            <a:chExt cx="230531" cy="359790"/>
          </a:xfrm>
        </p:grpSpPr>
        <p:sp>
          <p:nvSpPr>
            <p:cNvPr id="2139" name="Google Shape;2139;p57"/>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57"/>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1" name="Google Shape;2141;p57"/>
          <p:cNvGrpSpPr/>
          <p:nvPr/>
        </p:nvGrpSpPr>
        <p:grpSpPr>
          <a:xfrm>
            <a:off x="7854113" y="3447481"/>
            <a:ext cx="162896" cy="278710"/>
            <a:chOff x="7601242" y="3729267"/>
            <a:chExt cx="222566" cy="380803"/>
          </a:xfrm>
        </p:grpSpPr>
        <p:sp>
          <p:nvSpPr>
            <p:cNvPr id="2142" name="Google Shape;2142;p57"/>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57"/>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44" name="Google Shape;2144;p57"/>
          <p:cNvSpPr/>
          <p:nvPr/>
        </p:nvSpPr>
        <p:spPr>
          <a:xfrm>
            <a:off x="7820139" y="3059838"/>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45" name="Google Shape;2145;p57"/>
          <p:cNvGrpSpPr/>
          <p:nvPr/>
        </p:nvGrpSpPr>
        <p:grpSpPr>
          <a:xfrm>
            <a:off x="7343758" y="3448622"/>
            <a:ext cx="193543" cy="275990"/>
            <a:chOff x="8304647" y="3738687"/>
            <a:chExt cx="225076" cy="320956"/>
          </a:xfrm>
        </p:grpSpPr>
        <p:sp>
          <p:nvSpPr>
            <p:cNvPr id="2146" name="Google Shape;2146;p57"/>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57"/>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57"/>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9" name="Google Shape;2149;p57"/>
          <p:cNvGrpSpPr/>
          <p:nvPr/>
        </p:nvGrpSpPr>
        <p:grpSpPr>
          <a:xfrm>
            <a:off x="7616251" y="3448622"/>
            <a:ext cx="178492" cy="275990"/>
            <a:chOff x="8615101" y="3738687"/>
            <a:chExt cx="207573" cy="320956"/>
          </a:xfrm>
        </p:grpSpPr>
        <p:sp>
          <p:nvSpPr>
            <p:cNvPr id="2150" name="Google Shape;2150;p57"/>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57"/>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57"/>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3" name="Google Shape;2153;p57"/>
          <p:cNvSpPr/>
          <p:nvPr/>
        </p:nvSpPr>
        <p:spPr>
          <a:xfrm>
            <a:off x="8112690" y="3038505"/>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4" name="Google Shape;2154;p57"/>
          <p:cNvGrpSpPr/>
          <p:nvPr/>
        </p:nvGrpSpPr>
        <p:grpSpPr>
          <a:xfrm>
            <a:off x="7841782" y="3851282"/>
            <a:ext cx="187557" cy="187557"/>
            <a:chOff x="8565775" y="671075"/>
            <a:chExt cx="441000" cy="441000"/>
          </a:xfrm>
        </p:grpSpPr>
        <p:sp>
          <p:nvSpPr>
            <p:cNvPr id="2155" name="Google Shape;2155;p57"/>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57"/>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57" name="Google Shape;2157;p57"/>
          <p:cNvSpPr/>
          <p:nvPr/>
        </p:nvSpPr>
        <p:spPr>
          <a:xfrm>
            <a:off x="8127048" y="3847203"/>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57"/>
          <p:cNvSpPr/>
          <p:nvPr/>
        </p:nvSpPr>
        <p:spPr>
          <a:xfrm flipH="1">
            <a:off x="7351235" y="3813658"/>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59" name="Google Shape;2159;p57"/>
          <p:cNvGrpSpPr/>
          <p:nvPr/>
        </p:nvGrpSpPr>
        <p:grpSpPr>
          <a:xfrm>
            <a:off x="5996254" y="2923808"/>
            <a:ext cx="587865" cy="517731"/>
            <a:chOff x="6000718" y="3070557"/>
            <a:chExt cx="587865" cy="517731"/>
          </a:xfrm>
        </p:grpSpPr>
        <p:sp>
          <p:nvSpPr>
            <p:cNvPr id="2160" name="Google Shape;2160;p57"/>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7"/>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7"/>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7"/>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7"/>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7"/>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7"/>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7"/>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7"/>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7"/>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0" name="Google Shape;2170;p57"/>
          <p:cNvGrpSpPr/>
          <p:nvPr/>
        </p:nvGrpSpPr>
        <p:grpSpPr>
          <a:xfrm>
            <a:off x="6011059" y="3567468"/>
            <a:ext cx="557665" cy="516387"/>
            <a:chOff x="6015523" y="3714217"/>
            <a:chExt cx="557665" cy="516387"/>
          </a:xfrm>
        </p:grpSpPr>
        <p:grpSp>
          <p:nvGrpSpPr>
            <p:cNvPr id="2171" name="Google Shape;2171;p57"/>
            <p:cNvGrpSpPr/>
            <p:nvPr/>
          </p:nvGrpSpPr>
          <p:grpSpPr>
            <a:xfrm>
              <a:off x="6036094" y="3716980"/>
              <a:ext cx="529822" cy="510480"/>
              <a:chOff x="3148311" y="-545634"/>
              <a:chExt cx="1006118" cy="969572"/>
            </a:xfrm>
          </p:grpSpPr>
          <p:sp>
            <p:nvSpPr>
              <p:cNvPr id="2172" name="Google Shape;2172;p57"/>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7"/>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7"/>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7"/>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7"/>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7"/>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7"/>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7"/>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7"/>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7"/>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82" name="Google Shape;2182;p57"/>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3" name="Google Shape;2183;p57"/>
          <p:cNvGrpSpPr/>
          <p:nvPr/>
        </p:nvGrpSpPr>
        <p:grpSpPr>
          <a:xfrm>
            <a:off x="6639841" y="2926879"/>
            <a:ext cx="576302" cy="511871"/>
            <a:chOff x="6644304" y="3073628"/>
            <a:chExt cx="576302" cy="511871"/>
          </a:xfrm>
        </p:grpSpPr>
        <p:grpSp>
          <p:nvGrpSpPr>
            <p:cNvPr id="2184" name="Google Shape;2184;p57"/>
            <p:cNvGrpSpPr/>
            <p:nvPr/>
          </p:nvGrpSpPr>
          <p:grpSpPr>
            <a:xfrm>
              <a:off x="6712169" y="3073651"/>
              <a:ext cx="481611" cy="506713"/>
              <a:chOff x="1833536" y="-546641"/>
              <a:chExt cx="914567" cy="962419"/>
            </a:xfrm>
          </p:grpSpPr>
          <p:grpSp>
            <p:nvGrpSpPr>
              <p:cNvPr id="2185" name="Google Shape;2185;p57"/>
              <p:cNvGrpSpPr/>
              <p:nvPr/>
            </p:nvGrpSpPr>
            <p:grpSpPr>
              <a:xfrm>
                <a:off x="1833536" y="-524249"/>
                <a:ext cx="914567" cy="940027"/>
                <a:chOff x="1833536" y="-524249"/>
                <a:chExt cx="914567" cy="940027"/>
              </a:xfrm>
            </p:grpSpPr>
            <p:sp>
              <p:nvSpPr>
                <p:cNvPr id="2186" name="Google Shape;2186;p57"/>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7"/>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7"/>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7"/>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7"/>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91" name="Google Shape;2191;p57"/>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57"/>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7"/>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7"/>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95" name="Google Shape;2195;p57"/>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6" name="Google Shape;2196;p57"/>
          <p:cNvGrpSpPr/>
          <p:nvPr/>
        </p:nvGrpSpPr>
        <p:grpSpPr>
          <a:xfrm>
            <a:off x="719115" y="2852867"/>
            <a:ext cx="2622876" cy="1333540"/>
            <a:chOff x="238125" y="1038125"/>
            <a:chExt cx="7146800" cy="3633625"/>
          </a:xfrm>
        </p:grpSpPr>
        <p:sp>
          <p:nvSpPr>
            <p:cNvPr id="2197" name="Google Shape;2197;p57"/>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57"/>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7"/>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57"/>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57"/>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7"/>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7"/>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7"/>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7"/>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7"/>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57"/>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57"/>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7"/>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7"/>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7"/>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7"/>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7"/>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7"/>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57"/>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7"/>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7"/>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7"/>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57"/>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57"/>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7"/>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57"/>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57"/>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7"/>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57"/>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57"/>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7"/>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57"/>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57"/>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7"/>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57"/>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57"/>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7"/>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57"/>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57"/>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7"/>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57"/>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57"/>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7"/>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57"/>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57"/>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7"/>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7"/>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57"/>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57"/>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7"/>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7"/>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57"/>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57"/>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7"/>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7"/>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57"/>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57"/>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7"/>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7"/>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57"/>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57"/>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7"/>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57"/>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7"/>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7"/>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7"/>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7"/>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7"/>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57"/>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57"/>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7"/>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57"/>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57"/>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7"/>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57"/>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57"/>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7"/>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57"/>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7"/>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7"/>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57"/>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57"/>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7"/>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7"/>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7"/>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7"/>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7"/>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7"/>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7"/>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7"/>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57"/>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57"/>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7"/>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57"/>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57"/>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7"/>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7"/>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7"/>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7"/>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7"/>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7"/>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7"/>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7"/>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7"/>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7"/>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7"/>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7"/>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7"/>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7"/>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7"/>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7"/>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7"/>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7"/>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7"/>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57"/>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57"/>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7"/>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7"/>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7"/>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7"/>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7"/>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7"/>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7"/>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7"/>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7"/>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7"/>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7"/>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7"/>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7"/>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7"/>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7"/>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7"/>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7"/>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7"/>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7"/>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7"/>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7"/>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7"/>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7"/>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7"/>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7"/>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7"/>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7"/>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7"/>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7"/>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7"/>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7"/>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7"/>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7"/>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7"/>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7"/>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7"/>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7"/>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7"/>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7"/>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7"/>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7"/>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7"/>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7"/>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7"/>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7"/>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7"/>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7"/>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7"/>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7"/>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7"/>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7"/>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7"/>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7"/>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7"/>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7"/>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7"/>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7"/>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7"/>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7"/>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7"/>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7"/>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7"/>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7"/>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7"/>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7"/>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7"/>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7"/>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7"/>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7"/>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7"/>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7"/>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7"/>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7"/>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7"/>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7"/>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7"/>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7"/>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57"/>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57"/>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7"/>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7"/>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7"/>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7"/>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7"/>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7"/>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7"/>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7"/>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57"/>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7"/>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7"/>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7"/>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7"/>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7"/>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57"/>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7"/>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7"/>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7"/>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7"/>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7"/>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7"/>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7"/>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7"/>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7"/>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7"/>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7"/>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7"/>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7"/>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7"/>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57"/>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57"/>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7"/>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7"/>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57"/>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57"/>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7"/>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7"/>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7"/>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7"/>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7"/>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57"/>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7"/>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7"/>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7"/>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7"/>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7"/>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7"/>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7"/>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7"/>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7"/>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7"/>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7"/>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7"/>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7"/>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7"/>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57"/>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7"/>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7"/>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7"/>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7"/>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7"/>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7"/>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7"/>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7"/>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7"/>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57"/>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7"/>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7"/>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7"/>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7"/>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7"/>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7"/>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7"/>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7"/>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7"/>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7"/>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7"/>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7"/>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7"/>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7"/>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7"/>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7"/>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7"/>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7"/>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7"/>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7"/>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7"/>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7"/>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7"/>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7"/>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7"/>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7"/>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7"/>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7"/>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7"/>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7"/>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7"/>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7"/>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7"/>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7"/>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7"/>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7"/>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7"/>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7"/>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7"/>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7"/>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7"/>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57"/>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7"/>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7"/>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57"/>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57"/>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7"/>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7"/>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7"/>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7"/>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7"/>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7"/>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7"/>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7"/>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57"/>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57"/>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7"/>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7"/>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7"/>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7"/>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7"/>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7"/>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7"/>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7"/>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7"/>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7"/>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7"/>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7"/>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7"/>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7"/>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7"/>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7"/>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7"/>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7"/>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7"/>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7"/>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7"/>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7"/>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57"/>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57"/>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7"/>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7"/>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7"/>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7"/>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7"/>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7"/>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7"/>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7"/>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7"/>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7"/>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7"/>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7"/>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7"/>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7"/>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7"/>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7"/>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7"/>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7"/>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7"/>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7"/>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7"/>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7"/>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7"/>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7"/>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7"/>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7"/>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7"/>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7"/>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7"/>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7"/>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7"/>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7"/>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7"/>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7"/>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7"/>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7"/>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7"/>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7"/>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7"/>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7"/>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7"/>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7"/>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7"/>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7"/>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7"/>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7"/>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7"/>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7"/>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7"/>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7"/>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7"/>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7"/>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7"/>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7"/>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7"/>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7"/>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7"/>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7"/>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7"/>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7"/>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7"/>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7"/>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7"/>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7"/>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7"/>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7"/>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7"/>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7"/>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7"/>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7"/>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7"/>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7"/>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7"/>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7"/>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7"/>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7"/>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7"/>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7"/>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7"/>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7"/>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7"/>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7"/>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7"/>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7"/>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7"/>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7"/>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7"/>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7"/>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7"/>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7"/>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7"/>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7"/>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7"/>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7"/>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7"/>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7"/>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7"/>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7"/>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7"/>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57"/>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57"/>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7"/>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7"/>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7"/>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7"/>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57"/>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57"/>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7"/>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7"/>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57"/>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7"/>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7"/>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7"/>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7"/>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7"/>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7"/>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7"/>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7"/>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57"/>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7"/>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7"/>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7"/>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57"/>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7"/>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7"/>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7"/>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7"/>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7"/>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7"/>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7"/>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7"/>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7"/>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7"/>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7"/>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7"/>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7"/>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7"/>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7"/>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7"/>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7"/>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7"/>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7"/>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7"/>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7"/>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7"/>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7"/>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7"/>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7"/>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7"/>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7"/>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7"/>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7"/>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7"/>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7"/>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7"/>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7"/>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7"/>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7"/>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7"/>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7"/>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7"/>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7"/>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7"/>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7"/>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7"/>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7"/>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7"/>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7"/>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7"/>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7"/>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7"/>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7"/>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7"/>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7"/>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7"/>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7"/>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7"/>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57"/>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57"/>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7"/>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57"/>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7"/>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7"/>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7"/>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7"/>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7"/>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7"/>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7"/>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7"/>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57"/>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7"/>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7"/>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7"/>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7"/>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7"/>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7"/>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7"/>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7"/>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7"/>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57"/>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7"/>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7"/>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7"/>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7"/>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7"/>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7"/>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7"/>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7"/>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7"/>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7"/>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7"/>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7"/>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7"/>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7"/>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7"/>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7"/>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7"/>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7"/>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7"/>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7"/>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7"/>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7"/>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7"/>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7"/>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7"/>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7"/>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7"/>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7"/>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7"/>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7"/>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7"/>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7"/>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7"/>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7"/>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7"/>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7"/>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7"/>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7"/>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7"/>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7"/>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7"/>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7"/>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7"/>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7"/>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7"/>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7"/>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7"/>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7"/>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7"/>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7"/>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7"/>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7"/>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7"/>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7"/>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7"/>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7"/>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7"/>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7"/>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7"/>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7"/>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7"/>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7"/>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7"/>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7"/>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7"/>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7"/>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7"/>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7"/>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7"/>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7"/>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7"/>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7"/>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7"/>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7"/>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7"/>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7"/>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7"/>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7"/>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7"/>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7"/>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7"/>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7"/>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7"/>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7"/>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7"/>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7"/>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7"/>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7"/>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7"/>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7"/>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7"/>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7"/>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7"/>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7"/>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7"/>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7"/>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7"/>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7"/>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7"/>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7"/>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7"/>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7"/>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7"/>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7"/>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7"/>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7"/>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7"/>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7"/>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7"/>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7"/>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7"/>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7"/>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7"/>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7"/>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7"/>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7"/>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7"/>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7"/>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7"/>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7"/>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7"/>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7"/>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7"/>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7"/>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7"/>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7"/>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7"/>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7"/>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7"/>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7"/>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7"/>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7"/>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7"/>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7"/>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7"/>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7"/>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7"/>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7"/>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7"/>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7"/>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7"/>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7"/>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7"/>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7"/>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7"/>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7"/>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7"/>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7"/>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7"/>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7"/>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7"/>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7"/>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7"/>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7"/>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7"/>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7"/>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7"/>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7"/>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7"/>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7"/>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7"/>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7"/>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7"/>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7"/>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7"/>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7"/>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7"/>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7"/>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7"/>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7"/>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7"/>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7"/>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7"/>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7"/>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7"/>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7"/>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7"/>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7"/>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7"/>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7"/>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7"/>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7"/>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7"/>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7"/>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7"/>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7"/>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7"/>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7"/>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7"/>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7"/>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7"/>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7"/>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7"/>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7"/>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7"/>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7"/>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7"/>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7"/>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7"/>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7"/>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7"/>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7"/>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7"/>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7"/>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7"/>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7"/>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7"/>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7"/>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7"/>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7"/>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7"/>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7"/>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7"/>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7"/>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7"/>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7"/>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7"/>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7"/>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7"/>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7"/>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7"/>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7"/>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7"/>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7"/>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7"/>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7"/>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7"/>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7"/>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7"/>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7"/>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7"/>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7"/>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7"/>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7"/>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7"/>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7"/>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7"/>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7"/>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7"/>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7"/>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7"/>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7"/>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7"/>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7"/>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7"/>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7"/>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7"/>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7"/>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7"/>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7"/>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7"/>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7"/>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7"/>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7"/>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7"/>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7"/>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7"/>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7"/>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7"/>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7"/>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7"/>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7"/>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7"/>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7"/>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7"/>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7"/>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7"/>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7"/>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7"/>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7"/>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7"/>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7"/>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7"/>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7"/>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7"/>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7"/>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7"/>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7"/>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7"/>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7"/>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7"/>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7"/>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7"/>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7"/>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7"/>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7"/>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7"/>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7"/>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7"/>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7"/>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7"/>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7"/>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7"/>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7"/>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7"/>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7"/>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7"/>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7"/>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7"/>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7"/>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7"/>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7"/>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7"/>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7"/>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7"/>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7"/>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7"/>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7"/>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7"/>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7"/>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7"/>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7"/>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7"/>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7"/>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7"/>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7"/>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7"/>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7"/>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7"/>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7"/>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7"/>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7"/>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7"/>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7"/>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7"/>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7"/>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7"/>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7"/>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7"/>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7"/>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7"/>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7"/>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7"/>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7"/>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7"/>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7"/>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7"/>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7"/>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7"/>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7"/>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7"/>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7"/>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7"/>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7"/>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7"/>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7"/>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7"/>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7"/>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7"/>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7"/>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7"/>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7"/>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7"/>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7"/>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7"/>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7"/>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7"/>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7"/>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7"/>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7"/>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7"/>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7"/>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7"/>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7"/>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7"/>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7"/>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7"/>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7"/>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7"/>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7"/>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7"/>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7"/>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7"/>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7"/>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7"/>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7"/>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7"/>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7"/>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7"/>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7"/>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7"/>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7"/>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7"/>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7"/>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7"/>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7"/>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7"/>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7"/>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7"/>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7"/>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7"/>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7"/>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7"/>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7"/>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7"/>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7"/>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7"/>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7"/>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7"/>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7"/>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7"/>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7"/>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7"/>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7"/>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7"/>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7"/>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7"/>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7"/>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7"/>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7"/>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7"/>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7"/>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7"/>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7"/>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7"/>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7"/>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7"/>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7"/>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7"/>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7"/>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7"/>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7"/>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7"/>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7"/>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7"/>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7"/>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7"/>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7"/>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7"/>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7"/>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7"/>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7"/>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7"/>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7"/>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7"/>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7"/>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7"/>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7"/>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7"/>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7"/>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7"/>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7"/>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7"/>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7"/>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7"/>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7"/>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7"/>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7"/>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7"/>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7"/>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7"/>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7"/>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7"/>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7"/>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7"/>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7"/>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7"/>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7"/>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7"/>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7"/>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7"/>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7"/>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7"/>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7"/>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7"/>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7"/>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7"/>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7"/>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7"/>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7"/>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7"/>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7"/>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7"/>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7"/>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7"/>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7"/>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7"/>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7"/>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7"/>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7"/>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7"/>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7"/>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7"/>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7"/>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7"/>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7"/>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7"/>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7"/>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7"/>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7"/>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7"/>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7"/>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7"/>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7"/>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7"/>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7"/>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7"/>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7"/>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7"/>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7"/>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7"/>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7"/>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7"/>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7"/>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7"/>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7"/>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7"/>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7"/>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7"/>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7"/>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7"/>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7"/>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7"/>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7"/>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7"/>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7"/>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7"/>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7"/>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7"/>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7"/>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7"/>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7"/>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7"/>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7"/>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7"/>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7"/>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7"/>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7"/>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7"/>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7"/>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7"/>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7"/>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7"/>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7"/>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7"/>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7"/>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7"/>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7"/>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7"/>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7"/>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7"/>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7"/>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7"/>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7"/>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7"/>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7"/>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7"/>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7"/>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7"/>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7"/>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7"/>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7"/>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7"/>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7"/>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7"/>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7"/>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7"/>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7"/>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7"/>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7"/>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7"/>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7"/>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7"/>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7"/>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7"/>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7"/>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7"/>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7"/>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7"/>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7"/>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7"/>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7"/>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7"/>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7"/>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7"/>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7"/>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7"/>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7"/>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7"/>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7"/>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7"/>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7"/>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7"/>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7"/>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7"/>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7"/>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7"/>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7"/>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7"/>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7"/>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7"/>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7"/>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7"/>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7"/>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7"/>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7"/>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7"/>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7"/>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7"/>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7"/>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7"/>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7"/>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7"/>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7"/>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7"/>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7"/>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7"/>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7"/>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7"/>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7"/>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7"/>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7"/>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7"/>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7"/>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7"/>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7"/>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7"/>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7"/>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7"/>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7"/>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7"/>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7"/>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7"/>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7"/>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7"/>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7"/>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7"/>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7"/>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7"/>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7"/>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7"/>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7"/>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7"/>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7"/>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7"/>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7"/>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7"/>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7"/>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7"/>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7"/>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7"/>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7"/>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7"/>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7"/>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7"/>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7"/>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7"/>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7"/>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7"/>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7"/>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7"/>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7"/>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7"/>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7"/>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7"/>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7"/>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7"/>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7"/>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7"/>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7"/>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7"/>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7"/>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7"/>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7"/>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7"/>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7"/>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7"/>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7"/>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7"/>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7"/>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7"/>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7"/>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7"/>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7"/>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7"/>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7"/>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7"/>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7"/>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7"/>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7"/>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7"/>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7"/>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7"/>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7"/>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7"/>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7"/>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7"/>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7"/>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7"/>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7"/>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7"/>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7"/>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7"/>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7"/>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7"/>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7"/>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7"/>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7"/>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7"/>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7"/>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7"/>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7"/>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7"/>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7"/>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7"/>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7"/>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7"/>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7"/>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7"/>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7"/>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7"/>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7"/>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7"/>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7"/>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7"/>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7"/>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7"/>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7"/>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7"/>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7"/>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7"/>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7"/>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7"/>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7"/>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7"/>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7"/>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7"/>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7"/>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7"/>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7"/>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7"/>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7"/>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7"/>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7"/>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7"/>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7"/>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7"/>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7"/>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7"/>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7"/>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7"/>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7"/>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7"/>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7"/>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7"/>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7"/>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7"/>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7"/>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7"/>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7"/>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7"/>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7"/>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7"/>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7"/>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7"/>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7"/>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7"/>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7"/>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7"/>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7"/>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7"/>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7"/>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7"/>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7"/>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7"/>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7"/>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7"/>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7"/>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7"/>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7"/>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7"/>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7"/>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7"/>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7"/>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7"/>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7"/>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7"/>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7"/>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7"/>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7"/>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7"/>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7"/>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7"/>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7"/>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7"/>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7"/>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7"/>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7"/>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7"/>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7"/>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7"/>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7"/>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7"/>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7"/>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7"/>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7"/>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7"/>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7"/>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7"/>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7"/>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7"/>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7"/>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7"/>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7"/>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7"/>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7"/>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7"/>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7"/>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7"/>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7"/>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7"/>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7"/>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7"/>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7"/>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7"/>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7"/>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7"/>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7"/>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7"/>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7"/>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7"/>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7"/>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7"/>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7"/>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7"/>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7"/>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7"/>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7"/>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7"/>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7"/>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7"/>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7"/>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7"/>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7"/>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7"/>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7"/>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7"/>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7"/>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7"/>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7"/>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7"/>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7"/>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7"/>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7"/>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7"/>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7"/>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7"/>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7"/>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7"/>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7"/>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7"/>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7"/>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7"/>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7"/>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7"/>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7"/>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7"/>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7"/>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7"/>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7"/>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7"/>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7"/>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7"/>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7"/>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7"/>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7"/>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7"/>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7"/>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7"/>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7"/>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7"/>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7"/>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7"/>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7"/>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7"/>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7"/>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7"/>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7"/>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7"/>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7"/>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7"/>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7"/>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7"/>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7"/>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7"/>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7"/>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7"/>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7"/>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7"/>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7"/>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7"/>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7"/>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7"/>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7"/>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7"/>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7"/>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7"/>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7"/>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7"/>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7"/>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7"/>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7"/>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7"/>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7"/>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7"/>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7"/>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7"/>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7"/>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7"/>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7"/>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7"/>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7"/>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7"/>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7"/>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7"/>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7"/>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7"/>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7"/>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7"/>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7"/>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7"/>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7"/>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7"/>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7"/>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7"/>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7"/>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7"/>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7"/>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7"/>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7"/>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7"/>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7"/>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7"/>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7"/>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7"/>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7"/>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7"/>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7"/>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7"/>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7"/>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7"/>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7"/>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7"/>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7"/>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7"/>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7"/>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7"/>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7"/>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7"/>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7"/>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7"/>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7"/>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7"/>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7"/>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7"/>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7"/>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7"/>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7"/>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7"/>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7"/>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7"/>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7"/>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7"/>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7"/>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7"/>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7"/>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7"/>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7"/>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7"/>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7"/>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7"/>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7"/>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7"/>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7"/>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7"/>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7"/>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7"/>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7"/>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7"/>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7"/>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7"/>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7"/>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7"/>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7"/>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7"/>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7"/>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7"/>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7"/>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7"/>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7"/>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7"/>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7"/>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7"/>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7"/>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7"/>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7"/>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7"/>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7"/>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7"/>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7"/>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7"/>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7"/>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7"/>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7"/>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7"/>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7"/>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7"/>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7"/>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7"/>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7"/>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7"/>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7"/>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7"/>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7"/>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7"/>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7"/>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7"/>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7"/>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7"/>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7"/>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7"/>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7"/>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7"/>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7"/>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7"/>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7"/>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7"/>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7"/>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7"/>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7"/>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7"/>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769" name="Google Shape;3769;p57"/>
          <p:cNvGrpSpPr/>
          <p:nvPr/>
        </p:nvGrpSpPr>
        <p:grpSpPr>
          <a:xfrm>
            <a:off x="5904877" y="1016248"/>
            <a:ext cx="2435960" cy="1297725"/>
            <a:chOff x="233350" y="949250"/>
            <a:chExt cx="7137300" cy="3802300"/>
          </a:xfrm>
        </p:grpSpPr>
        <p:sp>
          <p:nvSpPr>
            <p:cNvPr id="3770" name="Google Shape;3770;p57"/>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7"/>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7"/>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7"/>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7"/>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7"/>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7"/>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7"/>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7"/>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7"/>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7"/>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7"/>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7"/>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7"/>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7"/>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7"/>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7"/>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7"/>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7"/>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7"/>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7"/>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7"/>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7"/>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7"/>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7"/>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7"/>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7"/>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7"/>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7"/>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7"/>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7"/>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7"/>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7"/>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7"/>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7"/>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7"/>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7"/>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7"/>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7"/>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7"/>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7"/>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7"/>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7"/>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7"/>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7"/>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7"/>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7"/>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7"/>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7"/>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7"/>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7"/>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21" name="Google Shape;3821;p57"/>
          <p:cNvGrpSpPr/>
          <p:nvPr/>
        </p:nvGrpSpPr>
        <p:grpSpPr>
          <a:xfrm>
            <a:off x="698034" y="977939"/>
            <a:ext cx="2665073" cy="1317140"/>
            <a:chOff x="793334" y="1192826"/>
            <a:chExt cx="2665073" cy="1317140"/>
          </a:xfrm>
        </p:grpSpPr>
        <p:sp>
          <p:nvSpPr>
            <p:cNvPr id="3822" name="Google Shape;3822;p57"/>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7"/>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7"/>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7"/>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7"/>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7"/>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7"/>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7"/>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7"/>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7"/>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7"/>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7"/>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7"/>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7"/>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7"/>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7"/>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7"/>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7"/>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7"/>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7"/>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7"/>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7"/>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7"/>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7"/>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7"/>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7"/>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7"/>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7"/>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7"/>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7"/>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7"/>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7"/>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7"/>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7"/>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7"/>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7"/>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7"/>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7"/>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7"/>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7"/>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7"/>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7"/>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7"/>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7"/>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7"/>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7"/>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7"/>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7"/>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7"/>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7"/>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7"/>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7"/>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7"/>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7"/>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7"/>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7"/>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7"/>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7"/>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7"/>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7"/>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7"/>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7"/>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7"/>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7"/>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7"/>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7"/>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7"/>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7"/>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7"/>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7"/>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7"/>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7"/>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7"/>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7"/>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7"/>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7"/>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7"/>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7"/>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7"/>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7"/>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7"/>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7"/>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7"/>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7"/>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7"/>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7"/>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7"/>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7"/>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7"/>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7"/>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7"/>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7"/>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7"/>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7"/>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7"/>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7"/>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7"/>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7"/>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7"/>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7"/>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7"/>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7"/>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7"/>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7"/>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7"/>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7"/>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7"/>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7"/>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7"/>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7"/>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7"/>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7"/>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7"/>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7"/>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7"/>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7"/>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7"/>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7"/>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7"/>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7"/>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7"/>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7"/>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7"/>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7"/>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7"/>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7"/>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7"/>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7"/>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7"/>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7"/>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7"/>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7"/>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7"/>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7"/>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7"/>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7"/>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7"/>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7"/>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7"/>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7"/>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7"/>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7"/>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7"/>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7"/>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7"/>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7"/>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7"/>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7"/>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7"/>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7"/>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7"/>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7"/>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7"/>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7"/>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7"/>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7"/>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7"/>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7"/>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7"/>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7"/>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7"/>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7"/>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7"/>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7"/>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7"/>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7"/>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7"/>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7"/>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7"/>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7"/>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7"/>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7"/>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7"/>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7"/>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7"/>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7"/>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7"/>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7"/>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7"/>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7"/>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7"/>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7"/>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7"/>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7"/>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7"/>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7"/>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7"/>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7"/>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7"/>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7"/>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7"/>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7"/>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7"/>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7"/>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7"/>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7"/>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7"/>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7"/>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7"/>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7"/>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7"/>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7"/>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7"/>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7"/>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7"/>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7"/>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7"/>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7"/>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7"/>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7"/>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7"/>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7"/>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7"/>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7"/>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7"/>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7"/>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7"/>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7"/>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7"/>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7"/>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7"/>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7"/>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7"/>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7"/>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7"/>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7"/>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7"/>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7"/>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7"/>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7"/>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7"/>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7"/>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7"/>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7"/>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7"/>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7"/>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7"/>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7"/>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7"/>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7"/>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7"/>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7"/>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7"/>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7"/>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7"/>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7"/>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7"/>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7"/>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7"/>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7"/>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7"/>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7"/>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7"/>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7"/>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7"/>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7"/>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7"/>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7"/>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7"/>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7"/>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7"/>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7"/>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7"/>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7"/>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7"/>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7"/>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7"/>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7"/>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7"/>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7"/>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7"/>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7"/>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7"/>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7"/>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7"/>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7"/>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7"/>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7"/>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7"/>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7"/>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7"/>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7"/>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7"/>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7"/>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7"/>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7"/>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7"/>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7"/>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7"/>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7"/>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7"/>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7"/>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7"/>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7"/>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7"/>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7"/>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7"/>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7"/>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7"/>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7"/>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7"/>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7"/>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7"/>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7"/>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7"/>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7"/>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7"/>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7"/>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7"/>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7"/>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7"/>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7"/>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7"/>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7"/>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7"/>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7"/>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7"/>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7"/>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7"/>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7"/>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7"/>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7"/>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7"/>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7"/>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7"/>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7"/>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7"/>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7"/>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7"/>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7"/>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7"/>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7"/>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7"/>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7"/>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7"/>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7"/>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7"/>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7"/>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7"/>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7"/>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7"/>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7"/>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7"/>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7"/>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7"/>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7"/>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7"/>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7"/>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7"/>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7"/>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7"/>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7"/>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7"/>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7"/>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7"/>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7"/>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7"/>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7"/>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7"/>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7"/>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7"/>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7"/>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7"/>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7"/>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7"/>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7"/>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7"/>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7"/>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7"/>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7"/>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7"/>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7"/>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7"/>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7"/>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7"/>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7"/>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7"/>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7"/>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7"/>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7"/>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7"/>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7"/>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7"/>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7"/>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7"/>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7"/>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7"/>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7"/>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7"/>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7"/>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7"/>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7"/>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7"/>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7"/>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7"/>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7"/>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7"/>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7"/>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7"/>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7"/>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7"/>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7"/>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7"/>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7"/>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7"/>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7"/>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7"/>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7"/>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7"/>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7"/>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7"/>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7"/>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7"/>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7"/>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7"/>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7"/>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7"/>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7"/>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7"/>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7"/>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7"/>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7"/>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7"/>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7"/>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7"/>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7"/>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7"/>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7"/>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7"/>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7"/>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7"/>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7"/>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7"/>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7"/>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7"/>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7"/>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7"/>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7"/>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7"/>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7"/>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7"/>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7"/>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7"/>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7"/>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7"/>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7"/>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7"/>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7"/>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7"/>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7"/>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7"/>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7"/>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7"/>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7"/>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7"/>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7"/>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7"/>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7"/>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7"/>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7"/>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7"/>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7"/>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7"/>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7"/>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7"/>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7"/>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7"/>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7"/>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7"/>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7"/>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7"/>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7"/>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7"/>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7"/>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7"/>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7"/>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7"/>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7"/>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7"/>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7"/>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7"/>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7"/>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7"/>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7"/>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7"/>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7"/>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7"/>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7"/>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7"/>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7"/>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7"/>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7"/>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7"/>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7"/>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7"/>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7"/>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7"/>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7"/>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7"/>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7"/>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7"/>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7"/>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7"/>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7"/>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7"/>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7"/>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7"/>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7"/>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7"/>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7"/>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7"/>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7"/>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7"/>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7"/>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7"/>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7"/>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7"/>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7"/>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7"/>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7"/>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7"/>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7"/>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7"/>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7"/>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7"/>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7"/>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7"/>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7"/>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7"/>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7"/>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7"/>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7"/>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7"/>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7"/>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7"/>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7"/>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7"/>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7"/>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7"/>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7"/>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7"/>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7"/>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7"/>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7"/>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7"/>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7"/>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7"/>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7"/>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7"/>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7"/>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7"/>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7"/>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7"/>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7"/>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7"/>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7"/>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7"/>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7"/>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7"/>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7"/>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7"/>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7"/>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7"/>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7"/>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7"/>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7"/>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7"/>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7"/>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7"/>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7"/>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7"/>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7"/>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7"/>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7"/>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7"/>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7"/>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7"/>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7"/>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7"/>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7"/>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7"/>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7"/>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7"/>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7"/>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7"/>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7"/>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7"/>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7"/>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7"/>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7"/>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7"/>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7"/>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7"/>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7"/>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7"/>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7"/>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7"/>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7"/>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7"/>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7"/>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7"/>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7"/>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7"/>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7"/>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7"/>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7"/>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7"/>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7"/>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7"/>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7"/>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7"/>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7"/>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7"/>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7"/>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7"/>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7"/>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7"/>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7"/>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7"/>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7"/>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7"/>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7"/>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7"/>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7"/>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7"/>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7"/>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7"/>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7"/>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7"/>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7"/>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7"/>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7"/>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7"/>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7"/>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7"/>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7"/>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7"/>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7"/>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7"/>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7"/>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7"/>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7"/>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7"/>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7"/>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7"/>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7"/>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7"/>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7"/>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7"/>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7"/>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7"/>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7"/>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7"/>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7"/>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7"/>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7"/>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7"/>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7"/>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7"/>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7"/>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7"/>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7"/>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7"/>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7"/>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7"/>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7"/>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7"/>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7"/>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7"/>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7"/>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7"/>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7"/>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7"/>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7"/>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7"/>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7"/>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7"/>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7"/>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7"/>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7"/>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7"/>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7"/>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7"/>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7"/>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7"/>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7"/>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7"/>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7"/>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7"/>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7"/>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7"/>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7"/>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7"/>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7"/>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7"/>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7"/>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7"/>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7"/>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7"/>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7"/>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7"/>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7"/>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7"/>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7"/>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7"/>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7"/>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7"/>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7"/>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7"/>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7"/>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7"/>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7"/>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7"/>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7"/>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7"/>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7"/>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7"/>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7"/>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7"/>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7"/>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7"/>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7"/>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7"/>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7"/>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7"/>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7"/>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7"/>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7"/>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57"/>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57"/>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7"/>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7"/>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7"/>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7"/>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7"/>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7"/>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7"/>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7"/>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7"/>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7"/>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7"/>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7"/>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7"/>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7"/>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7"/>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7"/>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7"/>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7"/>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7"/>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7"/>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7"/>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7"/>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7"/>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7"/>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7"/>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7"/>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7"/>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7"/>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7"/>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7"/>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7"/>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7"/>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7"/>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7"/>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7"/>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7"/>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7"/>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7"/>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7"/>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7"/>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7"/>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7"/>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7"/>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7"/>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7"/>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7"/>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7"/>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7"/>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7"/>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7"/>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57"/>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7"/>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7"/>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57"/>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57"/>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7"/>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7"/>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7"/>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7"/>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57"/>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57"/>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7"/>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7"/>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57"/>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7"/>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7"/>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57"/>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57"/>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7"/>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7"/>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7"/>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57"/>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7"/>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7"/>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57"/>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57"/>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7"/>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57"/>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57"/>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7"/>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7"/>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7"/>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7"/>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7"/>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7"/>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7"/>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7"/>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7"/>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57"/>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57"/>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57"/>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7"/>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7"/>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7"/>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7"/>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7"/>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57"/>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7"/>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7"/>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57"/>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7"/>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57"/>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57"/>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57"/>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7"/>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7"/>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7"/>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7"/>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7"/>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7"/>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7"/>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7"/>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7"/>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7"/>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7"/>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7"/>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57"/>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57"/>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7"/>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57"/>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7"/>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57"/>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7"/>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57"/>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57"/>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7"/>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7"/>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7"/>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7"/>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7"/>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7"/>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7"/>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57"/>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7"/>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7"/>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7"/>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7"/>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7"/>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7"/>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7"/>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7"/>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7"/>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7"/>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7"/>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7"/>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7"/>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7"/>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7"/>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7"/>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7"/>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7"/>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7"/>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7"/>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7"/>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7"/>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7"/>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7"/>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7"/>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7"/>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7"/>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7"/>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7"/>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7"/>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7"/>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7"/>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7"/>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7"/>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7"/>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7"/>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7"/>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7"/>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7"/>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7"/>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7"/>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7"/>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7"/>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7"/>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7"/>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7"/>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7"/>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7"/>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7"/>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7"/>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7"/>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7"/>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7"/>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7"/>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7"/>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7"/>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7"/>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7"/>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7"/>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7"/>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7"/>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7"/>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7"/>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7"/>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7"/>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7"/>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7"/>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7"/>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7"/>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7"/>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7"/>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7"/>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7"/>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7"/>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7"/>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7"/>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7"/>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7"/>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7"/>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7"/>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7"/>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7"/>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7"/>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7"/>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7"/>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7"/>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7"/>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7"/>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7"/>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7"/>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7"/>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7"/>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7"/>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7"/>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7"/>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7"/>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7"/>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7"/>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7"/>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7"/>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7"/>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7"/>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7"/>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7"/>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7"/>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7"/>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7"/>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7"/>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7"/>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7"/>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7"/>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7"/>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7"/>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7"/>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7"/>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7"/>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7"/>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57"/>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7"/>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7"/>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7"/>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7"/>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7"/>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7"/>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7"/>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7"/>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7"/>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7"/>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7"/>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7"/>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7"/>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7"/>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7"/>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7"/>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7"/>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7"/>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7"/>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7"/>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7"/>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7"/>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7"/>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7"/>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7"/>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7"/>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7"/>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7"/>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7"/>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7"/>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7"/>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7"/>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7"/>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7"/>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7"/>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7"/>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7"/>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7"/>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7"/>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7"/>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7"/>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7"/>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7"/>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7"/>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7"/>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7"/>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7"/>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7"/>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7"/>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7"/>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7"/>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7"/>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7"/>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7"/>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7"/>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7"/>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7"/>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7"/>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7"/>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7"/>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7"/>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7"/>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7"/>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7"/>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7"/>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7"/>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7"/>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7"/>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7"/>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7"/>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7"/>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7"/>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7"/>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7"/>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7"/>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7"/>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7"/>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7"/>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7"/>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7"/>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7"/>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7"/>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7"/>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7"/>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7"/>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7"/>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7"/>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7"/>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7"/>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7"/>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7"/>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7"/>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7"/>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7"/>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7"/>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7"/>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7"/>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7"/>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7"/>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7"/>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7"/>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7"/>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7"/>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7"/>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7"/>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7"/>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7"/>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7"/>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7"/>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7"/>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7"/>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7"/>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7"/>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57"/>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57"/>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57"/>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57"/>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57"/>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57"/>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57"/>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57"/>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57"/>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57"/>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57"/>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57"/>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57"/>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57"/>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57"/>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57"/>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57"/>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7"/>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57"/>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57"/>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57"/>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57"/>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57"/>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7"/>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57"/>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57"/>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57"/>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57"/>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57"/>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7"/>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7"/>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7"/>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7"/>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7"/>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57"/>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57"/>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57"/>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57"/>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57"/>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57"/>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57"/>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57"/>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57"/>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57"/>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57"/>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57"/>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57"/>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57"/>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57"/>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57"/>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57"/>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7"/>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57"/>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57"/>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57"/>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57"/>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57"/>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57"/>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57"/>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57"/>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57"/>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57"/>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57"/>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57"/>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57"/>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57"/>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57"/>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57"/>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57"/>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57"/>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57"/>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57"/>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7"/>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57"/>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57"/>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7"/>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57"/>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57"/>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7"/>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7"/>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57"/>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57"/>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7"/>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7"/>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57"/>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57"/>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7"/>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57"/>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57"/>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57"/>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57"/>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57"/>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57"/>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57"/>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57"/>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7"/>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57"/>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57"/>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57"/>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7"/>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7"/>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7"/>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7"/>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57"/>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57"/>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57"/>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7"/>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7"/>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57"/>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57"/>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7"/>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7"/>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57"/>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57"/>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7"/>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7"/>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7"/>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57"/>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7"/>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7"/>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57"/>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57"/>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57"/>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7"/>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7"/>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7"/>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7"/>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57"/>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7"/>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7"/>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7"/>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7"/>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57"/>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57"/>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7"/>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7"/>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7"/>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7"/>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7"/>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7"/>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7"/>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7"/>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7"/>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57"/>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57"/>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7"/>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7"/>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7"/>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7"/>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7"/>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7"/>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7"/>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7"/>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7"/>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7"/>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7"/>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7"/>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7"/>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7"/>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7"/>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57"/>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57"/>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7"/>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7"/>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7"/>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7"/>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7"/>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57"/>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57"/>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7"/>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7"/>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57"/>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57"/>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7"/>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7"/>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57"/>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7"/>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7"/>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7"/>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7"/>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7"/>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7"/>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7"/>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7"/>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7"/>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57"/>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57"/>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57"/>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57"/>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57"/>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57"/>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57"/>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57"/>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57"/>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7"/>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7"/>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7"/>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7"/>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7"/>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57"/>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57"/>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57"/>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57"/>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57"/>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57"/>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57"/>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57"/>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57"/>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57"/>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57"/>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57"/>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57"/>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57"/>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57"/>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57"/>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7"/>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7"/>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7"/>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7"/>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57"/>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57"/>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7"/>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7"/>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7"/>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7"/>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57"/>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57"/>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57"/>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57"/>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57"/>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57"/>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57"/>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57"/>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57"/>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57"/>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57"/>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57"/>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57"/>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57"/>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57"/>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57"/>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57"/>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7"/>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57"/>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57"/>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57"/>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57"/>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7"/>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57"/>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57"/>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57"/>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57"/>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57"/>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57"/>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7"/>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57"/>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57"/>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57"/>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57"/>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57"/>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57"/>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7"/>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57"/>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57"/>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57"/>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57"/>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57"/>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7"/>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7"/>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7"/>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7"/>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57"/>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57"/>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57"/>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57"/>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57"/>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7"/>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7"/>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7"/>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7"/>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7"/>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7"/>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57"/>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57"/>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7"/>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57"/>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57"/>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57"/>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57"/>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7"/>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7"/>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7"/>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7"/>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7"/>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7"/>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57"/>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57"/>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7"/>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57"/>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57"/>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57"/>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7"/>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7"/>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7"/>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7"/>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7"/>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7"/>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7"/>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7"/>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7"/>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7"/>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7"/>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7"/>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7"/>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7"/>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7"/>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7"/>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7"/>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7"/>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7"/>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57"/>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57"/>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57"/>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57"/>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7"/>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57"/>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57"/>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57"/>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57"/>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7"/>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57"/>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57"/>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57"/>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7"/>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57"/>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57"/>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7"/>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57"/>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57"/>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57"/>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7"/>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7"/>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57"/>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7"/>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57"/>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57"/>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57"/>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57"/>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7"/>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7"/>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57"/>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57"/>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7"/>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57"/>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57"/>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57"/>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7"/>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57"/>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57"/>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7"/>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7"/>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57"/>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57"/>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57"/>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7"/>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57"/>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57"/>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57"/>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57"/>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7"/>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57"/>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57"/>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57"/>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7"/>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57"/>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57"/>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57"/>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57"/>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7"/>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57"/>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57"/>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7"/>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57"/>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57"/>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7"/>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57"/>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57"/>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7"/>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7"/>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7"/>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7"/>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7"/>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7"/>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7"/>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7"/>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7"/>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7"/>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7"/>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7"/>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7"/>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7"/>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7"/>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7"/>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7"/>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7"/>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7"/>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7"/>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7"/>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7"/>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7"/>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7"/>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7"/>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7"/>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7"/>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7"/>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7"/>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7"/>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7"/>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7"/>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57"/>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57"/>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57"/>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57"/>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57"/>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57"/>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57"/>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57"/>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57"/>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57"/>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57"/>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57"/>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57"/>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57"/>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57"/>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57"/>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57"/>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57"/>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57"/>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57"/>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57"/>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57"/>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57"/>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57"/>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57"/>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57"/>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57"/>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57"/>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57"/>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57"/>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57"/>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57"/>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57"/>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57"/>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57"/>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57"/>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57"/>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57"/>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57"/>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57"/>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57"/>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57"/>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57"/>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7"/>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7"/>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7"/>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7"/>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7"/>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7"/>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57"/>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57"/>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57"/>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57"/>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57"/>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7"/>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7"/>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7"/>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7"/>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7"/>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7"/>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7"/>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7"/>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7"/>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7"/>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7"/>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7"/>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7"/>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7"/>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7"/>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7"/>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7"/>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7"/>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7"/>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7"/>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7"/>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7"/>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7"/>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7"/>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7"/>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7"/>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7"/>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7"/>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7"/>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7"/>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7"/>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57"/>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57"/>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57"/>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7"/>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57"/>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57"/>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7"/>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57"/>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57"/>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57"/>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7"/>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7"/>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7"/>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7"/>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7"/>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57"/>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57"/>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7"/>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7"/>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7"/>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7"/>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7"/>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57"/>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57"/>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7"/>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7"/>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7"/>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7"/>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7"/>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57"/>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57"/>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7"/>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7"/>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7"/>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7"/>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7"/>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57"/>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57"/>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7"/>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7"/>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7"/>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7"/>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7"/>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57"/>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57"/>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57"/>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57"/>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57"/>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57"/>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57"/>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57"/>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57"/>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57"/>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57"/>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57"/>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57"/>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57"/>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7"/>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57"/>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57"/>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7"/>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57"/>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57"/>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7"/>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57"/>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57"/>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7"/>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57"/>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57"/>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7"/>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57"/>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57"/>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7"/>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57"/>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57"/>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7"/>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57"/>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57"/>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7"/>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57"/>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57"/>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7"/>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57"/>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57"/>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7"/>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57"/>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57"/>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57"/>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57"/>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57"/>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57"/>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57"/>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7"/>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57"/>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57"/>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7"/>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57"/>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57"/>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7"/>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57"/>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57"/>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7"/>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57"/>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57"/>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57"/>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7"/>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7"/>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7"/>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7"/>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7"/>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7"/>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7"/>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7"/>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7"/>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7"/>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7"/>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7"/>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7"/>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7"/>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7"/>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7"/>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7"/>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7"/>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7"/>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7"/>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7"/>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7"/>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7"/>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7"/>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7"/>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7"/>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7"/>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7"/>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7"/>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7"/>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7"/>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57"/>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57"/>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57"/>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57"/>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57"/>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57"/>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57"/>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57"/>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57"/>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57"/>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57"/>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57"/>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57"/>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57"/>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57"/>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57"/>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57"/>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57"/>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57"/>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57"/>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7"/>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57"/>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57"/>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7"/>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57"/>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57"/>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7"/>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57"/>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57"/>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7"/>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57"/>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57"/>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57"/>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57"/>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7"/>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57"/>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57"/>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7"/>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57"/>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57"/>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7"/>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57"/>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57"/>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7"/>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57"/>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57"/>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7"/>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7"/>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7"/>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7"/>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7"/>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57"/>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57"/>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57"/>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7"/>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57"/>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57"/>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7"/>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57"/>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57"/>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7"/>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57"/>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57"/>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7"/>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57"/>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57"/>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57"/>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7"/>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57"/>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57"/>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7"/>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57"/>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57"/>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7"/>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57"/>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57"/>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7"/>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57"/>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57"/>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7"/>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7"/>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7"/>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57"/>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57"/>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7"/>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7"/>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7"/>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7"/>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7"/>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57"/>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57"/>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7"/>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7"/>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7"/>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7"/>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7"/>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57"/>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57"/>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57"/>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7"/>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7"/>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7"/>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7"/>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7"/>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7"/>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7"/>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7"/>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7"/>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7"/>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7"/>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7"/>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7"/>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7"/>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7"/>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7"/>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7"/>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7"/>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57"/>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7"/>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7"/>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7"/>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7"/>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7"/>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57"/>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57"/>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7"/>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7"/>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7"/>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57"/>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57"/>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7"/>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7"/>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7"/>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7"/>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7"/>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7"/>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7"/>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7"/>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7"/>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7"/>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7"/>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57"/>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57"/>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57"/>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57"/>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57"/>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57"/>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57"/>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57"/>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57"/>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57"/>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57"/>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57"/>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57"/>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57"/>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57"/>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7"/>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7"/>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57"/>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57"/>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7"/>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57"/>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57"/>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7"/>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57"/>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57"/>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7"/>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7"/>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7"/>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7"/>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7"/>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57"/>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57"/>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7"/>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57"/>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57"/>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57"/>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57"/>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57"/>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57"/>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57"/>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57"/>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57"/>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57"/>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57"/>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7"/>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7"/>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7"/>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57"/>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57"/>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7"/>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7"/>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7"/>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57"/>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7"/>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57"/>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57"/>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7"/>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7"/>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7"/>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57"/>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57"/>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57"/>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57"/>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57"/>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57"/>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57"/>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57"/>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57"/>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57"/>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57"/>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57"/>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57"/>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57"/>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57"/>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57"/>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57"/>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57"/>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7"/>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7"/>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7"/>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7"/>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57"/>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57"/>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7"/>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7"/>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57"/>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57"/>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57"/>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57"/>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7"/>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57"/>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57"/>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7"/>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57"/>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57"/>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7"/>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57"/>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57"/>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7"/>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7"/>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7"/>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7"/>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7"/>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7"/>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7"/>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7"/>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7"/>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57"/>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57"/>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57"/>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7"/>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7"/>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7"/>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7"/>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7"/>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57"/>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57"/>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57"/>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57"/>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57"/>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57"/>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57"/>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7"/>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7"/>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57"/>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57"/>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57"/>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7"/>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57"/>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57"/>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7"/>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57"/>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57"/>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7"/>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57"/>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57"/>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7"/>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57"/>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57"/>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7"/>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57"/>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57"/>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7"/>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7"/>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7"/>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7"/>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7"/>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7"/>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7"/>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7"/>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57"/>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57"/>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57"/>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7"/>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57"/>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57"/>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57"/>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57"/>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7"/>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57"/>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57"/>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7"/>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57"/>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57"/>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7"/>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57"/>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57"/>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7"/>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57"/>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57"/>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7"/>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57"/>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57"/>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57"/>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57"/>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7"/>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7"/>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7"/>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7"/>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57"/>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7"/>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7"/>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7"/>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7"/>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57"/>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57"/>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57"/>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7"/>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57"/>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57"/>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7"/>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57"/>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57"/>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7"/>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57"/>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57"/>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7"/>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57"/>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57"/>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57"/>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57"/>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7"/>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7"/>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57"/>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57"/>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7"/>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7"/>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7"/>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7"/>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7"/>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7"/>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7"/>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7"/>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57"/>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57"/>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57"/>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57"/>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57"/>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57"/>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57"/>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7"/>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7"/>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7"/>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7"/>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7"/>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7"/>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7"/>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7"/>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7"/>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57"/>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57"/>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7"/>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7"/>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7"/>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7"/>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7"/>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7"/>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7"/>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7"/>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7"/>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57"/>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57"/>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7"/>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7"/>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7"/>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7"/>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7"/>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7"/>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7"/>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7"/>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7"/>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57"/>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57"/>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7"/>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7"/>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7"/>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7"/>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7"/>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7"/>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7"/>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7"/>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7"/>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57"/>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57"/>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7"/>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7"/>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7"/>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7"/>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7"/>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7"/>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7"/>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7"/>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7"/>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57"/>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57"/>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7"/>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7"/>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7"/>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7"/>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7"/>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7"/>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7"/>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7"/>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7"/>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57"/>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57"/>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7"/>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7"/>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7"/>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7"/>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7"/>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7"/>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7"/>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7"/>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7"/>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57"/>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57"/>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7"/>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7"/>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7"/>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7"/>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7"/>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7"/>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7"/>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7"/>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7"/>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57"/>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57"/>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7"/>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7"/>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7"/>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7"/>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7"/>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7"/>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7"/>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7"/>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7"/>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57"/>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57"/>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7"/>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7"/>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7"/>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7"/>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7"/>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7"/>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7"/>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7"/>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7"/>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57"/>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57"/>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57"/>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7"/>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7"/>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7"/>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7"/>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57"/>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57"/>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7"/>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7"/>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7"/>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7"/>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57"/>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57"/>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7"/>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7"/>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7"/>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7"/>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57"/>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57"/>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7"/>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7"/>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7"/>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7"/>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57"/>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57"/>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7"/>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7"/>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7"/>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7"/>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7"/>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7"/>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7"/>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7"/>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7"/>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7"/>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7"/>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7"/>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7"/>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7"/>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7"/>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7"/>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7"/>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57"/>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57"/>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7"/>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57"/>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57"/>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7"/>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57"/>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57"/>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7"/>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7"/>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7"/>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7"/>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7"/>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7"/>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7"/>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57"/>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57"/>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7"/>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7"/>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7"/>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7"/>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57"/>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57"/>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7"/>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7"/>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7"/>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7"/>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57"/>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57"/>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57"/>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57"/>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57"/>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57"/>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57"/>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57"/>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57"/>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57"/>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7"/>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57"/>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57"/>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7"/>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57"/>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57"/>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7"/>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57"/>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57"/>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7"/>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57"/>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57"/>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7"/>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57"/>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57"/>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57"/>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57"/>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57"/>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57"/>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57"/>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57"/>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7"/>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7"/>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7"/>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7"/>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7"/>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57"/>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57"/>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7"/>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7"/>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7"/>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7"/>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7"/>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57"/>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57"/>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57"/>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57"/>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57"/>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57"/>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57"/>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57"/>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57"/>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57"/>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57"/>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57"/>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57"/>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57"/>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57"/>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57"/>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7"/>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7"/>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7"/>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57"/>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57"/>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57"/>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57"/>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57"/>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57"/>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57"/>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7"/>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7"/>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7"/>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7"/>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7"/>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7"/>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57"/>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57"/>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7"/>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7"/>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7"/>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7"/>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7"/>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7"/>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57"/>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57"/>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7"/>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7"/>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7"/>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7"/>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7"/>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7"/>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57"/>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57"/>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7"/>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7"/>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7"/>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7"/>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7"/>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7"/>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57"/>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57"/>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7"/>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7"/>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7"/>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7"/>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7"/>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7"/>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57"/>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57"/>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7"/>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7"/>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7"/>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7"/>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7"/>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7"/>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57"/>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57"/>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7"/>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7"/>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7"/>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7"/>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7"/>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7"/>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57"/>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57"/>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7"/>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7"/>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7"/>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7"/>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7"/>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7"/>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7"/>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7"/>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7"/>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57"/>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57"/>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7"/>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7"/>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7"/>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57"/>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57"/>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57"/>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57"/>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57"/>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57"/>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57"/>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57"/>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57"/>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57"/>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57"/>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57"/>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57"/>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57"/>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57"/>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57"/>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57"/>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57"/>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57"/>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57"/>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57"/>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57"/>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57"/>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57"/>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57"/>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57"/>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57"/>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57"/>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57"/>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57"/>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7"/>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57"/>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57"/>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57"/>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57"/>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57"/>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57"/>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7"/>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57"/>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57"/>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57"/>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57"/>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57"/>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57"/>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7"/>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57"/>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57"/>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57"/>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57"/>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57"/>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57"/>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57"/>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57"/>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57"/>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7"/>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57"/>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57"/>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57"/>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57"/>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57"/>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57"/>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57"/>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57"/>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57"/>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57"/>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57"/>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57"/>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57"/>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57"/>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57"/>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57"/>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57"/>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57"/>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57"/>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57"/>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57"/>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57"/>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57"/>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57"/>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57"/>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57"/>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57"/>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57"/>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57"/>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57"/>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57"/>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57"/>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57"/>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57"/>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57"/>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57"/>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57"/>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57"/>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57"/>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57"/>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57"/>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57"/>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57"/>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57"/>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57"/>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57"/>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57"/>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57"/>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57"/>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57"/>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57"/>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57"/>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57"/>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57"/>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57"/>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57"/>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57"/>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57"/>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57"/>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57"/>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57"/>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57"/>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57"/>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57"/>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57"/>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57"/>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57"/>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57"/>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57"/>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57"/>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57"/>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57"/>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57"/>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57"/>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57"/>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57"/>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57"/>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57"/>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57"/>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57"/>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57"/>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57"/>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57"/>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57"/>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57"/>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57"/>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57"/>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57"/>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57"/>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57"/>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57"/>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57"/>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57"/>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57"/>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57"/>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57"/>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57"/>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57"/>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57"/>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57"/>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57"/>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57"/>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57"/>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57"/>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57"/>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57"/>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57"/>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57"/>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57"/>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57"/>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57"/>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57"/>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57"/>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57"/>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57"/>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57"/>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57"/>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57"/>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57"/>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57"/>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57"/>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57"/>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57"/>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57"/>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57"/>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57"/>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57"/>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57"/>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57"/>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57"/>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57"/>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57"/>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57"/>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57"/>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57"/>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57"/>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57"/>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57"/>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57"/>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57"/>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57"/>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57"/>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57"/>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57"/>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57"/>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57"/>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57"/>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57"/>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57"/>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57"/>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57"/>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57"/>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57"/>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57"/>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57"/>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57"/>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57"/>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57"/>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57"/>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57"/>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57"/>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57"/>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57"/>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57"/>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57"/>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57"/>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57"/>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57"/>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57"/>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57"/>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57"/>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57"/>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57"/>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57"/>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57"/>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57"/>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57"/>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57"/>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57"/>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57"/>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57"/>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57"/>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57"/>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57"/>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57"/>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57"/>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57"/>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57"/>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57"/>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57"/>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57"/>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57"/>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57"/>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57"/>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57"/>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57"/>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57"/>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57"/>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57"/>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57"/>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57"/>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57"/>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57"/>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57"/>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57"/>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57"/>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57"/>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57"/>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57"/>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57"/>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57"/>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57"/>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57"/>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57"/>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57"/>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57"/>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57"/>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57"/>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57"/>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57"/>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57"/>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57"/>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57"/>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57"/>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57"/>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57"/>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57"/>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57"/>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57"/>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57"/>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57"/>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57"/>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57"/>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57"/>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57"/>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57"/>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57"/>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57"/>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57"/>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57"/>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57"/>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57"/>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57"/>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57"/>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57"/>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57"/>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57"/>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57"/>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57"/>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57"/>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57"/>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57"/>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57"/>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57"/>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57"/>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57"/>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57"/>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57"/>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57"/>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57"/>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57"/>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57"/>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57"/>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57"/>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57"/>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57"/>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57"/>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57"/>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57"/>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57"/>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57"/>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57"/>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57"/>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57"/>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57"/>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57"/>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57"/>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57"/>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57"/>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57"/>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57"/>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57"/>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57"/>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57"/>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57"/>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57"/>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57"/>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57"/>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57"/>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57"/>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57"/>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57"/>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57"/>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57"/>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57"/>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57"/>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57"/>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57"/>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57"/>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57"/>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57"/>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57"/>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57"/>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57"/>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57"/>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57"/>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57"/>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57"/>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57"/>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57"/>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57"/>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57"/>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57"/>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57"/>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57"/>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57"/>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57"/>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57"/>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57"/>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57"/>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57"/>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57"/>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57"/>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57"/>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57"/>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57"/>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57"/>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57"/>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57"/>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57"/>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57"/>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57"/>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57"/>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57"/>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57"/>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57"/>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57"/>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57"/>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57"/>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57"/>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57"/>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57"/>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57"/>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57"/>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57"/>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57"/>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57"/>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57"/>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57"/>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57"/>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57"/>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57"/>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57"/>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57"/>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57"/>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57"/>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57"/>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57"/>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57"/>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57"/>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57"/>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57"/>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57"/>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57"/>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57"/>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57"/>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57"/>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57"/>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57"/>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57"/>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57"/>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57"/>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57"/>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57"/>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57"/>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57"/>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57"/>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57"/>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57"/>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57"/>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57"/>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57"/>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57"/>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57"/>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57"/>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57"/>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57"/>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57"/>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57"/>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57"/>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57"/>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57"/>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57"/>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57"/>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57"/>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57"/>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57"/>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57"/>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57"/>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57"/>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57"/>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57"/>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57"/>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57"/>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57"/>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57"/>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57"/>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57"/>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57"/>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57"/>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57"/>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57"/>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57"/>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57"/>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57"/>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57"/>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57"/>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57"/>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57"/>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57"/>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57"/>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57"/>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57"/>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57"/>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57"/>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57"/>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57"/>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57"/>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57"/>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57"/>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57"/>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57"/>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57"/>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57"/>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57"/>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57"/>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57"/>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57"/>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57"/>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57"/>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57"/>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57"/>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57"/>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57"/>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57"/>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57"/>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57"/>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57"/>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57"/>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57"/>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57"/>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57"/>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57"/>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57"/>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57"/>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57"/>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57"/>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57"/>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57"/>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57"/>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57"/>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57"/>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57"/>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57"/>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57"/>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57"/>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57"/>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57"/>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57"/>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57"/>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57"/>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57"/>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57"/>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57"/>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57"/>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57"/>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57"/>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57"/>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57"/>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57"/>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57"/>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57"/>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57"/>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57"/>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57"/>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57"/>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57"/>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57"/>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57"/>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57"/>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57"/>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57"/>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57"/>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57"/>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57"/>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57"/>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57"/>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57"/>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57"/>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57"/>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57"/>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57"/>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57"/>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57"/>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57"/>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57"/>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57"/>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57"/>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57"/>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57"/>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57"/>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57"/>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57"/>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57"/>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57"/>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57"/>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57"/>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57"/>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57"/>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57"/>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57"/>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57"/>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57"/>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57"/>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57"/>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57"/>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57"/>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57"/>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57"/>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57"/>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57"/>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57"/>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57"/>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57"/>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57"/>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57"/>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57"/>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57"/>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57"/>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57"/>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57"/>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57"/>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57"/>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57"/>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57"/>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57"/>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57"/>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57"/>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57"/>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57"/>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57"/>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57"/>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57"/>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57"/>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57"/>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57"/>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57"/>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57"/>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57"/>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57"/>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57"/>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57"/>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57"/>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57"/>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57"/>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57"/>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57"/>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57"/>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57"/>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57"/>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57"/>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57"/>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57"/>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57"/>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57"/>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57"/>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57"/>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57"/>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57"/>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57"/>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57"/>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57"/>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57"/>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57"/>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57"/>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57"/>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57"/>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57"/>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57"/>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57"/>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57"/>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57"/>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57"/>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57"/>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57"/>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57"/>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57"/>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57"/>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57"/>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57"/>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57"/>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57"/>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57"/>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57"/>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57"/>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57"/>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57"/>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57"/>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57"/>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57"/>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57"/>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57"/>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57"/>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57"/>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57"/>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57"/>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57"/>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57"/>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57"/>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57"/>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57"/>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57"/>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57"/>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57"/>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57"/>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57"/>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57"/>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57"/>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57"/>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57"/>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57"/>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57"/>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57"/>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57"/>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57"/>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57"/>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57"/>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57"/>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57"/>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57"/>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57"/>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57"/>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57"/>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57"/>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57"/>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57"/>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57"/>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57"/>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57"/>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57"/>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57"/>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57"/>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57"/>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57"/>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57"/>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57"/>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57"/>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57"/>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57"/>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57"/>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57"/>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57"/>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57"/>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57"/>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57"/>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57"/>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57"/>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57"/>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57"/>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57"/>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57"/>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57"/>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57"/>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57"/>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57"/>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57"/>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57"/>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57"/>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57"/>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57"/>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57"/>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57"/>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57"/>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57"/>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57"/>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57"/>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57"/>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57"/>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57"/>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57"/>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57"/>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57"/>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57"/>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57"/>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57"/>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57"/>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57"/>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57"/>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57"/>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57"/>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57"/>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57"/>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57"/>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57"/>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57"/>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57"/>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57"/>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57"/>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57"/>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57"/>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57"/>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57"/>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57"/>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57"/>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57"/>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57"/>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57"/>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57"/>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57"/>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57"/>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57"/>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57"/>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57"/>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57"/>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57"/>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57"/>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57"/>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57"/>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57"/>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57"/>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57"/>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57"/>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57"/>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57"/>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57"/>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57"/>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57"/>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57"/>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57"/>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57"/>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57"/>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57"/>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57"/>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57"/>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57"/>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57"/>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57"/>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57"/>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57"/>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57"/>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57"/>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57"/>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57"/>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57"/>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57"/>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57"/>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57"/>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57"/>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57"/>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57"/>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57"/>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57"/>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57"/>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57"/>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57"/>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57"/>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57"/>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57"/>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57"/>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57"/>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57"/>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57"/>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57"/>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57"/>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57"/>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57"/>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57"/>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57"/>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57"/>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57"/>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57"/>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57"/>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57"/>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57"/>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57"/>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57"/>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57"/>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57"/>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57"/>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57"/>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57"/>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57"/>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57"/>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57"/>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57"/>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57"/>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57"/>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57"/>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57"/>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57"/>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57"/>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57"/>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57"/>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57"/>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57"/>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57"/>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57"/>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57"/>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57"/>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57"/>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57"/>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57"/>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57"/>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57"/>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57"/>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57"/>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57"/>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57"/>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57"/>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57"/>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57"/>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57"/>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57"/>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57"/>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57"/>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57"/>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57"/>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57"/>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57"/>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57"/>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57"/>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57"/>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57"/>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57"/>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57"/>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57"/>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57"/>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57"/>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57"/>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57"/>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57"/>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57"/>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57"/>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57"/>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57"/>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57"/>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57"/>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57"/>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57"/>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57"/>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57"/>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57"/>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57"/>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57"/>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57"/>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57"/>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57"/>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57"/>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57"/>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57"/>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57"/>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57"/>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57"/>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57"/>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57"/>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57"/>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57"/>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57"/>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57"/>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57"/>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57"/>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57"/>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57"/>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57"/>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57"/>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57"/>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57"/>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57"/>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57"/>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57"/>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57"/>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57"/>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57"/>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57"/>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57"/>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57"/>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57"/>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57"/>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57"/>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57"/>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57"/>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57"/>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57"/>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57"/>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57"/>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57"/>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57"/>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57"/>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57"/>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57"/>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57"/>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57"/>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57"/>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57"/>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57"/>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57"/>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57"/>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57"/>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57"/>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57"/>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57"/>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57"/>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57"/>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57"/>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57"/>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57"/>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57"/>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57"/>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57"/>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57"/>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57"/>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57"/>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57"/>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57"/>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57"/>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57"/>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57"/>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57"/>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57"/>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57"/>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57"/>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57"/>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57"/>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57"/>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57"/>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57"/>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57"/>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57"/>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57"/>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57"/>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57"/>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57"/>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57"/>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57"/>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57"/>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57"/>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57"/>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57"/>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57"/>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57"/>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57"/>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57"/>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57"/>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57"/>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57"/>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57"/>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57"/>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57"/>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57"/>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57"/>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57"/>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57"/>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57"/>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57"/>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57"/>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57"/>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57"/>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57"/>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57"/>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57"/>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57"/>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57"/>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57"/>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57"/>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57"/>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57"/>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57"/>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57"/>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57"/>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57"/>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57"/>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57"/>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57"/>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57"/>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57"/>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5" name="Google Shape;7275;p57"/>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57"/>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57"/>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57"/>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57"/>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57"/>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57"/>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57"/>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57"/>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57"/>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57"/>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57"/>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57"/>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57"/>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57"/>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57"/>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57"/>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57"/>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57"/>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57"/>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57"/>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57"/>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57"/>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57"/>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57"/>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57"/>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57"/>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57"/>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57"/>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4" name="Google Shape;7304;p57"/>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57"/>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57"/>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57"/>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57"/>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57"/>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57"/>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57"/>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57"/>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57"/>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57"/>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57"/>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57"/>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57"/>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57"/>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57"/>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57"/>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57"/>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57"/>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57"/>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57"/>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57"/>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57"/>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57"/>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57"/>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9" name="Google Shape;7329;p57"/>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0" name="Google Shape;7330;p57"/>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57"/>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57"/>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57"/>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57"/>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57"/>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57"/>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57"/>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57"/>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57"/>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57"/>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57"/>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57"/>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57"/>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57"/>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57"/>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57"/>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57"/>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57"/>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57"/>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57"/>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57"/>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57"/>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57"/>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57"/>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57"/>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57"/>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57"/>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57"/>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57"/>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57"/>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57"/>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57"/>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57"/>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57"/>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57"/>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57"/>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57"/>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57"/>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57"/>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57"/>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57"/>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57"/>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57"/>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57"/>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57"/>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57"/>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57"/>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57"/>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57"/>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57"/>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57"/>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57"/>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57"/>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57"/>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57"/>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57"/>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57"/>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57"/>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57"/>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57"/>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57"/>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57"/>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57"/>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57"/>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57"/>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57"/>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57"/>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57"/>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9" name="Google Shape;7399;p57"/>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57"/>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57"/>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57"/>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57"/>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57"/>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57"/>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57"/>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57"/>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57"/>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57"/>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57"/>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57"/>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57"/>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57"/>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57"/>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57"/>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57"/>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57"/>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57"/>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57"/>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57"/>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57"/>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57"/>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57"/>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57"/>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57"/>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57"/>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57"/>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57"/>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57"/>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57"/>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57"/>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57"/>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57"/>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57"/>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57"/>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57"/>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57"/>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57"/>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57"/>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57"/>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57"/>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57"/>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57"/>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57"/>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57"/>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57"/>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57"/>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57"/>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57"/>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57"/>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57"/>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57"/>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57"/>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57"/>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57"/>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57"/>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57"/>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57"/>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57"/>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57"/>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57"/>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57"/>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57"/>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57"/>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57"/>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57"/>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57"/>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57"/>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57"/>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57"/>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57"/>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57"/>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57"/>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57"/>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57"/>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57"/>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57"/>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57"/>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57"/>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57"/>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57"/>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57"/>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57"/>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57"/>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57"/>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57"/>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57"/>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57"/>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57"/>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57"/>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57"/>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57"/>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57"/>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57"/>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57"/>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57"/>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57"/>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57"/>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57"/>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57"/>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57"/>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57"/>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57"/>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57"/>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57"/>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57"/>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57"/>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57"/>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57"/>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57"/>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57"/>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57"/>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57"/>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57"/>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57"/>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57"/>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57"/>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57"/>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57"/>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57"/>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57"/>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57"/>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57"/>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57"/>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57"/>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57"/>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57"/>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57"/>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57"/>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57"/>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57"/>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57"/>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57"/>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57"/>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57"/>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57"/>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57"/>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57"/>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57"/>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57"/>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57"/>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57"/>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57"/>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57"/>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57"/>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57"/>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57"/>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57"/>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57"/>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57"/>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57"/>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57"/>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57"/>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57"/>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57"/>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57"/>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57"/>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57"/>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57"/>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57"/>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57"/>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57"/>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57"/>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57"/>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57"/>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57"/>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57"/>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57"/>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57"/>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57"/>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57"/>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57"/>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57"/>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57"/>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57"/>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57"/>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57"/>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57"/>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57"/>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57"/>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57"/>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57"/>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57"/>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57"/>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57"/>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57"/>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57"/>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57"/>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57"/>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57"/>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57"/>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57"/>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57"/>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57"/>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57"/>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57"/>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57"/>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57"/>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57"/>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57"/>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57"/>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57"/>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57"/>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57"/>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57"/>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57"/>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57"/>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57"/>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57"/>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57"/>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57"/>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57"/>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57"/>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57"/>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57"/>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57"/>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57"/>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57"/>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57"/>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57"/>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57"/>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57"/>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57"/>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57"/>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57"/>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57"/>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57"/>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57"/>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57"/>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57"/>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57"/>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57"/>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57"/>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57"/>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57"/>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57"/>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57"/>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57"/>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57"/>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57"/>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57"/>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57"/>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57"/>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57"/>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57"/>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57"/>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57"/>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57"/>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57"/>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57"/>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57"/>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57"/>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57"/>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57"/>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57"/>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57"/>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57"/>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57"/>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57"/>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57"/>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57"/>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57"/>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57"/>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57"/>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57"/>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57"/>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57"/>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57"/>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57"/>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57"/>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57"/>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57"/>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57"/>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57"/>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57"/>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57"/>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57"/>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57"/>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57"/>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57"/>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57"/>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57"/>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57"/>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57"/>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57"/>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57"/>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57"/>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57"/>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57"/>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57"/>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57"/>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57"/>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3" name="Google Shape;7693;p57"/>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57"/>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57"/>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57"/>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57"/>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57"/>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57"/>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57"/>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57"/>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57"/>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57"/>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57"/>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57"/>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57"/>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57"/>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57"/>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57"/>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57"/>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57"/>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57"/>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57"/>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57"/>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57"/>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57"/>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57"/>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57"/>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57"/>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57"/>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57"/>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57"/>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57"/>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57"/>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57"/>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57"/>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57"/>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57"/>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57"/>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57"/>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57"/>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57"/>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57"/>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57"/>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57"/>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57"/>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57"/>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57"/>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57"/>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57"/>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57"/>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57"/>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57"/>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57"/>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57"/>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57"/>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57"/>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57"/>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57"/>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57"/>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57"/>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57"/>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57"/>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57"/>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57"/>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57"/>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57"/>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57"/>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57"/>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57"/>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57"/>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57"/>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57"/>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57"/>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57"/>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57"/>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57"/>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57"/>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57"/>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57"/>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57"/>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57"/>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57"/>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57"/>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57"/>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57"/>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57"/>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57"/>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57"/>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57"/>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57"/>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57"/>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57"/>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57"/>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57"/>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57"/>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57"/>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57"/>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9" name="Google Shape;7789;p57"/>
          <p:cNvGrpSpPr/>
          <p:nvPr/>
        </p:nvGrpSpPr>
        <p:grpSpPr>
          <a:xfrm>
            <a:off x="3416804" y="902588"/>
            <a:ext cx="2310381" cy="1488888"/>
            <a:chOff x="229225" y="549050"/>
            <a:chExt cx="7161750" cy="4615275"/>
          </a:xfrm>
        </p:grpSpPr>
        <p:sp>
          <p:nvSpPr>
            <p:cNvPr id="7790" name="Google Shape;7790;p57"/>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57"/>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57"/>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57"/>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57"/>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57"/>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57"/>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57"/>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57"/>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57"/>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57"/>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57"/>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57"/>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57"/>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57"/>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57"/>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57"/>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57"/>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57"/>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57"/>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57"/>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1" name="Google Shape;7811;p57"/>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57"/>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57"/>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57"/>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57"/>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57"/>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57"/>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57"/>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57"/>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57"/>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57"/>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57"/>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57"/>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57"/>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57"/>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57"/>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57"/>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57"/>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57"/>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57"/>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57"/>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57"/>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57"/>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57"/>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57"/>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57"/>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57"/>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57"/>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57"/>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57"/>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1" name="Google Shape;7841;p57"/>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57"/>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57"/>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57"/>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57"/>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57"/>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57"/>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57"/>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57"/>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57"/>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57"/>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57"/>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57"/>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57"/>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57"/>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57"/>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57"/>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57"/>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57"/>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57"/>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57"/>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57"/>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57"/>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57"/>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57"/>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57"/>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57"/>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8" name="Google Shape;7868;p57"/>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9" name="Google Shape;7869;p57"/>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57"/>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57"/>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57"/>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57"/>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57"/>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57"/>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57"/>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57"/>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57"/>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57"/>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57"/>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57"/>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57"/>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57"/>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57"/>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57"/>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57"/>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57"/>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57"/>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57"/>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57"/>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57"/>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57"/>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57"/>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57"/>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57"/>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57"/>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57"/>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57"/>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57"/>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57"/>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57"/>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57"/>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57"/>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57"/>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57"/>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57"/>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7" name="Google Shape;7907;p57"/>
          <p:cNvGrpSpPr/>
          <p:nvPr/>
        </p:nvGrpSpPr>
        <p:grpSpPr>
          <a:xfrm>
            <a:off x="3514722" y="2832485"/>
            <a:ext cx="2310282" cy="1374222"/>
            <a:chOff x="238125" y="732525"/>
            <a:chExt cx="7130500" cy="4241425"/>
          </a:xfrm>
        </p:grpSpPr>
        <p:sp>
          <p:nvSpPr>
            <p:cNvPr id="7908" name="Google Shape;7908;p57"/>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57"/>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57"/>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57"/>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57"/>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57"/>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57"/>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57"/>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57"/>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7" name="Google Shape;7917;p57"/>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57"/>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57"/>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57"/>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57"/>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57"/>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57"/>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57"/>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57"/>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57"/>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57"/>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57"/>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57"/>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57"/>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57"/>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57"/>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57"/>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57"/>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57"/>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57"/>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57"/>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57"/>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57"/>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57"/>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57"/>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57"/>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57"/>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57"/>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57"/>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57"/>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57"/>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57"/>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57"/>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57"/>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57"/>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57"/>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57"/>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57"/>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57"/>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57"/>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57"/>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57"/>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57"/>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57"/>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57"/>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57"/>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57"/>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57"/>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57"/>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57"/>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7" name="Google Shape;7967;p57"/>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57"/>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57"/>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57"/>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57"/>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57"/>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57"/>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57"/>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57"/>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57"/>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57"/>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57"/>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57"/>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57"/>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57"/>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57"/>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57"/>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57"/>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57"/>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57"/>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57"/>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57"/>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57"/>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57"/>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57"/>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57"/>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57"/>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57"/>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57"/>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57"/>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57"/>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57"/>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57"/>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57"/>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1" name="Google Shape;8001;p57"/>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57"/>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57"/>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57"/>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57"/>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57"/>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57"/>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57"/>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57"/>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57"/>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57"/>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57"/>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57"/>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57"/>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57"/>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57"/>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57"/>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57"/>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57"/>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57"/>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1" name="Google Shape;8021;p57"/>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8025"/>
        <p:cNvGrpSpPr/>
        <p:nvPr/>
      </p:nvGrpSpPr>
      <p:grpSpPr>
        <a:xfrm>
          <a:off x="0" y="0"/>
          <a:ext cx="0" cy="0"/>
          <a:chOff x="0" y="0"/>
          <a:chExt cx="0" cy="0"/>
        </a:xfrm>
      </p:grpSpPr>
      <p:grpSp>
        <p:nvGrpSpPr>
          <p:cNvPr id="8026" name="Google Shape;8026;p58"/>
          <p:cNvGrpSpPr/>
          <p:nvPr/>
        </p:nvGrpSpPr>
        <p:grpSpPr>
          <a:xfrm>
            <a:off x="2100561" y="3398658"/>
            <a:ext cx="1102891" cy="760337"/>
            <a:chOff x="4967783" y="2151471"/>
            <a:chExt cx="3920692" cy="2702940"/>
          </a:xfrm>
        </p:grpSpPr>
        <p:grpSp>
          <p:nvGrpSpPr>
            <p:cNvPr id="8027" name="Google Shape;8027;p58"/>
            <p:cNvGrpSpPr/>
            <p:nvPr/>
          </p:nvGrpSpPr>
          <p:grpSpPr>
            <a:xfrm>
              <a:off x="5045709" y="2252109"/>
              <a:ext cx="3761071" cy="2501708"/>
              <a:chOff x="2691784" y="1805334"/>
              <a:chExt cx="3761071" cy="2501708"/>
            </a:xfrm>
          </p:grpSpPr>
          <p:sp>
            <p:nvSpPr>
              <p:cNvPr id="8028" name="Google Shape;8028;p58"/>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58"/>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58"/>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58"/>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58"/>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58"/>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58"/>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5" name="Google Shape;8035;p58"/>
            <p:cNvGrpSpPr/>
            <p:nvPr/>
          </p:nvGrpSpPr>
          <p:grpSpPr>
            <a:xfrm>
              <a:off x="4967783" y="2151471"/>
              <a:ext cx="3920692" cy="2702940"/>
              <a:chOff x="2613858" y="1704696"/>
              <a:chExt cx="3920692" cy="2702940"/>
            </a:xfrm>
          </p:grpSpPr>
          <p:sp>
            <p:nvSpPr>
              <p:cNvPr id="8036" name="Google Shape;8036;p58"/>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58"/>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58"/>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58"/>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58"/>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41" name="Google Shape;8041;p58"/>
          <p:cNvGrpSpPr/>
          <p:nvPr/>
        </p:nvGrpSpPr>
        <p:grpSpPr>
          <a:xfrm>
            <a:off x="3504470" y="1286935"/>
            <a:ext cx="1561911" cy="708580"/>
            <a:chOff x="3530532" y="1496185"/>
            <a:chExt cx="1561911" cy="708580"/>
          </a:xfrm>
        </p:grpSpPr>
        <p:grpSp>
          <p:nvGrpSpPr>
            <p:cNvPr id="8042" name="Google Shape;8042;p58"/>
            <p:cNvGrpSpPr/>
            <p:nvPr/>
          </p:nvGrpSpPr>
          <p:grpSpPr>
            <a:xfrm>
              <a:off x="3720318" y="1857562"/>
              <a:ext cx="1372125" cy="54"/>
              <a:chOff x="3720318" y="1857562"/>
              <a:chExt cx="1372125" cy="54"/>
            </a:xfrm>
          </p:grpSpPr>
          <p:cxnSp>
            <p:nvCxnSpPr>
              <p:cNvPr id="8043" name="Google Shape;8043;p58"/>
              <p:cNvCxnSpPr>
                <a:endCxn id="8044"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045" name="Google Shape;8045;p58"/>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046" name="Google Shape;8046;p58"/>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8047" name="Google Shape;8047;p58"/>
              <p:cNvCxnSpPr>
                <a:stCxn id="8044"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8048" name="Google Shape;8048;p58"/>
            <p:cNvGrpSpPr/>
            <p:nvPr/>
          </p:nvGrpSpPr>
          <p:grpSpPr>
            <a:xfrm>
              <a:off x="3567462" y="1496185"/>
              <a:ext cx="286500" cy="272914"/>
              <a:chOff x="3567462" y="1496185"/>
              <a:chExt cx="286500" cy="272914"/>
            </a:xfrm>
          </p:grpSpPr>
          <p:cxnSp>
            <p:nvCxnSpPr>
              <p:cNvPr id="8049" name="Google Shape;8049;p58"/>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8050" name="Google Shape;8050;p58"/>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1" name="Google Shape;8051;p58"/>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58"/>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53" name="Google Shape;8053;p58"/>
            <p:cNvGrpSpPr/>
            <p:nvPr/>
          </p:nvGrpSpPr>
          <p:grpSpPr>
            <a:xfrm>
              <a:off x="3929014" y="1960574"/>
              <a:ext cx="286500" cy="242342"/>
              <a:chOff x="3929014" y="1960574"/>
              <a:chExt cx="286500" cy="242342"/>
            </a:xfrm>
          </p:grpSpPr>
          <p:cxnSp>
            <p:nvCxnSpPr>
              <p:cNvPr id="8054" name="Google Shape;8054;p58"/>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8055" name="Google Shape;8055;p58"/>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6" name="Google Shape;8056;p58"/>
            <p:cNvGrpSpPr/>
            <p:nvPr/>
          </p:nvGrpSpPr>
          <p:grpSpPr>
            <a:xfrm>
              <a:off x="4290828" y="1496185"/>
              <a:ext cx="286500" cy="272914"/>
              <a:chOff x="4290828" y="1496185"/>
              <a:chExt cx="286500" cy="272914"/>
            </a:xfrm>
          </p:grpSpPr>
          <p:cxnSp>
            <p:nvCxnSpPr>
              <p:cNvPr id="8057" name="Google Shape;8057;p58"/>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8058" name="Google Shape;8058;p58"/>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9" name="Google Shape;8059;p58"/>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58"/>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60" name="Google Shape;8060;p58"/>
            <p:cNvGrpSpPr/>
            <p:nvPr/>
          </p:nvGrpSpPr>
          <p:grpSpPr>
            <a:xfrm>
              <a:off x="4657726" y="1959674"/>
              <a:ext cx="286500" cy="245092"/>
              <a:chOff x="4657726" y="1959674"/>
              <a:chExt cx="286500" cy="245092"/>
            </a:xfrm>
          </p:grpSpPr>
          <p:cxnSp>
            <p:nvCxnSpPr>
              <p:cNvPr id="8061" name="Google Shape;8061;p58"/>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8062" name="Google Shape;8062;p58"/>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63" name="Google Shape;8063;p58"/>
          <p:cNvGrpSpPr/>
          <p:nvPr/>
        </p:nvGrpSpPr>
        <p:grpSpPr>
          <a:xfrm>
            <a:off x="3486489" y="2149032"/>
            <a:ext cx="1597032" cy="378649"/>
            <a:chOff x="3512551" y="2358282"/>
            <a:chExt cx="1597032" cy="378649"/>
          </a:xfrm>
        </p:grpSpPr>
        <p:grpSp>
          <p:nvGrpSpPr>
            <p:cNvPr id="8064" name="Google Shape;8064;p58"/>
            <p:cNvGrpSpPr/>
            <p:nvPr/>
          </p:nvGrpSpPr>
          <p:grpSpPr>
            <a:xfrm>
              <a:off x="3738198" y="2553002"/>
              <a:ext cx="1145834" cy="117"/>
              <a:chOff x="3738198" y="2553002"/>
              <a:chExt cx="1145834" cy="117"/>
            </a:xfrm>
          </p:grpSpPr>
          <p:cxnSp>
            <p:nvCxnSpPr>
              <p:cNvPr id="8065" name="Google Shape;8065;p58"/>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8066" name="Google Shape;8066;p58"/>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8067" name="Google Shape;8067;p58"/>
              <p:cNvCxnSpPr>
                <a:stCxn id="8068" idx="6"/>
                <a:endCxn id="8069"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8070" name="Google Shape;8070;p58"/>
            <p:cNvGrpSpPr/>
            <p:nvPr/>
          </p:nvGrpSpPr>
          <p:grpSpPr>
            <a:xfrm>
              <a:off x="3969644" y="2440153"/>
              <a:ext cx="225900" cy="296779"/>
              <a:chOff x="3969644" y="2440153"/>
              <a:chExt cx="225900" cy="296779"/>
            </a:xfrm>
          </p:grpSpPr>
          <p:cxnSp>
            <p:nvCxnSpPr>
              <p:cNvPr id="8071" name="Google Shape;8071;p58"/>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8069" name="Google Shape;8069;p58"/>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58"/>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3" name="Google Shape;8073;p58"/>
            <p:cNvGrpSpPr/>
            <p:nvPr/>
          </p:nvGrpSpPr>
          <p:grpSpPr>
            <a:xfrm>
              <a:off x="4426818" y="2358282"/>
              <a:ext cx="225600" cy="307471"/>
              <a:chOff x="4426818" y="2358282"/>
              <a:chExt cx="225600" cy="307471"/>
            </a:xfrm>
          </p:grpSpPr>
          <p:cxnSp>
            <p:nvCxnSpPr>
              <p:cNvPr id="8074" name="Google Shape;8074;p58"/>
              <p:cNvCxnSpPr>
                <a:stCxn id="8075"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8076" name="Google Shape;8076;p58"/>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58"/>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7" name="Google Shape;8077;p58"/>
            <p:cNvGrpSpPr/>
            <p:nvPr/>
          </p:nvGrpSpPr>
          <p:grpSpPr>
            <a:xfrm>
              <a:off x="4883984" y="2440153"/>
              <a:ext cx="225600" cy="296479"/>
              <a:chOff x="4883984" y="2440153"/>
              <a:chExt cx="225600" cy="296479"/>
            </a:xfrm>
          </p:grpSpPr>
          <p:cxnSp>
            <p:nvCxnSpPr>
              <p:cNvPr id="8078" name="Google Shape;8078;p58"/>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8079" name="Google Shape;8079;p58"/>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58"/>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58"/>
            <p:cNvGrpSpPr/>
            <p:nvPr/>
          </p:nvGrpSpPr>
          <p:grpSpPr>
            <a:xfrm>
              <a:off x="3512551" y="2358356"/>
              <a:ext cx="225647" cy="307629"/>
              <a:chOff x="2182679" y="2005014"/>
              <a:chExt cx="792300" cy="1080158"/>
            </a:xfrm>
          </p:grpSpPr>
          <p:cxnSp>
            <p:nvCxnSpPr>
              <p:cNvPr id="8082" name="Google Shape;8082;p58"/>
              <p:cNvCxnSpPr>
                <a:stCxn id="8083"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8068" name="Google Shape;8068;p58"/>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58"/>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84" name="Google Shape;8084;p58"/>
          <p:cNvGrpSpPr/>
          <p:nvPr/>
        </p:nvGrpSpPr>
        <p:grpSpPr>
          <a:xfrm>
            <a:off x="6846571" y="972829"/>
            <a:ext cx="1559809" cy="722610"/>
            <a:chOff x="634175" y="2986275"/>
            <a:chExt cx="3147949" cy="1458344"/>
          </a:xfrm>
        </p:grpSpPr>
        <p:cxnSp>
          <p:nvCxnSpPr>
            <p:cNvPr id="8085" name="Google Shape;8085;p58"/>
            <p:cNvCxnSpPr>
              <a:stCxn id="8086" idx="4"/>
              <a:endCxn id="8087"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8088" name="Google Shape;8088;p58"/>
            <p:cNvCxnSpPr>
              <a:stCxn id="8087" idx="0"/>
              <a:endCxn id="8089"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8090" name="Google Shape;8090;p58"/>
            <p:cNvCxnSpPr>
              <a:stCxn id="8089" idx="4"/>
              <a:endCxn id="8091"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8092" name="Google Shape;8092;p58"/>
            <p:cNvCxnSpPr>
              <a:stCxn id="8091" idx="0"/>
              <a:endCxn id="8093"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8093" name="Google Shape;8093;p58"/>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89" name="Google Shape;8089;p58"/>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86" name="Google Shape;8086;p58"/>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91" name="Google Shape;8091;p58"/>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8087" name="Google Shape;8087;p58"/>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8094" name="Google Shape;8094;p58"/>
          <p:cNvGrpSpPr/>
          <p:nvPr/>
        </p:nvGrpSpPr>
        <p:grpSpPr>
          <a:xfrm>
            <a:off x="3500361" y="2682737"/>
            <a:ext cx="1570719" cy="294123"/>
            <a:chOff x="998425" y="1182125"/>
            <a:chExt cx="1065400" cy="199500"/>
          </a:xfrm>
        </p:grpSpPr>
        <p:sp>
          <p:nvSpPr>
            <p:cNvPr id="8095" name="Google Shape;8095;p58"/>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58"/>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58"/>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58"/>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58"/>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0" name="Google Shape;8100;p58"/>
          <p:cNvGrpSpPr/>
          <p:nvPr/>
        </p:nvGrpSpPr>
        <p:grpSpPr>
          <a:xfrm>
            <a:off x="6843617" y="1800224"/>
            <a:ext cx="1565716" cy="366729"/>
            <a:chOff x="1247650" y="2075423"/>
            <a:chExt cx="6648477" cy="1557238"/>
          </a:xfrm>
        </p:grpSpPr>
        <p:sp>
          <p:nvSpPr>
            <p:cNvPr id="8101" name="Google Shape;8101;p58"/>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58"/>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58"/>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58"/>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58"/>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58"/>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7" name="Google Shape;8107;p58"/>
          <p:cNvGrpSpPr/>
          <p:nvPr/>
        </p:nvGrpSpPr>
        <p:grpSpPr>
          <a:xfrm>
            <a:off x="6827929" y="2949039"/>
            <a:ext cx="1597061" cy="663440"/>
            <a:chOff x="6796238" y="3158297"/>
            <a:chExt cx="1630319" cy="677257"/>
          </a:xfrm>
        </p:grpSpPr>
        <p:cxnSp>
          <p:nvCxnSpPr>
            <p:cNvPr id="8108" name="Google Shape;8108;p58"/>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8109" name="Google Shape;8109;p58"/>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8110" name="Google Shape;8110;p58"/>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8111" name="Google Shape;8111;p58"/>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8112" name="Google Shape;8112;p58"/>
            <p:cNvGrpSpPr/>
            <p:nvPr/>
          </p:nvGrpSpPr>
          <p:grpSpPr>
            <a:xfrm>
              <a:off x="6796238" y="3311904"/>
              <a:ext cx="1630319" cy="377697"/>
              <a:chOff x="6796238" y="3311904"/>
              <a:chExt cx="1630319" cy="377697"/>
            </a:xfrm>
          </p:grpSpPr>
          <p:sp>
            <p:nvSpPr>
              <p:cNvPr id="8113" name="Google Shape;8113;p58"/>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58"/>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58"/>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16" name="Google Shape;8116;p58"/>
          <p:cNvGrpSpPr/>
          <p:nvPr/>
        </p:nvGrpSpPr>
        <p:grpSpPr>
          <a:xfrm>
            <a:off x="5349067" y="970431"/>
            <a:ext cx="1368606" cy="1593805"/>
            <a:chOff x="1839112" y="2209163"/>
            <a:chExt cx="1918159" cy="2233784"/>
          </a:xfrm>
        </p:grpSpPr>
        <p:sp>
          <p:nvSpPr>
            <p:cNvPr id="8117" name="Google Shape;8117;p58"/>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58"/>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58"/>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20" name="Google Shape;8120;p58"/>
            <p:cNvCxnSpPr>
              <a:stCxn id="8117" idx="6"/>
              <a:endCxn id="8118"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8121" name="Google Shape;8121;p58"/>
            <p:cNvCxnSpPr>
              <a:stCxn id="8118" idx="4"/>
              <a:endCxn id="8122"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8123" name="Google Shape;8123;p58"/>
            <p:cNvCxnSpPr>
              <a:stCxn id="8122" idx="6"/>
              <a:endCxn id="8119"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8124" name="Google Shape;8124;p58"/>
            <p:cNvCxnSpPr>
              <a:stCxn id="8119" idx="4"/>
              <a:endCxn id="8125"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8122" name="Google Shape;8122;p58"/>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58"/>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58"/>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27" name="Google Shape;8127;p58"/>
            <p:cNvCxnSpPr>
              <a:endCxn id="8126"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8128" name="Google Shape;8128;p58"/>
          <p:cNvGrpSpPr/>
          <p:nvPr/>
        </p:nvGrpSpPr>
        <p:grpSpPr>
          <a:xfrm>
            <a:off x="3481440" y="976667"/>
            <a:ext cx="1637968" cy="154942"/>
            <a:chOff x="238125" y="2506075"/>
            <a:chExt cx="7115411" cy="673075"/>
          </a:xfrm>
        </p:grpSpPr>
        <p:sp>
          <p:nvSpPr>
            <p:cNvPr id="8129" name="Google Shape;8129;p58"/>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58"/>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58"/>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58"/>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58"/>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4" name="Google Shape;8134;p58"/>
          <p:cNvGrpSpPr/>
          <p:nvPr/>
        </p:nvGrpSpPr>
        <p:grpSpPr>
          <a:xfrm>
            <a:off x="720125" y="1298264"/>
            <a:ext cx="2476762" cy="91743"/>
            <a:chOff x="1464850" y="436376"/>
            <a:chExt cx="6001362" cy="222300"/>
          </a:xfrm>
        </p:grpSpPr>
        <p:sp>
          <p:nvSpPr>
            <p:cNvPr id="8135" name="Google Shape;8135;p58"/>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58"/>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58"/>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58"/>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58"/>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140" name="Google Shape;8140;p58"/>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141" name="Google Shape;8141;p58"/>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142" name="Google Shape;8142;p58"/>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8143" name="Google Shape;8143;p58"/>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8144" name="Google Shape;8144;p58"/>
          <p:cNvGrpSpPr/>
          <p:nvPr/>
        </p:nvGrpSpPr>
        <p:grpSpPr>
          <a:xfrm>
            <a:off x="706392" y="2533730"/>
            <a:ext cx="1452710" cy="651923"/>
            <a:chOff x="803162" y="2667727"/>
            <a:chExt cx="1411906" cy="633611"/>
          </a:xfrm>
        </p:grpSpPr>
        <p:cxnSp>
          <p:nvCxnSpPr>
            <p:cNvPr id="8145" name="Google Shape;8145;p58"/>
            <p:cNvCxnSpPr>
              <a:stCxn id="8146" idx="2"/>
              <a:endCxn id="8147"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48" name="Google Shape;8148;p58"/>
            <p:cNvCxnSpPr>
              <a:stCxn id="8149" idx="0"/>
              <a:endCxn id="8146"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0" name="Google Shape;8150;p58"/>
            <p:cNvCxnSpPr>
              <a:stCxn id="8149" idx="2"/>
              <a:endCxn id="8151"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2" name="Google Shape;8152;p58"/>
            <p:cNvCxnSpPr>
              <a:stCxn id="8153" idx="0"/>
              <a:endCxn id="8149"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4" name="Google Shape;8154;p58"/>
            <p:cNvCxnSpPr>
              <a:stCxn id="8147" idx="2"/>
              <a:endCxn id="8155"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8156" name="Google Shape;8156;p58"/>
            <p:cNvCxnSpPr>
              <a:stCxn id="8157" idx="0"/>
              <a:endCxn id="8147"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8153" name="Google Shape;8153;p58"/>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51" name="Google Shape;8151;p58"/>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57" name="Google Shape;8157;p58"/>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55" name="Google Shape;8155;p58"/>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47" name="Google Shape;8147;p58"/>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49" name="Google Shape;8149;p58"/>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8146" name="Google Shape;8146;p58"/>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8158" name="Google Shape;8158;p58"/>
          <p:cNvGrpSpPr/>
          <p:nvPr/>
        </p:nvGrpSpPr>
        <p:grpSpPr>
          <a:xfrm>
            <a:off x="706394" y="969268"/>
            <a:ext cx="2518541" cy="209309"/>
            <a:chOff x="803163" y="1111966"/>
            <a:chExt cx="2447800" cy="203430"/>
          </a:xfrm>
        </p:grpSpPr>
        <p:grpSp>
          <p:nvGrpSpPr>
            <p:cNvPr id="8159" name="Google Shape;8159;p58"/>
            <p:cNvGrpSpPr/>
            <p:nvPr/>
          </p:nvGrpSpPr>
          <p:grpSpPr>
            <a:xfrm>
              <a:off x="1958180" y="1111966"/>
              <a:ext cx="588019" cy="121396"/>
              <a:chOff x="4808316" y="2800065"/>
              <a:chExt cx="1999386" cy="412910"/>
            </a:xfrm>
          </p:grpSpPr>
          <p:sp>
            <p:nvSpPr>
              <p:cNvPr id="8160" name="Google Shape;8160;p58"/>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61" name="Google Shape;8161;p58"/>
              <p:cNvGrpSpPr/>
              <p:nvPr/>
            </p:nvGrpSpPr>
            <p:grpSpPr>
              <a:xfrm>
                <a:off x="4808316" y="2800065"/>
                <a:ext cx="92400" cy="411825"/>
                <a:chOff x="845575" y="2563700"/>
                <a:chExt cx="92400" cy="411825"/>
              </a:xfrm>
            </p:grpSpPr>
            <p:cxnSp>
              <p:nvCxnSpPr>
                <p:cNvPr id="8162" name="Google Shape;8162;p58"/>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63" name="Google Shape;8163;p58"/>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8164" name="Google Shape;8164;p58"/>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8165" name="Google Shape;8165;p58"/>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66" name="Google Shape;8166;p58"/>
            <p:cNvGrpSpPr/>
            <p:nvPr/>
          </p:nvGrpSpPr>
          <p:grpSpPr>
            <a:xfrm>
              <a:off x="803163" y="1111974"/>
              <a:ext cx="591158" cy="121545"/>
              <a:chOff x="803163" y="1111974"/>
              <a:chExt cx="591158" cy="121545"/>
            </a:xfrm>
          </p:grpSpPr>
          <p:grpSp>
            <p:nvGrpSpPr>
              <p:cNvPr id="8167" name="Google Shape;8167;p58"/>
              <p:cNvGrpSpPr/>
              <p:nvPr/>
            </p:nvGrpSpPr>
            <p:grpSpPr>
              <a:xfrm>
                <a:off x="803163" y="1111974"/>
                <a:ext cx="27175" cy="121077"/>
                <a:chOff x="845575" y="2563700"/>
                <a:chExt cx="92400" cy="411825"/>
              </a:xfrm>
            </p:grpSpPr>
            <p:cxnSp>
              <p:nvCxnSpPr>
                <p:cNvPr id="8168" name="Google Shape;8168;p58"/>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69" name="Google Shape;8169;p58"/>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70" name="Google Shape;8170;p58"/>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1" name="Google Shape;8171;p58"/>
            <p:cNvGrpSpPr/>
            <p:nvPr/>
          </p:nvGrpSpPr>
          <p:grpSpPr>
            <a:xfrm>
              <a:off x="1381910" y="1194219"/>
              <a:ext cx="588341" cy="121177"/>
              <a:chOff x="1381910" y="1194219"/>
              <a:chExt cx="588341" cy="121177"/>
            </a:xfrm>
          </p:grpSpPr>
          <p:grpSp>
            <p:nvGrpSpPr>
              <p:cNvPr id="8172" name="Google Shape;8172;p58"/>
              <p:cNvGrpSpPr/>
              <p:nvPr/>
            </p:nvGrpSpPr>
            <p:grpSpPr>
              <a:xfrm rot="10800000">
                <a:off x="1381910" y="1194319"/>
                <a:ext cx="27175" cy="121077"/>
                <a:chOff x="2070100" y="2563700"/>
                <a:chExt cx="92400" cy="411825"/>
              </a:xfrm>
            </p:grpSpPr>
            <p:cxnSp>
              <p:nvCxnSpPr>
                <p:cNvPr id="8173" name="Google Shape;8173;p58"/>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74" name="Google Shape;8174;p58"/>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75" name="Google Shape;8175;p58"/>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6" name="Google Shape;8176;p58"/>
            <p:cNvGrpSpPr/>
            <p:nvPr/>
          </p:nvGrpSpPr>
          <p:grpSpPr>
            <a:xfrm>
              <a:off x="2532079" y="1194219"/>
              <a:ext cx="704927" cy="121177"/>
              <a:chOff x="2532079" y="1194219"/>
              <a:chExt cx="704927" cy="121177"/>
            </a:xfrm>
          </p:grpSpPr>
          <p:grpSp>
            <p:nvGrpSpPr>
              <p:cNvPr id="8177" name="Google Shape;8177;p58"/>
              <p:cNvGrpSpPr/>
              <p:nvPr/>
            </p:nvGrpSpPr>
            <p:grpSpPr>
              <a:xfrm rot="10800000">
                <a:off x="2532079" y="1194319"/>
                <a:ext cx="27175" cy="121077"/>
                <a:chOff x="2070100" y="2563700"/>
                <a:chExt cx="92400" cy="411825"/>
              </a:xfrm>
            </p:grpSpPr>
            <p:cxnSp>
              <p:nvCxnSpPr>
                <p:cNvPr id="8178" name="Google Shape;8178;p58"/>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8179" name="Google Shape;8179;p58"/>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80" name="Google Shape;8180;p58"/>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81" name="Google Shape;8181;p58"/>
          <p:cNvGrpSpPr/>
          <p:nvPr/>
        </p:nvGrpSpPr>
        <p:grpSpPr>
          <a:xfrm>
            <a:off x="3499404" y="3665900"/>
            <a:ext cx="1567778" cy="491677"/>
            <a:chOff x="5194708" y="3484366"/>
            <a:chExt cx="3148148" cy="987304"/>
          </a:xfrm>
        </p:grpSpPr>
        <p:grpSp>
          <p:nvGrpSpPr>
            <p:cNvPr id="8182" name="Google Shape;8182;p58"/>
            <p:cNvGrpSpPr/>
            <p:nvPr/>
          </p:nvGrpSpPr>
          <p:grpSpPr>
            <a:xfrm>
              <a:off x="7531521" y="3484366"/>
              <a:ext cx="811335" cy="987304"/>
              <a:chOff x="3379425" y="1617275"/>
              <a:chExt cx="1090650" cy="1327200"/>
            </a:xfrm>
          </p:grpSpPr>
          <p:sp>
            <p:nvSpPr>
              <p:cNvPr id="8183" name="Google Shape;8183;p58"/>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58"/>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58"/>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6" name="Google Shape;8186;p58"/>
            <p:cNvGrpSpPr/>
            <p:nvPr/>
          </p:nvGrpSpPr>
          <p:grpSpPr>
            <a:xfrm>
              <a:off x="6752546" y="3484366"/>
              <a:ext cx="811428" cy="987304"/>
              <a:chOff x="2332275" y="1617275"/>
              <a:chExt cx="1090775" cy="1327200"/>
            </a:xfrm>
          </p:grpSpPr>
          <p:sp>
            <p:nvSpPr>
              <p:cNvPr id="8187" name="Google Shape;8187;p58"/>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58"/>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58"/>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0" name="Google Shape;8190;p58"/>
            <p:cNvGrpSpPr/>
            <p:nvPr/>
          </p:nvGrpSpPr>
          <p:grpSpPr>
            <a:xfrm>
              <a:off x="5973664" y="3484366"/>
              <a:ext cx="811335" cy="987304"/>
              <a:chOff x="1285250" y="1617275"/>
              <a:chExt cx="1090650" cy="1327200"/>
            </a:xfrm>
          </p:grpSpPr>
          <p:sp>
            <p:nvSpPr>
              <p:cNvPr id="8191" name="Google Shape;8191;p58"/>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58"/>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58"/>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4" name="Google Shape;8194;p58"/>
            <p:cNvGrpSpPr/>
            <p:nvPr/>
          </p:nvGrpSpPr>
          <p:grpSpPr>
            <a:xfrm>
              <a:off x="5194708" y="3484366"/>
              <a:ext cx="811409" cy="987304"/>
              <a:chOff x="238125" y="1617275"/>
              <a:chExt cx="1090750" cy="1327200"/>
            </a:xfrm>
          </p:grpSpPr>
          <p:sp>
            <p:nvSpPr>
              <p:cNvPr id="8195" name="Google Shape;8195;p58"/>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58"/>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58"/>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98" name="Google Shape;8198;p58"/>
          <p:cNvGrpSpPr/>
          <p:nvPr/>
        </p:nvGrpSpPr>
        <p:grpSpPr>
          <a:xfrm>
            <a:off x="3460013" y="3146311"/>
            <a:ext cx="1616964" cy="346256"/>
            <a:chOff x="1808063" y="4294338"/>
            <a:chExt cx="3370782" cy="721817"/>
          </a:xfrm>
        </p:grpSpPr>
        <p:sp>
          <p:nvSpPr>
            <p:cNvPr id="8199" name="Google Shape;8199;p58"/>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58"/>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58"/>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58"/>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58"/>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58"/>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58"/>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58"/>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58"/>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58"/>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9" name="Google Shape;8209;p58"/>
          <p:cNvGrpSpPr/>
          <p:nvPr/>
        </p:nvGrpSpPr>
        <p:grpSpPr>
          <a:xfrm>
            <a:off x="738225" y="3432340"/>
            <a:ext cx="1295882" cy="646587"/>
            <a:chOff x="834100" y="3642869"/>
            <a:chExt cx="1259483" cy="628426"/>
          </a:xfrm>
        </p:grpSpPr>
        <p:sp>
          <p:nvSpPr>
            <p:cNvPr id="8210" name="Google Shape;8210;p58"/>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58"/>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58"/>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58"/>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58"/>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58"/>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58"/>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58"/>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58"/>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58"/>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58"/>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58"/>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58"/>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58"/>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58"/>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58"/>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58"/>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58"/>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58"/>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58"/>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58"/>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58"/>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58"/>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58"/>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58"/>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35" name="Google Shape;8235;p58"/>
            <p:cNvGrpSpPr/>
            <p:nvPr/>
          </p:nvGrpSpPr>
          <p:grpSpPr>
            <a:xfrm>
              <a:off x="1360364" y="3847835"/>
              <a:ext cx="208119" cy="224359"/>
              <a:chOff x="1360769" y="3847100"/>
              <a:chExt cx="208119" cy="224359"/>
            </a:xfrm>
          </p:grpSpPr>
          <p:sp>
            <p:nvSpPr>
              <p:cNvPr id="8236" name="Google Shape;8236;p58"/>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58"/>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58"/>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58"/>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58"/>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58"/>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58"/>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58"/>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58"/>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58"/>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58"/>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58"/>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58"/>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58"/>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58"/>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58"/>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58"/>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58"/>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58"/>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58"/>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56" name="Google Shape;8256;p58"/>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58"/>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58"/>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58"/>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58"/>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58"/>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58"/>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58"/>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58"/>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58"/>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58"/>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58"/>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58"/>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58"/>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0" name="Google Shape;8270;p58"/>
          <p:cNvGrpSpPr/>
          <p:nvPr/>
        </p:nvGrpSpPr>
        <p:grpSpPr>
          <a:xfrm rot="5400000">
            <a:off x="5951338" y="3228837"/>
            <a:ext cx="164064" cy="1414916"/>
            <a:chOff x="4428249" y="1369375"/>
            <a:chExt cx="36905" cy="429569"/>
          </a:xfrm>
        </p:grpSpPr>
        <p:sp>
          <p:nvSpPr>
            <p:cNvPr id="8271" name="Google Shape;8271;p58"/>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58"/>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58"/>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58"/>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58"/>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58"/>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58"/>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58"/>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58"/>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58"/>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58"/>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58"/>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58"/>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58"/>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58"/>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58"/>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58"/>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58"/>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58"/>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58"/>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58"/>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58"/>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58"/>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58"/>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58"/>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58"/>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58"/>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58"/>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58"/>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58"/>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58"/>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58"/>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3" name="Google Shape;8303;p58"/>
          <p:cNvGrpSpPr/>
          <p:nvPr/>
        </p:nvGrpSpPr>
        <p:grpSpPr>
          <a:xfrm rot="10800000" flipH="1">
            <a:off x="5323767" y="2817380"/>
            <a:ext cx="1419207" cy="24808"/>
            <a:chOff x="219558" y="4738465"/>
            <a:chExt cx="5852400" cy="102300"/>
          </a:xfrm>
        </p:grpSpPr>
        <p:cxnSp>
          <p:nvCxnSpPr>
            <p:cNvPr id="8304" name="Google Shape;8304;p58"/>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8305" name="Google Shape;8305;p58"/>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58"/>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58"/>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58"/>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58"/>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0" name="Google Shape;8310;p58"/>
          <p:cNvGrpSpPr/>
          <p:nvPr/>
        </p:nvGrpSpPr>
        <p:grpSpPr>
          <a:xfrm>
            <a:off x="5335086" y="3190444"/>
            <a:ext cx="1396570" cy="385016"/>
            <a:chOff x="5286284" y="2966544"/>
            <a:chExt cx="1396570" cy="385016"/>
          </a:xfrm>
        </p:grpSpPr>
        <p:cxnSp>
          <p:nvCxnSpPr>
            <p:cNvPr id="8311" name="Google Shape;8311;p58"/>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8312" name="Google Shape;8312;p58"/>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8313" name="Google Shape;8313;p58"/>
            <p:cNvGrpSpPr/>
            <p:nvPr/>
          </p:nvGrpSpPr>
          <p:grpSpPr>
            <a:xfrm>
              <a:off x="5287688" y="3173364"/>
              <a:ext cx="1395166" cy="74100"/>
              <a:chOff x="5287688" y="3173364"/>
              <a:chExt cx="1395166" cy="74100"/>
            </a:xfrm>
          </p:grpSpPr>
          <p:cxnSp>
            <p:nvCxnSpPr>
              <p:cNvPr id="8314" name="Google Shape;8314;p58"/>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8315" name="Google Shape;8315;p58"/>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8316" name="Google Shape;8316;p58"/>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17" name="Google Shape;8317;p58"/>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18" name="Google Shape;8318;p58"/>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19" name="Google Shape;8319;p58"/>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20" name="Google Shape;8320;p58"/>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8321" name="Google Shape;8321;p58"/>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8322" name="Google Shape;8322;p58"/>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8323" name="Google Shape;8323;p58"/>
          <p:cNvGrpSpPr/>
          <p:nvPr/>
        </p:nvGrpSpPr>
        <p:grpSpPr>
          <a:xfrm>
            <a:off x="2021151" y="1609220"/>
            <a:ext cx="1182276" cy="662027"/>
            <a:chOff x="2029517" y="1732295"/>
            <a:chExt cx="1149068" cy="643432"/>
          </a:xfrm>
        </p:grpSpPr>
        <p:grpSp>
          <p:nvGrpSpPr>
            <p:cNvPr id="8324" name="Google Shape;8324;p58"/>
            <p:cNvGrpSpPr/>
            <p:nvPr/>
          </p:nvGrpSpPr>
          <p:grpSpPr>
            <a:xfrm>
              <a:off x="2708660" y="1746937"/>
              <a:ext cx="455427" cy="244429"/>
              <a:chOff x="2700693" y="1746937"/>
              <a:chExt cx="455427" cy="244429"/>
            </a:xfrm>
          </p:grpSpPr>
          <p:grpSp>
            <p:nvGrpSpPr>
              <p:cNvPr id="8325" name="Google Shape;8325;p58"/>
              <p:cNvGrpSpPr/>
              <p:nvPr/>
            </p:nvGrpSpPr>
            <p:grpSpPr>
              <a:xfrm>
                <a:off x="2905682" y="1782817"/>
                <a:ext cx="250438" cy="208549"/>
                <a:chOff x="2905682" y="1782817"/>
                <a:chExt cx="250438" cy="208549"/>
              </a:xfrm>
            </p:grpSpPr>
            <p:cxnSp>
              <p:nvCxnSpPr>
                <p:cNvPr id="8326" name="Google Shape;8326;p58"/>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27" name="Google Shape;8327;p58"/>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8" name="Google Shape;8328;p58"/>
              <p:cNvGrpSpPr/>
              <p:nvPr/>
            </p:nvGrpSpPr>
            <p:grpSpPr>
              <a:xfrm>
                <a:off x="2700693" y="1746937"/>
                <a:ext cx="449967" cy="72374"/>
                <a:chOff x="2700693" y="1746937"/>
                <a:chExt cx="449967" cy="72374"/>
              </a:xfrm>
            </p:grpSpPr>
            <p:cxnSp>
              <p:nvCxnSpPr>
                <p:cNvPr id="8329" name="Google Shape;8329;p58"/>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30" name="Google Shape;8330;p58"/>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31" name="Google Shape;8331;p58"/>
            <p:cNvGrpSpPr/>
            <p:nvPr/>
          </p:nvGrpSpPr>
          <p:grpSpPr>
            <a:xfrm>
              <a:off x="2029517" y="1732295"/>
              <a:ext cx="1149068" cy="643432"/>
              <a:chOff x="2029517" y="1732295"/>
              <a:chExt cx="1149068" cy="643432"/>
            </a:xfrm>
          </p:grpSpPr>
          <p:grpSp>
            <p:nvGrpSpPr>
              <p:cNvPr id="8332" name="Google Shape;8332;p58"/>
              <p:cNvGrpSpPr/>
              <p:nvPr/>
            </p:nvGrpSpPr>
            <p:grpSpPr>
              <a:xfrm>
                <a:off x="2703618" y="2103152"/>
                <a:ext cx="474966" cy="260017"/>
                <a:chOff x="2703618" y="2103152"/>
                <a:chExt cx="474966" cy="260017"/>
              </a:xfrm>
            </p:grpSpPr>
            <p:grpSp>
              <p:nvGrpSpPr>
                <p:cNvPr id="8333" name="Google Shape;8333;p58"/>
                <p:cNvGrpSpPr/>
                <p:nvPr/>
              </p:nvGrpSpPr>
              <p:grpSpPr>
                <a:xfrm>
                  <a:off x="2703618" y="2290640"/>
                  <a:ext cx="450291" cy="72529"/>
                  <a:chOff x="2703618" y="2290640"/>
                  <a:chExt cx="450291" cy="72529"/>
                </a:xfrm>
              </p:grpSpPr>
              <p:cxnSp>
                <p:nvCxnSpPr>
                  <p:cNvPr id="8334" name="Google Shape;8334;p58"/>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35" name="Google Shape;8335;p58"/>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6" name="Google Shape;8336;p58"/>
                <p:cNvGrpSpPr/>
                <p:nvPr/>
              </p:nvGrpSpPr>
              <p:grpSpPr>
                <a:xfrm>
                  <a:off x="2908607" y="2103152"/>
                  <a:ext cx="269977" cy="223538"/>
                  <a:chOff x="2908607" y="2103152"/>
                  <a:chExt cx="269977" cy="223538"/>
                </a:xfrm>
              </p:grpSpPr>
              <p:cxnSp>
                <p:nvCxnSpPr>
                  <p:cNvPr id="8337" name="Google Shape;8337;p58"/>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8338" name="Google Shape;8338;p58"/>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39" name="Google Shape;8339;p58"/>
              <p:cNvGrpSpPr/>
              <p:nvPr/>
            </p:nvGrpSpPr>
            <p:grpSpPr>
              <a:xfrm>
                <a:off x="2029517" y="1732295"/>
                <a:ext cx="685827" cy="643432"/>
                <a:chOff x="2029517" y="1732295"/>
                <a:chExt cx="685827" cy="643432"/>
              </a:xfrm>
            </p:grpSpPr>
            <p:sp>
              <p:nvSpPr>
                <p:cNvPr id="8340" name="Google Shape;8340;p58"/>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41" name="Google Shape;8341;p58"/>
                <p:cNvGrpSpPr/>
                <p:nvPr/>
              </p:nvGrpSpPr>
              <p:grpSpPr>
                <a:xfrm>
                  <a:off x="2158948" y="1732295"/>
                  <a:ext cx="556396" cy="333108"/>
                  <a:chOff x="2158948" y="1732295"/>
                  <a:chExt cx="556396" cy="333108"/>
                </a:xfrm>
              </p:grpSpPr>
              <p:cxnSp>
                <p:nvCxnSpPr>
                  <p:cNvPr id="8342" name="Google Shape;8342;p58"/>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8343" name="Google Shape;8343;p58"/>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4" name="Google Shape;8344;p58"/>
                <p:cNvGrpSpPr/>
                <p:nvPr/>
              </p:nvGrpSpPr>
              <p:grpSpPr>
                <a:xfrm>
                  <a:off x="2159908" y="2065057"/>
                  <a:ext cx="550884" cy="310670"/>
                  <a:chOff x="2159908" y="2065057"/>
                  <a:chExt cx="550884" cy="310670"/>
                </a:xfrm>
              </p:grpSpPr>
              <p:cxnSp>
                <p:nvCxnSpPr>
                  <p:cNvPr id="8345" name="Google Shape;8345;p58"/>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8346" name="Google Shape;8346;p58"/>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8347" name="Google Shape;8347;p58"/>
          <p:cNvGrpSpPr/>
          <p:nvPr/>
        </p:nvGrpSpPr>
        <p:grpSpPr>
          <a:xfrm>
            <a:off x="706400" y="1556833"/>
            <a:ext cx="962651" cy="810058"/>
            <a:chOff x="844912" y="1681380"/>
            <a:chExt cx="935611" cy="787305"/>
          </a:xfrm>
        </p:grpSpPr>
        <p:grpSp>
          <p:nvGrpSpPr>
            <p:cNvPr id="8348" name="Google Shape;8348;p58"/>
            <p:cNvGrpSpPr/>
            <p:nvPr/>
          </p:nvGrpSpPr>
          <p:grpSpPr>
            <a:xfrm>
              <a:off x="844912" y="1819635"/>
              <a:ext cx="329836" cy="510016"/>
              <a:chOff x="844912" y="1819635"/>
              <a:chExt cx="329836" cy="510016"/>
            </a:xfrm>
          </p:grpSpPr>
          <p:sp>
            <p:nvSpPr>
              <p:cNvPr id="8349" name="Google Shape;8349;p58"/>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58"/>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58"/>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58"/>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58"/>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58"/>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5" name="Google Shape;8355;p58"/>
            <p:cNvGrpSpPr/>
            <p:nvPr/>
          </p:nvGrpSpPr>
          <p:grpSpPr>
            <a:xfrm>
              <a:off x="1284601" y="2158168"/>
              <a:ext cx="495923" cy="310517"/>
              <a:chOff x="1284601" y="2158168"/>
              <a:chExt cx="495923" cy="310517"/>
            </a:xfrm>
          </p:grpSpPr>
          <p:sp>
            <p:nvSpPr>
              <p:cNvPr id="8356" name="Google Shape;8356;p58"/>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57" name="Google Shape;8357;p58"/>
              <p:cNvGrpSpPr/>
              <p:nvPr/>
            </p:nvGrpSpPr>
            <p:grpSpPr>
              <a:xfrm>
                <a:off x="1507666" y="2158168"/>
                <a:ext cx="272858" cy="310517"/>
                <a:chOff x="1507666" y="2158168"/>
                <a:chExt cx="272858" cy="310517"/>
              </a:xfrm>
            </p:grpSpPr>
            <p:grpSp>
              <p:nvGrpSpPr>
                <p:cNvPr id="8358" name="Google Shape;8358;p58"/>
                <p:cNvGrpSpPr/>
                <p:nvPr/>
              </p:nvGrpSpPr>
              <p:grpSpPr>
                <a:xfrm>
                  <a:off x="1507666" y="2176104"/>
                  <a:ext cx="166395" cy="273149"/>
                  <a:chOff x="1507666" y="2176104"/>
                  <a:chExt cx="166395" cy="273149"/>
                </a:xfrm>
              </p:grpSpPr>
              <p:sp>
                <p:nvSpPr>
                  <p:cNvPr id="8359" name="Google Shape;8359;p58"/>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58"/>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58"/>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58"/>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58"/>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58"/>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58"/>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66" name="Google Shape;8366;p58"/>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58"/>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68" name="Google Shape;8368;p58"/>
            <p:cNvGrpSpPr/>
            <p:nvPr/>
          </p:nvGrpSpPr>
          <p:grpSpPr>
            <a:xfrm>
              <a:off x="1284601" y="1681380"/>
              <a:ext cx="495923" cy="310517"/>
              <a:chOff x="1284601" y="1681380"/>
              <a:chExt cx="495923" cy="310517"/>
            </a:xfrm>
          </p:grpSpPr>
          <p:sp>
            <p:nvSpPr>
              <p:cNvPr id="8369" name="Google Shape;8369;p58"/>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70" name="Google Shape;8370;p58"/>
              <p:cNvGrpSpPr/>
              <p:nvPr/>
            </p:nvGrpSpPr>
            <p:grpSpPr>
              <a:xfrm>
                <a:off x="1507666" y="1681380"/>
                <a:ext cx="272858" cy="310517"/>
                <a:chOff x="1507666" y="1681380"/>
                <a:chExt cx="272858" cy="310517"/>
              </a:xfrm>
            </p:grpSpPr>
            <p:grpSp>
              <p:nvGrpSpPr>
                <p:cNvPr id="8371" name="Google Shape;8371;p58"/>
                <p:cNvGrpSpPr/>
                <p:nvPr/>
              </p:nvGrpSpPr>
              <p:grpSpPr>
                <a:xfrm>
                  <a:off x="1507666" y="1700120"/>
                  <a:ext cx="166395" cy="272984"/>
                  <a:chOff x="1507666" y="1700120"/>
                  <a:chExt cx="166395" cy="272984"/>
                </a:xfrm>
              </p:grpSpPr>
              <p:sp>
                <p:nvSpPr>
                  <p:cNvPr id="8372" name="Google Shape;8372;p58"/>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58"/>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58"/>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58"/>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58"/>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58"/>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58"/>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79" name="Google Shape;8379;p58"/>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58"/>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381" name="Google Shape;8381;p58"/>
          <p:cNvGrpSpPr/>
          <p:nvPr/>
        </p:nvGrpSpPr>
        <p:grpSpPr>
          <a:xfrm>
            <a:off x="6815341" y="2324262"/>
            <a:ext cx="1622269" cy="552443"/>
            <a:chOff x="6894650" y="2574740"/>
            <a:chExt cx="1445100" cy="492111"/>
          </a:xfrm>
        </p:grpSpPr>
        <p:sp>
          <p:nvSpPr>
            <p:cNvPr id="8382" name="Google Shape;8382;p58"/>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58"/>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58"/>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58"/>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58"/>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387" name="Google Shape;8387;p58"/>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8388" name="Google Shape;8388;p58"/>
          <p:cNvGrpSpPr/>
          <p:nvPr/>
        </p:nvGrpSpPr>
        <p:grpSpPr>
          <a:xfrm>
            <a:off x="6834884" y="3698518"/>
            <a:ext cx="1583206" cy="475705"/>
            <a:chOff x="6953919" y="3907920"/>
            <a:chExt cx="1377300" cy="475705"/>
          </a:xfrm>
        </p:grpSpPr>
        <p:cxnSp>
          <p:nvCxnSpPr>
            <p:cNvPr id="8389" name="Google Shape;8389;p58"/>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8390" name="Google Shape;8390;p58"/>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8391" name="Google Shape;8391;p58"/>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8392" name="Google Shape;8392;p58"/>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8393" name="Google Shape;8393;p58"/>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8394" name="Google Shape;8394;p58"/>
          <p:cNvGrpSpPr/>
          <p:nvPr/>
        </p:nvGrpSpPr>
        <p:grpSpPr>
          <a:xfrm>
            <a:off x="2338472" y="2459663"/>
            <a:ext cx="836286" cy="824529"/>
            <a:chOff x="2389399" y="2595741"/>
            <a:chExt cx="812796" cy="801369"/>
          </a:xfrm>
        </p:grpSpPr>
        <p:grpSp>
          <p:nvGrpSpPr>
            <p:cNvPr id="8395" name="Google Shape;8395;p58"/>
            <p:cNvGrpSpPr/>
            <p:nvPr/>
          </p:nvGrpSpPr>
          <p:grpSpPr>
            <a:xfrm>
              <a:off x="2492145" y="2881565"/>
              <a:ext cx="607300" cy="229751"/>
              <a:chOff x="2492145" y="2881565"/>
              <a:chExt cx="607300" cy="229751"/>
            </a:xfrm>
          </p:grpSpPr>
          <p:sp>
            <p:nvSpPr>
              <p:cNvPr id="8396" name="Google Shape;8396;p58"/>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58"/>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58"/>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9" name="Google Shape;8399;p58"/>
            <p:cNvGrpSpPr/>
            <p:nvPr/>
          </p:nvGrpSpPr>
          <p:grpSpPr>
            <a:xfrm>
              <a:off x="2389399" y="2595741"/>
              <a:ext cx="812796" cy="296825"/>
              <a:chOff x="2389399" y="2595741"/>
              <a:chExt cx="812796" cy="296825"/>
            </a:xfrm>
          </p:grpSpPr>
          <p:grpSp>
            <p:nvGrpSpPr>
              <p:cNvPr id="8400" name="Google Shape;8400;p58"/>
              <p:cNvGrpSpPr/>
              <p:nvPr/>
            </p:nvGrpSpPr>
            <p:grpSpPr>
              <a:xfrm>
                <a:off x="2389399" y="2595741"/>
                <a:ext cx="363638" cy="296825"/>
                <a:chOff x="2389399" y="2595741"/>
                <a:chExt cx="363638" cy="296825"/>
              </a:xfrm>
            </p:grpSpPr>
            <p:grpSp>
              <p:nvGrpSpPr>
                <p:cNvPr id="8401" name="Google Shape;8401;p58"/>
                <p:cNvGrpSpPr/>
                <p:nvPr/>
              </p:nvGrpSpPr>
              <p:grpSpPr>
                <a:xfrm>
                  <a:off x="2493852" y="2794333"/>
                  <a:ext cx="259185" cy="98232"/>
                  <a:chOff x="2493852" y="2794333"/>
                  <a:chExt cx="259185" cy="98232"/>
                </a:xfrm>
              </p:grpSpPr>
              <p:sp>
                <p:nvSpPr>
                  <p:cNvPr id="8402" name="Google Shape;8402;p58"/>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58"/>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58"/>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5" name="Google Shape;8405;p58"/>
                <p:cNvGrpSpPr/>
                <p:nvPr/>
              </p:nvGrpSpPr>
              <p:grpSpPr>
                <a:xfrm>
                  <a:off x="2389399" y="2595741"/>
                  <a:ext cx="224343" cy="182054"/>
                  <a:chOff x="2389399" y="2595741"/>
                  <a:chExt cx="224343" cy="182054"/>
                </a:xfrm>
              </p:grpSpPr>
              <p:sp>
                <p:nvSpPr>
                  <p:cNvPr id="8406" name="Google Shape;8406;p58"/>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58"/>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08" name="Google Shape;8408;p58"/>
              <p:cNvGrpSpPr/>
              <p:nvPr/>
            </p:nvGrpSpPr>
            <p:grpSpPr>
              <a:xfrm>
                <a:off x="2683630" y="2595741"/>
                <a:ext cx="224334" cy="296825"/>
                <a:chOff x="2683630" y="2595741"/>
                <a:chExt cx="224334" cy="296825"/>
              </a:xfrm>
            </p:grpSpPr>
            <p:grpSp>
              <p:nvGrpSpPr>
                <p:cNvPr id="8409" name="Google Shape;8409;p58"/>
                <p:cNvGrpSpPr/>
                <p:nvPr/>
              </p:nvGrpSpPr>
              <p:grpSpPr>
                <a:xfrm>
                  <a:off x="2788083" y="2794333"/>
                  <a:ext cx="15356" cy="98232"/>
                  <a:chOff x="2788083" y="2794333"/>
                  <a:chExt cx="15356" cy="98232"/>
                </a:xfrm>
              </p:grpSpPr>
              <p:sp>
                <p:nvSpPr>
                  <p:cNvPr id="8410" name="Google Shape;8410;p58"/>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58"/>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58"/>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3" name="Google Shape;8413;p58"/>
                <p:cNvGrpSpPr/>
                <p:nvPr/>
              </p:nvGrpSpPr>
              <p:grpSpPr>
                <a:xfrm>
                  <a:off x="2683630" y="2595741"/>
                  <a:ext cx="224334" cy="182054"/>
                  <a:chOff x="2683630" y="2595741"/>
                  <a:chExt cx="224334" cy="182054"/>
                </a:xfrm>
              </p:grpSpPr>
              <p:sp>
                <p:nvSpPr>
                  <p:cNvPr id="8414" name="Google Shape;8414;p58"/>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58"/>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16" name="Google Shape;8416;p58"/>
              <p:cNvGrpSpPr/>
              <p:nvPr/>
            </p:nvGrpSpPr>
            <p:grpSpPr>
              <a:xfrm>
                <a:off x="2838475" y="2595741"/>
                <a:ext cx="363719" cy="296825"/>
                <a:chOff x="2838475" y="2595741"/>
                <a:chExt cx="363719" cy="296825"/>
              </a:xfrm>
            </p:grpSpPr>
            <p:grpSp>
              <p:nvGrpSpPr>
                <p:cNvPr id="8417" name="Google Shape;8417;p58"/>
                <p:cNvGrpSpPr/>
                <p:nvPr/>
              </p:nvGrpSpPr>
              <p:grpSpPr>
                <a:xfrm>
                  <a:off x="2838475" y="2794333"/>
                  <a:ext cx="259185" cy="98232"/>
                  <a:chOff x="2838475" y="2794333"/>
                  <a:chExt cx="259185" cy="98232"/>
                </a:xfrm>
              </p:grpSpPr>
              <p:sp>
                <p:nvSpPr>
                  <p:cNvPr id="8418" name="Google Shape;8418;p58"/>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58"/>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58"/>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1" name="Google Shape;8421;p58"/>
                <p:cNvGrpSpPr/>
                <p:nvPr/>
              </p:nvGrpSpPr>
              <p:grpSpPr>
                <a:xfrm>
                  <a:off x="2977852" y="2595741"/>
                  <a:ext cx="224343" cy="182054"/>
                  <a:chOff x="2977852" y="2595741"/>
                  <a:chExt cx="224343" cy="182054"/>
                </a:xfrm>
              </p:grpSpPr>
              <p:sp>
                <p:nvSpPr>
                  <p:cNvPr id="8422" name="Google Shape;8422;p58"/>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58"/>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424" name="Google Shape;8424;p58"/>
            <p:cNvGrpSpPr/>
            <p:nvPr/>
          </p:nvGrpSpPr>
          <p:grpSpPr>
            <a:xfrm>
              <a:off x="2389399" y="3100241"/>
              <a:ext cx="812796" cy="296869"/>
              <a:chOff x="2389399" y="3100241"/>
              <a:chExt cx="812796" cy="296869"/>
            </a:xfrm>
          </p:grpSpPr>
          <p:grpSp>
            <p:nvGrpSpPr>
              <p:cNvPr id="8425" name="Google Shape;8425;p58"/>
              <p:cNvGrpSpPr/>
              <p:nvPr/>
            </p:nvGrpSpPr>
            <p:grpSpPr>
              <a:xfrm>
                <a:off x="2683630" y="3100241"/>
                <a:ext cx="224334" cy="296869"/>
                <a:chOff x="2683630" y="3100241"/>
                <a:chExt cx="224334" cy="296869"/>
              </a:xfrm>
            </p:grpSpPr>
            <p:grpSp>
              <p:nvGrpSpPr>
                <p:cNvPr id="8426" name="Google Shape;8426;p58"/>
                <p:cNvGrpSpPr/>
                <p:nvPr/>
              </p:nvGrpSpPr>
              <p:grpSpPr>
                <a:xfrm>
                  <a:off x="2788083" y="3100241"/>
                  <a:ext cx="15356" cy="98237"/>
                  <a:chOff x="2788083" y="3100241"/>
                  <a:chExt cx="15356" cy="98237"/>
                </a:xfrm>
              </p:grpSpPr>
              <p:sp>
                <p:nvSpPr>
                  <p:cNvPr id="8427" name="Google Shape;8427;p58"/>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58"/>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58"/>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0" name="Google Shape;8430;p58"/>
                <p:cNvGrpSpPr/>
                <p:nvPr/>
              </p:nvGrpSpPr>
              <p:grpSpPr>
                <a:xfrm>
                  <a:off x="2683630" y="3215065"/>
                  <a:ext cx="224334" cy="182045"/>
                  <a:chOff x="2683630" y="3215065"/>
                  <a:chExt cx="224334" cy="182045"/>
                </a:xfrm>
              </p:grpSpPr>
              <p:sp>
                <p:nvSpPr>
                  <p:cNvPr id="8431" name="Google Shape;8431;p58"/>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58"/>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33" name="Google Shape;8433;p58"/>
              <p:cNvGrpSpPr/>
              <p:nvPr/>
            </p:nvGrpSpPr>
            <p:grpSpPr>
              <a:xfrm>
                <a:off x="2389399" y="3100241"/>
                <a:ext cx="363638" cy="296869"/>
                <a:chOff x="2389399" y="3100241"/>
                <a:chExt cx="363638" cy="296869"/>
              </a:xfrm>
            </p:grpSpPr>
            <p:grpSp>
              <p:nvGrpSpPr>
                <p:cNvPr id="8434" name="Google Shape;8434;p58"/>
                <p:cNvGrpSpPr/>
                <p:nvPr/>
              </p:nvGrpSpPr>
              <p:grpSpPr>
                <a:xfrm>
                  <a:off x="2493852" y="3100241"/>
                  <a:ext cx="259185" cy="98237"/>
                  <a:chOff x="2493852" y="3100241"/>
                  <a:chExt cx="259185" cy="98237"/>
                </a:xfrm>
              </p:grpSpPr>
              <p:sp>
                <p:nvSpPr>
                  <p:cNvPr id="8435" name="Google Shape;8435;p58"/>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58"/>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58"/>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8" name="Google Shape;8438;p58"/>
                <p:cNvGrpSpPr/>
                <p:nvPr/>
              </p:nvGrpSpPr>
              <p:grpSpPr>
                <a:xfrm>
                  <a:off x="2389399" y="3215065"/>
                  <a:ext cx="224343" cy="182045"/>
                  <a:chOff x="2389399" y="3215065"/>
                  <a:chExt cx="224343" cy="182045"/>
                </a:xfrm>
              </p:grpSpPr>
              <p:sp>
                <p:nvSpPr>
                  <p:cNvPr id="8439" name="Google Shape;8439;p58"/>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58"/>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41" name="Google Shape;8441;p58"/>
              <p:cNvGrpSpPr/>
              <p:nvPr/>
            </p:nvGrpSpPr>
            <p:grpSpPr>
              <a:xfrm>
                <a:off x="2838475" y="3100241"/>
                <a:ext cx="363719" cy="296869"/>
                <a:chOff x="2838475" y="3100241"/>
                <a:chExt cx="363719" cy="296869"/>
              </a:xfrm>
            </p:grpSpPr>
            <p:grpSp>
              <p:nvGrpSpPr>
                <p:cNvPr id="8442" name="Google Shape;8442;p58"/>
                <p:cNvGrpSpPr/>
                <p:nvPr/>
              </p:nvGrpSpPr>
              <p:grpSpPr>
                <a:xfrm>
                  <a:off x="2838475" y="3100241"/>
                  <a:ext cx="259185" cy="98237"/>
                  <a:chOff x="2838475" y="3100241"/>
                  <a:chExt cx="259185" cy="98237"/>
                </a:xfrm>
              </p:grpSpPr>
              <p:sp>
                <p:nvSpPr>
                  <p:cNvPr id="8443" name="Google Shape;8443;p58"/>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58"/>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58"/>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6" name="Google Shape;8446;p58"/>
                <p:cNvGrpSpPr/>
                <p:nvPr/>
              </p:nvGrpSpPr>
              <p:grpSpPr>
                <a:xfrm>
                  <a:off x="2977852" y="3215065"/>
                  <a:ext cx="224343" cy="182045"/>
                  <a:chOff x="2977852" y="3215065"/>
                  <a:chExt cx="224343" cy="182045"/>
                </a:xfrm>
              </p:grpSpPr>
              <p:sp>
                <p:nvSpPr>
                  <p:cNvPr id="8447" name="Google Shape;8447;p58"/>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58"/>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8452"/>
        <p:cNvGrpSpPr/>
        <p:nvPr/>
      </p:nvGrpSpPr>
      <p:grpSpPr>
        <a:xfrm>
          <a:off x="0" y="0"/>
          <a:ext cx="0" cy="0"/>
          <a:chOff x="0" y="0"/>
          <a:chExt cx="0" cy="0"/>
        </a:xfrm>
      </p:grpSpPr>
      <p:grpSp>
        <p:nvGrpSpPr>
          <p:cNvPr id="8453" name="Google Shape;8453;p59"/>
          <p:cNvGrpSpPr/>
          <p:nvPr/>
        </p:nvGrpSpPr>
        <p:grpSpPr>
          <a:xfrm>
            <a:off x="702075" y="3155925"/>
            <a:ext cx="2390414" cy="1024800"/>
            <a:chOff x="728925" y="3296613"/>
            <a:chExt cx="2390414" cy="1024800"/>
          </a:xfrm>
        </p:grpSpPr>
        <p:grpSp>
          <p:nvGrpSpPr>
            <p:cNvPr id="8454" name="Google Shape;8454;p59"/>
            <p:cNvGrpSpPr/>
            <p:nvPr/>
          </p:nvGrpSpPr>
          <p:grpSpPr>
            <a:xfrm>
              <a:off x="728925" y="3619800"/>
              <a:ext cx="2390414" cy="500893"/>
              <a:chOff x="728925" y="3619800"/>
              <a:chExt cx="2390414" cy="500893"/>
            </a:xfrm>
          </p:grpSpPr>
          <p:sp>
            <p:nvSpPr>
              <p:cNvPr id="8455" name="Google Shape;8455;p59"/>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56" name="Google Shape;8456;p59"/>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8457" name="Google Shape;8457;p59"/>
            <p:cNvGrpSpPr/>
            <p:nvPr/>
          </p:nvGrpSpPr>
          <p:grpSpPr>
            <a:xfrm>
              <a:off x="1348050" y="3296613"/>
              <a:ext cx="1706152" cy="1024800"/>
              <a:chOff x="1348050" y="3296613"/>
              <a:chExt cx="1706152" cy="1024800"/>
            </a:xfrm>
          </p:grpSpPr>
          <p:sp>
            <p:nvSpPr>
              <p:cNvPr id="8458" name="Google Shape;8458;p59"/>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59" name="Google Shape;8459;p59"/>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60" name="Google Shape;8460;p59"/>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61" name="Google Shape;8461;p59"/>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8462" name="Google Shape;8462;p59"/>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8463" name="Google Shape;8463;p59"/>
            <p:cNvGrpSpPr/>
            <p:nvPr/>
          </p:nvGrpSpPr>
          <p:grpSpPr>
            <a:xfrm>
              <a:off x="1455707" y="3654858"/>
              <a:ext cx="1491150" cy="417657"/>
              <a:chOff x="1455707" y="3654858"/>
              <a:chExt cx="1491150" cy="417657"/>
            </a:xfrm>
          </p:grpSpPr>
          <p:sp>
            <p:nvSpPr>
              <p:cNvPr id="8464" name="Google Shape;8464;p59"/>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59"/>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59"/>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59"/>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59"/>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59"/>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59"/>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59"/>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59"/>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59"/>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59"/>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59"/>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59"/>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59"/>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59"/>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59"/>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59"/>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59"/>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59"/>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59"/>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8484" name="Google Shape;8484;p59"/>
          <p:cNvGraphicFramePr/>
          <p:nvPr/>
        </p:nvGraphicFramePr>
        <p:xfrm>
          <a:off x="5937775" y="2153837"/>
          <a:ext cx="3000000" cy="3000000"/>
        </p:xfrm>
        <a:graphic>
          <a:graphicData uri="http://schemas.openxmlformats.org/drawingml/2006/table">
            <a:tbl>
              <a:tblPr>
                <a:noFill/>
                <a:tableStyleId>{7AEFDC93-782D-4E4C-A218-EDA5358B997B}</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8485" name="Google Shape;8485;p59"/>
          <p:cNvGrpSpPr/>
          <p:nvPr/>
        </p:nvGrpSpPr>
        <p:grpSpPr>
          <a:xfrm>
            <a:off x="710451" y="981601"/>
            <a:ext cx="2396505" cy="976502"/>
            <a:chOff x="749309" y="1112739"/>
            <a:chExt cx="2371603" cy="976502"/>
          </a:xfrm>
        </p:grpSpPr>
        <p:grpSp>
          <p:nvGrpSpPr>
            <p:cNvPr id="8486" name="Google Shape;8486;p59"/>
            <p:cNvGrpSpPr/>
            <p:nvPr/>
          </p:nvGrpSpPr>
          <p:grpSpPr>
            <a:xfrm>
              <a:off x="1092126" y="1112739"/>
              <a:ext cx="2028786" cy="975464"/>
              <a:chOff x="1092126" y="1112739"/>
              <a:chExt cx="2028786" cy="975464"/>
            </a:xfrm>
          </p:grpSpPr>
          <p:sp>
            <p:nvSpPr>
              <p:cNvPr id="8487" name="Google Shape;8487;p59"/>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59"/>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59"/>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59"/>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59"/>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59"/>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59"/>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59"/>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59"/>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59"/>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59"/>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59"/>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59"/>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59"/>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59"/>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59"/>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59"/>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59"/>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59"/>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59"/>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59"/>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59"/>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59"/>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59"/>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1" name="Google Shape;8511;p59"/>
            <p:cNvGrpSpPr/>
            <p:nvPr/>
          </p:nvGrpSpPr>
          <p:grpSpPr>
            <a:xfrm>
              <a:off x="749309" y="1112739"/>
              <a:ext cx="314700" cy="975464"/>
              <a:chOff x="749309" y="1112739"/>
              <a:chExt cx="314700" cy="975464"/>
            </a:xfrm>
          </p:grpSpPr>
          <p:sp>
            <p:nvSpPr>
              <p:cNvPr id="8512" name="Google Shape;8512;p59"/>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59"/>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59"/>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59"/>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16" name="Google Shape;8516;p59"/>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59"/>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59"/>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59"/>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8520" name="Google Shape;8520;p59"/>
          <p:cNvGraphicFramePr/>
          <p:nvPr/>
        </p:nvGraphicFramePr>
        <p:xfrm>
          <a:off x="5937800" y="981587"/>
          <a:ext cx="3000000" cy="3000000"/>
        </p:xfrm>
        <a:graphic>
          <a:graphicData uri="http://schemas.openxmlformats.org/drawingml/2006/table">
            <a:tbl>
              <a:tblPr>
                <a:noFill/>
                <a:tableStyleId>{7AEFDC93-782D-4E4C-A218-EDA5358B997B}</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8521" name="Google Shape;8521;p59"/>
          <p:cNvGraphicFramePr/>
          <p:nvPr/>
        </p:nvGraphicFramePr>
        <p:xfrm>
          <a:off x="3358663" y="2153837"/>
          <a:ext cx="3000000" cy="3000000"/>
        </p:xfrm>
        <a:graphic>
          <a:graphicData uri="http://schemas.openxmlformats.org/drawingml/2006/table">
            <a:tbl>
              <a:tblPr>
                <a:noFill/>
                <a:tableStyleId>{7AEFDC93-782D-4E4C-A218-EDA5358B997B}</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8522" name="Google Shape;8522;p59"/>
          <p:cNvGrpSpPr/>
          <p:nvPr/>
        </p:nvGrpSpPr>
        <p:grpSpPr>
          <a:xfrm>
            <a:off x="3360649" y="3144798"/>
            <a:ext cx="2363377" cy="1047062"/>
            <a:chOff x="3358399" y="3285485"/>
            <a:chExt cx="2363377" cy="1047062"/>
          </a:xfrm>
        </p:grpSpPr>
        <p:grpSp>
          <p:nvGrpSpPr>
            <p:cNvPr id="8523" name="Google Shape;8523;p59"/>
            <p:cNvGrpSpPr/>
            <p:nvPr/>
          </p:nvGrpSpPr>
          <p:grpSpPr>
            <a:xfrm>
              <a:off x="3358412" y="3285485"/>
              <a:ext cx="2363244" cy="139500"/>
              <a:chOff x="3358412" y="3285485"/>
              <a:chExt cx="2363244" cy="139500"/>
            </a:xfrm>
          </p:grpSpPr>
          <p:sp>
            <p:nvSpPr>
              <p:cNvPr id="8524" name="Google Shape;8524;p59"/>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59"/>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59"/>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59"/>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59"/>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9" name="Google Shape;8529;p59"/>
            <p:cNvGrpSpPr/>
            <p:nvPr/>
          </p:nvGrpSpPr>
          <p:grpSpPr>
            <a:xfrm>
              <a:off x="3358412" y="3466996"/>
              <a:ext cx="2363244" cy="139500"/>
              <a:chOff x="3358412" y="3466996"/>
              <a:chExt cx="2363244" cy="139500"/>
            </a:xfrm>
          </p:grpSpPr>
          <p:sp>
            <p:nvSpPr>
              <p:cNvPr id="8530" name="Google Shape;8530;p59"/>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59"/>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59"/>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59"/>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59"/>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5" name="Google Shape;8535;p59"/>
            <p:cNvGrpSpPr/>
            <p:nvPr/>
          </p:nvGrpSpPr>
          <p:grpSpPr>
            <a:xfrm>
              <a:off x="3358412" y="3648507"/>
              <a:ext cx="2363244" cy="139500"/>
              <a:chOff x="3358412" y="3648507"/>
              <a:chExt cx="2363244" cy="139500"/>
            </a:xfrm>
          </p:grpSpPr>
          <p:sp>
            <p:nvSpPr>
              <p:cNvPr id="8536" name="Google Shape;8536;p59"/>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59"/>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59"/>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59"/>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59"/>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1" name="Google Shape;8541;p59"/>
            <p:cNvGrpSpPr/>
            <p:nvPr/>
          </p:nvGrpSpPr>
          <p:grpSpPr>
            <a:xfrm>
              <a:off x="3358412" y="3830018"/>
              <a:ext cx="2363244" cy="139500"/>
              <a:chOff x="3358412" y="3830018"/>
              <a:chExt cx="2363244" cy="139500"/>
            </a:xfrm>
          </p:grpSpPr>
          <p:sp>
            <p:nvSpPr>
              <p:cNvPr id="8542" name="Google Shape;8542;p59"/>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59"/>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59"/>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59"/>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59"/>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7" name="Google Shape;8547;p59"/>
            <p:cNvGrpSpPr/>
            <p:nvPr/>
          </p:nvGrpSpPr>
          <p:grpSpPr>
            <a:xfrm>
              <a:off x="3358399" y="4011514"/>
              <a:ext cx="2363377" cy="139537"/>
              <a:chOff x="3294800" y="4134603"/>
              <a:chExt cx="2638876" cy="152400"/>
            </a:xfrm>
          </p:grpSpPr>
          <p:sp>
            <p:nvSpPr>
              <p:cNvPr id="8548" name="Google Shape;8548;p59"/>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59"/>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59"/>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59"/>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59"/>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3" name="Google Shape;8553;p59"/>
            <p:cNvGrpSpPr/>
            <p:nvPr/>
          </p:nvGrpSpPr>
          <p:grpSpPr>
            <a:xfrm>
              <a:off x="3358399" y="4193010"/>
              <a:ext cx="2363377" cy="139537"/>
              <a:chOff x="3294800" y="4134603"/>
              <a:chExt cx="2638876" cy="152400"/>
            </a:xfrm>
          </p:grpSpPr>
          <p:sp>
            <p:nvSpPr>
              <p:cNvPr id="8554" name="Google Shape;8554;p59"/>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59"/>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59"/>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59"/>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59"/>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8559" name="Google Shape;8559;p59"/>
          <p:cNvGraphicFramePr/>
          <p:nvPr/>
        </p:nvGraphicFramePr>
        <p:xfrm>
          <a:off x="711450" y="2153837"/>
          <a:ext cx="3000000" cy="3000000"/>
        </p:xfrm>
        <a:graphic>
          <a:graphicData uri="http://schemas.openxmlformats.org/drawingml/2006/table">
            <a:tbl>
              <a:tblPr>
                <a:noFill/>
                <a:tableStyleId>{7AEFDC93-782D-4E4C-A218-EDA5358B997B}</a:tableStyleId>
              </a:tblPr>
              <a:tblGrid>
                <a:gridCol w="592450">
                  <a:extLst>
                    <a:ext uri="{9D8B030D-6E8A-4147-A177-3AD203B41FA5}">
                      <a16:colId xmlns:a16="http://schemas.microsoft.com/office/drawing/2014/main" val="20000"/>
                    </a:ext>
                  </a:extLst>
                </a:gridCol>
                <a:gridCol w="592450">
                  <a:extLst>
                    <a:ext uri="{9D8B030D-6E8A-4147-A177-3AD203B41FA5}">
                      <a16:colId xmlns:a16="http://schemas.microsoft.com/office/drawing/2014/main" val="20001"/>
                    </a:ext>
                  </a:extLst>
                </a:gridCol>
                <a:gridCol w="592450">
                  <a:extLst>
                    <a:ext uri="{9D8B030D-6E8A-4147-A177-3AD203B41FA5}">
                      <a16:colId xmlns:a16="http://schemas.microsoft.com/office/drawing/2014/main" val="20002"/>
                    </a:ext>
                  </a:extLst>
                </a:gridCol>
                <a:gridCol w="592450">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8560" name="Google Shape;8560;p59"/>
          <p:cNvGrpSpPr/>
          <p:nvPr/>
        </p:nvGrpSpPr>
        <p:grpSpPr>
          <a:xfrm>
            <a:off x="4161119" y="2557652"/>
            <a:ext cx="1302095" cy="60959"/>
            <a:chOff x="3558802" y="4011427"/>
            <a:chExt cx="1866000" cy="111300"/>
          </a:xfrm>
        </p:grpSpPr>
        <p:sp>
          <p:nvSpPr>
            <p:cNvPr id="8561" name="Google Shape;8561;p59"/>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59"/>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3" name="Google Shape;8563;p59"/>
          <p:cNvGrpSpPr/>
          <p:nvPr/>
        </p:nvGrpSpPr>
        <p:grpSpPr>
          <a:xfrm>
            <a:off x="4706607" y="2839811"/>
            <a:ext cx="914340" cy="60959"/>
            <a:chOff x="3558802" y="4011427"/>
            <a:chExt cx="1866000" cy="111300"/>
          </a:xfrm>
        </p:grpSpPr>
        <p:sp>
          <p:nvSpPr>
            <p:cNvPr id="8564" name="Google Shape;8564;p59"/>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59"/>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6" name="Google Shape;8566;p59"/>
          <p:cNvGrpSpPr/>
          <p:nvPr/>
        </p:nvGrpSpPr>
        <p:grpSpPr>
          <a:xfrm>
            <a:off x="5874449" y="3167609"/>
            <a:ext cx="2519825" cy="1001454"/>
            <a:chOff x="1906114" y="789980"/>
            <a:chExt cx="1487676" cy="606868"/>
          </a:xfrm>
        </p:grpSpPr>
        <p:cxnSp>
          <p:nvCxnSpPr>
            <p:cNvPr id="8567" name="Google Shape;8567;p59"/>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8568" name="Google Shape;8568;p59"/>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8569" name="Google Shape;8569;p59"/>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8570" name="Google Shape;8570;p59"/>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8571" name="Google Shape;8571;p59"/>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8572" name="Google Shape;8572;p59"/>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8573" name="Google Shape;8573;p59"/>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8574" name="Google Shape;8574;p59"/>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59"/>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59"/>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59"/>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59"/>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59"/>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59"/>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8581" name="Google Shape;8581;p59"/>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8582" name="Google Shape;8582;p59"/>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8583" name="Google Shape;8583;p59"/>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4" name="Google Shape;8584;p59"/>
          <p:cNvGrpSpPr/>
          <p:nvPr/>
        </p:nvGrpSpPr>
        <p:grpSpPr>
          <a:xfrm>
            <a:off x="3355812" y="951645"/>
            <a:ext cx="2363393" cy="1005865"/>
            <a:chOff x="3292400" y="1193188"/>
            <a:chExt cx="2615240" cy="1131075"/>
          </a:xfrm>
        </p:grpSpPr>
        <p:sp>
          <p:nvSpPr>
            <p:cNvPr id="8585" name="Google Shape;8585;p59"/>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586" name="Google Shape;8586;p59"/>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587" name="Google Shape;8587;p59"/>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8588" name="Google Shape;8588;p59"/>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8589" name="Google Shape;8589;p59"/>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8590" name="Google Shape;8590;p59"/>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8591" name="Google Shape;8591;p59"/>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8592" name="Google Shape;8592;p59"/>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8593" name="Google Shape;8593;p59"/>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8594" name="Google Shape;8594;p59"/>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8595" name="Google Shape;8595;p59"/>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8596" name="Google Shape;8596;p59"/>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8597" name="Google Shape;8597;p59"/>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8598" name="Google Shape;8598;p59"/>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8599" name="Google Shape;8599;p59"/>
            <p:cNvGrpSpPr/>
            <p:nvPr/>
          </p:nvGrpSpPr>
          <p:grpSpPr>
            <a:xfrm>
              <a:off x="3748438" y="1378608"/>
              <a:ext cx="2159202" cy="903971"/>
              <a:chOff x="1683525" y="2179850"/>
              <a:chExt cx="4519050" cy="2134525"/>
            </a:xfrm>
          </p:grpSpPr>
          <p:sp>
            <p:nvSpPr>
              <p:cNvPr id="8600" name="Google Shape;8600;p59"/>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1" name="Google Shape;8601;p59"/>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2" name="Google Shape;8602;p59"/>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3" name="Google Shape;8603;p59"/>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4" name="Google Shape;8604;p59"/>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5" name="Google Shape;8605;p59"/>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6" name="Google Shape;8606;p59"/>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7" name="Google Shape;8607;p59"/>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8" name="Google Shape;8608;p59"/>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09" name="Google Shape;8609;p59"/>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0" name="Google Shape;8610;p59"/>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8611" name="Google Shape;8611;p59"/>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615"/>
        <p:cNvGrpSpPr/>
        <p:nvPr/>
      </p:nvGrpSpPr>
      <p:grpSpPr>
        <a:xfrm>
          <a:off x="0" y="0"/>
          <a:ext cx="0" cy="0"/>
          <a:chOff x="0" y="0"/>
          <a:chExt cx="0" cy="0"/>
        </a:xfrm>
      </p:grpSpPr>
      <p:grpSp>
        <p:nvGrpSpPr>
          <p:cNvPr id="8616" name="Google Shape;8616;p60"/>
          <p:cNvGrpSpPr/>
          <p:nvPr/>
        </p:nvGrpSpPr>
        <p:grpSpPr>
          <a:xfrm>
            <a:off x="4796684" y="970941"/>
            <a:ext cx="745431" cy="718863"/>
            <a:chOff x="4249973" y="1201875"/>
            <a:chExt cx="1958568" cy="1888762"/>
          </a:xfrm>
        </p:grpSpPr>
        <p:sp>
          <p:nvSpPr>
            <p:cNvPr id="8617" name="Google Shape;8617;p60"/>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8" name="Google Shape;8618;p60"/>
            <p:cNvGrpSpPr/>
            <p:nvPr/>
          </p:nvGrpSpPr>
          <p:grpSpPr>
            <a:xfrm>
              <a:off x="5853086" y="1789142"/>
              <a:ext cx="355454" cy="1048099"/>
              <a:chOff x="5576108" y="2016725"/>
              <a:chExt cx="565200" cy="1666560"/>
            </a:xfrm>
          </p:grpSpPr>
          <p:sp>
            <p:nvSpPr>
              <p:cNvPr id="8619" name="Google Shape;8619;p60"/>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0" name="Google Shape;8620;p60"/>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1" name="Google Shape;8621;p60"/>
            <p:cNvGrpSpPr/>
            <p:nvPr/>
          </p:nvGrpSpPr>
          <p:grpSpPr>
            <a:xfrm>
              <a:off x="4869455" y="2691676"/>
              <a:ext cx="1013897" cy="398961"/>
              <a:chOff x="4012057" y="3451825"/>
              <a:chExt cx="1612175" cy="634379"/>
            </a:xfrm>
          </p:grpSpPr>
          <p:sp>
            <p:nvSpPr>
              <p:cNvPr id="8622" name="Google Shape;8622;p60"/>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3" name="Google Shape;8623;p60"/>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4" name="Google Shape;8624;p60"/>
            <p:cNvGrpSpPr/>
            <p:nvPr/>
          </p:nvGrpSpPr>
          <p:grpSpPr>
            <a:xfrm>
              <a:off x="4276937" y="2155961"/>
              <a:ext cx="651965" cy="891358"/>
              <a:chOff x="3069908" y="2599997"/>
              <a:chExt cx="1036675" cy="1417328"/>
            </a:xfrm>
          </p:grpSpPr>
          <p:sp>
            <p:nvSpPr>
              <p:cNvPr id="8625" name="Google Shape;8625;p60"/>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6" name="Google Shape;8626;p60"/>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7" name="Google Shape;8627;p60"/>
            <p:cNvGrpSpPr/>
            <p:nvPr/>
          </p:nvGrpSpPr>
          <p:grpSpPr>
            <a:xfrm>
              <a:off x="5054918" y="1201875"/>
              <a:ext cx="999548" cy="602711"/>
              <a:chOff x="4306958" y="1082925"/>
              <a:chExt cx="1589359" cy="958358"/>
            </a:xfrm>
          </p:grpSpPr>
          <p:sp>
            <p:nvSpPr>
              <p:cNvPr id="8628" name="Google Shape;8628;p60"/>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29" name="Google Shape;8629;p60"/>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0" name="Google Shape;8630;p60"/>
            <p:cNvGrpSpPr/>
            <p:nvPr/>
          </p:nvGrpSpPr>
          <p:grpSpPr>
            <a:xfrm>
              <a:off x="4249973" y="1303451"/>
              <a:ext cx="799317" cy="841334"/>
              <a:chOff x="3027033" y="1244439"/>
              <a:chExt cx="1270977" cy="1337786"/>
            </a:xfrm>
          </p:grpSpPr>
          <p:sp>
            <p:nvSpPr>
              <p:cNvPr id="8631" name="Google Shape;8631;p60"/>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8632" name="Google Shape;8632;p60"/>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633" name="Google Shape;8633;p60"/>
          <p:cNvGrpSpPr/>
          <p:nvPr/>
        </p:nvGrpSpPr>
        <p:grpSpPr>
          <a:xfrm>
            <a:off x="713057" y="1849390"/>
            <a:ext cx="761767" cy="729896"/>
            <a:chOff x="2657744" y="2337745"/>
            <a:chExt cx="832987" cy="798137"/>
          </a:xfrm>
        </p:grpSpPr>
        <p:sp>
          <p:nvSpPr>
            <p:cNvPr id="8634" name="Google Shape;8634;p60"/>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60"/>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60"/>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60"/>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0"/>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0"/>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0" name="Google Shape;8640;p60"/>
          <p:cNvGrpSpPr/>
          <p:nvPr/>
        </p:nvGrpSpPr>
        <p:grpSpPr>
          <a:xfrm>
            <a:off x="3224022" y="1852597"/>
            <a:ext cx="685569" cy="723586"/>
            <a:chOff x="3398134" y="2057755"/>
            <a:chExt cx="704087" cy="743130"/>
          </a:xfrm>
        </p:grpSpPr>
        <p:grpSp>
          <p:nvGrpSpPr>
            <p:cNvPr id="8641" name="Google Shape;8641;p60"/>
            <p:cNvGrpSpPr/>
            <p:nvPr/>
          </p:nvGrpSpPr>
          <p:grpSpPr>
            <a:xfrm>
              <a:off x="3398134" y="2290183"/>
              <a:ext cx="315300" cy="219900"/>
              <a:chOff x="3398134" y="2290183"/>
              <a:chExt cx="315300" cy="219900"/>
            </a:xfrm>
          </p:grpSpPr>
          <p:sp>
            <p:nvSpPr>
              <p:cNvPr id="8642" name="Google Shape;8642;p60"/>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43" name="Google Shape;8643;p60"/>
              <p:cNvCxnSpPr>
                <a:stCxn id="8642"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8644" name="Google Shape;8644;p60"/>
            <p:cNvGrpSpPr/>
            <p:nvPr/>
          </p:nvGrpSpPr>
          <p:grpSpPr>
            <a:xfrm>
              <a:off x="3547823" y="2467358"/>
              <a:ext cx="219900" cy="333527"/>
              <a:chOff x="3547823" y="2467358"/>
              <a:chExt cx="219900" cy="333527"/>
            </a:xfrm>
          </p:grpSpPr>
          <p:sp>
            <p:nvSpPr>
              <p:cNvPr id="8645" name="Google Shape;8645;p60"/>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46" name="Google Shape;8646;p60"/>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8647" name="Google Shape;8647;p60"/>
            <p:cNvGrpSpPr/>
            <p:nvPr/>
          </p:nvGrpSpPr>
          <p:grpSpPr>
            <a:xfrm>
              <a:off x="3734138" y="2467358"/>
              <a:ext cx="219900" cy="333527"/>
              <a:chOff x="3734138" y="2467358"/>
              <a:chExt cx="219900" cy="333527"/>
            </a:xfrm>
          </p:grpSpPr>
          <p:sp>
            <p:nvSpPr>
              <p:cNvPr id="8648" name="Google Shape;8648;p60"/>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49" name="Google Shape;8649;p60"/>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8650" name="Google Shape;8650;p60"/>
            <p:cNvGrpSpPr/>
            <p:nvPr/>
          </p:nvGrpSpPr>
          <p:grpSpPr>
            <a:xfrm>
              <a:off x="3787560" y="2288011"/>
              <a:ext cx="314661" cy="219900"/>
              <a:chOff x="3787560" y="2288011"/>
              <a:chExt cx="314661" cy="219900"/>
            </a:xfrm>
          </p:grpSpPr>
          <p:sp>
            <p:nvSpPr>
              <p:cNvPr id="8651" name="Google Shape;8651;p60"/>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8652" name="Google Shape;8652;p60"/>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8653" name="Google Shape;8653;p60"/>
            <p:cNvGrpSpPr/>
            <p:nvPr/>
          </p:nvGrpSpPr>
          <p:grpSpPr>
            <a:xfrm>
              <a:off x="3637290" y="2057755"/>
              <a:ext cx="219900" cy="335499"/>
              <a:chOff x="3637290" y="2057755"/>
              <a:chExt cx="219900" cy="335499"/>
            </a:xfrm>
          </p:grpSpPr>
          <p:sp>
            <p:nvSpPr>
              <p:cNvPr id="8654" name="Google Shape;8654;p60"/>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8655" name="Google Shape;8655;p60"/>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8656" name="Google Shape;8656;p60"/>
          <p:cNvGrpSpPr/>
          <p:nvPr/>
        </p:nvGrpSpPr>
        <p:grpSpPr>
          <a:xfrm>
            <a:off x="4899244" y="1859292"/>
            <a:ext cx="710153" cy="710153"/>
            <a:chOff x="5007123" y="2079403"/>
            <a:chExt cx="687600" cy="687600"/>
          </a:xfrm>
        </p:grpSpPr>
        <p:sp>
          <p:nvSpPr>
            <p:cNvPr id="8657" name="Google Shape;8657;p60"/>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60"/>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60"/>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0"/>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60"/>
          <p:cNvGrpSpPr/>
          <p:nvPr/>
        </p:nvGrpSpPr>
        <p:grpSpPr>
          <a:xfrm>
            <a:off x="5708681" y="1853799"/>
            <a:ext cx="720998" cy="721183"/>
            <a:chOff x="5797446" y="2063053"/>
            <a:chExt cx="698100" cy="698280"/>
          </a:xfrm>
        </p:grpSpPr>
        <p:sp>
          <p:nvSpPr>
            <p:cNvPr id="8662" name="Google Shape;8662;p60"/>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0"/>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0"/>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0"/>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6" name="Google Shape;8666;p60"/>
          <p:cNvGrpSpPr/>
          <p:nvPr/>
        </p:nvGrpSpPr>
        <p:grpSpPr>
          <a:xfrm>
            <a:off x="8153828" y="3499404"/>
            <a:ext cx="280585" cy="673164"/>
            <a:chOff x="8075075" y="3754290"/>
            <a:chExt cx="255612" cy="613194"/>
          </a:xfrm>
        </p:grpSpPr>
        <p:grpSp>
          <p:nvGrpSpPr>
            <p:cNvPr id="8667" name="Google Shape;8667;p60"/>
            <p:cNvGrpSpPr/>
            <p:nvPr/>
          </p:nvGrpSpPr>
          <p:grpSpPr>
            <a:xfrm>
              <a:off x="8075075" y="3754290"/>
              <a:ext cx="255612" cy="613194"/>
              <a:chOff x="8075075" y="3754290"/>
              <a:chExt cx="255612" cy="613194"/>
            </a:xfrm>
          </p:grpSpPr>
          <p:sp>
            <p:nvSpPr>
              <p:cNvPr id="8668" name="Google Shape;8668;p60"/>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0"/>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70" name="Google Shape;8670;p60"/>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1" name="Google Shape;8671;p60"/>
          <p:cNvGrpSpPr/>
          <p:nvPr/>
        </p:nvGrpSpPr>
        <p:grpSpPr>
          <a:xfrm>
            <a:off x="5270887" y="3488200"/>
            <a:ext cx="470352" cy="683745"/>
            <a:chOff x="1697726" y="3244179"/>
            <a:chExt cx="788124" cy="1146069"/>
          </a:xfrm>
        </p:grpSpPr>
        <p:sp>
          <p:nvSpPr>
            <p:cNvPr id="8672" name="Google Shape;8672;p60"/>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0"/>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74" name="Google Shape;8674;p60"/>
          <p:cNvSpPr/>
          <p:nvPr/>
        </p:nvSpPr>
        <p:spPr>
          <a:xfrm>
            <a:off x="8128351" y="34022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75" name="Google Shape;8675;p60"/>
          <p:cNvGrpSpPr/>
          <p:nvPr/>
        </p:nvGrpSpPr>
        <p:grpSpPr>
          <a:xfrm>
            <a:off x="5892037" y="3499402"/>
            <a:ext cx="293891" cy="293845"/>
            <a:chOff x="6134814" y="3754290"/>
            <a:chExt cx="293891" cy="293845"/>
          </a:xfrm>
        </p:grpSpPr>
        <p:sp>
          <p:nvSpPr>
            <p:cNvPr id="8676" name="Google Shape;8676;p60"/>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60"/>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8" name="Google Shape;8678;p60"/>
          <p:cNvGrpSpPr/>
          <p:nvPr/>
        </p:nvGrpSpPr>
        <p:grpSpPr>
          <a:xfrm>
            <a:off x="5892037" y="3878074"/>
            <a:ext cx="293891" cy="293891"/>
            <a:chOff x="6134814" y="4086186"/>
            <a:chExt cx="293891" cy="293891"/>
          </a:xfrm>
        </p:grpSpPr>
        <p:sp>
          <p:nvSpPr>
            <p:cNvPr id="8679" name="Google Shape;8679;p60"/>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0"/>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81" name="Google Shape;8681;p60"/>
          <p:cNvSpPr/>
          <p:nvPr/>
        </p:nvSpPr>
        <p:spPr>
          <a:xfrm>
            <a:off x="6930464" y="3498600"/>
            <a:ext cx="609693" cy="673150"/>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0"/>
          <p:cNvSpPr/>
          <p:nvPr/>
        </p:nvSpPr>
        <p:spPr>
          <a:xfrm rot="10800000">
            <a:off x="6336727" y="3496337"/>
            <a:ext cx="442939" cy="67563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83" name="Google Shape;8683;p60"/>
          <p:cNvGrpSpPr/>
          <p:nvPr/>
        </p:nvGrpSpPr>
        <p:grpSpPr>
          <a:xfrm>
            <a:off x="7817013" y="2706766"/>
            <a:ext cx="622883" cy="621944"/>
            <a:chOff x="1187048" y="238125"/>
            <a:chExt cx="5256397" cy="5248476"/>
          </a:xfrm>
        </p:grpSpPr>
        <p:sp>
          <p:nvSpPr>
            <p:cNvPr id="8684" name="Google Shape;8684;p60"/>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60"/>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60"/>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60"/>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8" name="Google Shape;8688;p60"/>
          <p:cNvGrpSpPr/>
          <p:nvPr/>
        </p:nvGrpSpPr>
        <p:grpSpPr>
          <a:xfrm>
            <a:off x="2274118" y="2716375"/>
            <a:ext cx="1310987" cy="612407"/>
            <a:chOff x="238125" y="1188750"/>
            <a:chExt cx="7140450" cy="3335550"/>
          </a:xfrm>
        </p:grpSpPr>
        <p:sp>
          <p:nvSpPr>
            <p:cNvPr id="8689" name="Google Shape;8689;p60"/>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0"/>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0"/>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0"/>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0"/>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4" name="Google Shape;8694;p60"/>
          <p:cNvGrpSpPr/>
          <p:nvPr/>
        </p:nvGrpSpPr>
        <p:grpSpPr>
          <a:xfrm>
            <a:off x="6599990" y="2706930"/>
            <a:ext cx="1110299" cy="621702"/>
            <a:chOff x="238125" y="1335475"/>
            <a:chExt cx="5418735" cy="3034175"/>
          </a:xfrm>
        </p:grpSpPr>
        <p:sp>
          <p:nvSpPr>
            <p:cNvPr id="8695" name="Google Shape;8695;p60"/>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0"/>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0"/>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8" name="Google Shape;8698;p60"/>
          <p:cNvGrpSpPr/>
          <p:nvPr/>
        </p:nvGrpSpPr>
        <p:grpSpPr>
          <a:xfrm>
            <a:off x="5417649" y="2703827"/>
            <a:ext cx="1074451" cy="627181"/>
            <a:chOff x="5359127" y="2910889"/>
            <a:chExt cx="1097723" cy="640831"/>
          </a:xfrm>
        </p:grpSpPr>
        <p:grpSp>
          <p:nvGrpSpPr>
            <p:cNvPr id="8699" name="Google Shape;8699;p60"/>
            <p:cNvGrpSpPr/>
            <p:nvPr/>
          </p:nvGrpSpPr>
          <p:grpSpPr>
            <a:xfrm>
              <a:off x="5929791" y="3263088"/>
              <a:ext cx="527060" cy="287097"/>
              <a:chOff x="5929791" y="3263088"/>
              <a:chExt cx="527060" cy="287097"/>
            </a:xfrm>
          </p:grpSpPr>
          <p:sp>
            <p:nvSpPr>
              <p:cNvPr id="8700" name="Google Shape;8700;p60"/>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01" name="Google Shape;8701;p60"/>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702" name="Google Shape;8702;p60"/>
            <p:cNvGrpSpPr/>
            <p:nvPr/>
          </p:nvGrpSpPr>
          <p:grpSpPr>
            <a:xfrm>
              <a:off x="5359127" y="3263089"/>
              <a:ext cx="526428" cy="288631"/>
              <a:chOff x="5359127" y="3263089"/>
              <a:chExt cx="526428" cy="288631"/>
            </a:xfrm>
          </p:grpSpPr>
          <p:sp>
            <p:nvSpPr>
              <p:cNvPr id="8703" name="Google Shape;8703;p60"/>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04" name="Google Shape;8704;p60"/>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705" name="Google Shape;8705;p60"/>
            <p:cNvGrpSpPr/>
            <p:nvPr/>
          </p:nvGrpSpPr>
          <p:grpSpPr>
            <a:xfrm>
              <a:off x="5551525" y="2910889"/>
              <a:ext cx="520901" cy="610283"/>
              <a:chOff x="5551525" y="2910889"/>
              <a:chExt cx="520901" cy="610283"/>
            </a:xfrm>
          </p:grpSpPr>
          <p:sp>
            <p:nvSpPr>
              <p:cNvPr id="8706" name="Google Shape;8706;p60"/>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07" name="Google Shape;8707;p60"/>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8708" name="Google Shape;8708;p60"/>
            <p:cNvGrpSpPr/>
            <p:nvPr/>
          </p:nvGrpSpPr>
          <p:grpSpPr>
            <a:xfrm>
              <a:off x="5743962" y="2919100"/>
              <a:ext cx="623674" cy="284502"/>
              <a:chOff x="5743962" y="2919100"/>
              <a:chExt cx="623674" cy="284502"/>
            </a:xfrm>
          </p:grpSpPr>
          <p:sp>
            <p:nvSpPr>
              <p:cNvPr id="8709" name="Google Shape;8709;p60"/>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8710" name="Google Shape;8710;p60"/>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8711" name="Google Shape;8711;p60"/>
          <p:cNvGrpSpPr/>
          <p:nvPr/>
        </p:nvGrpSpPr>
        <p:grpSpPr>
          <a:xfrm>
            <a:off x="7568863" y="1854538"/>
            <a:ext cx="874976" cy="719600"/>
            <a:chOff x="7608988" y="2093194"/>
            <a:chExt cx="817276" cy="672147"/>
          </a:xfrm>
        </p:grpSpPr>
        <p:cxnSp>
          <p:nvCxnSpPr>
            <p:cNvPr id="8712" name="Google Shape;8712;p60"/>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3" name="Google Shape;8713;p60"/>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4" name="Google Shape;8714;p60"/>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5" name="Google Shape;8715;p60"/>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8716" name="Google Shape;8716;p60"/>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8717" name="Google Shape;8717;p60"/>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8718" name="Google Shape;8718;p60"/>
            <p:cNvGrpSpPr/>
            <p:nvPr/>
          </p:nvGrpSpPr>
          <p:grpSpPr>
            <a:xfrm>
              <a:off x="7721175" y="2093194"/>
              <a:ext cx="599587" cy="623846"/>
              <a:chOff x="7721175" y="2093194"/>
              <a:chExt cx="599587" cy="623846"/>
            </a:xfrm>
          </p:grpSpPr>
          <p:grpSp>
            <p:nvGrpSpPr>
              <p:cNvPr id="8719" name="Google Shape;8719;p60"/>
              <p:cNvGrpSpPr/>
              <p:nvPr/>
            </p:nvGrpSpPr>
            <p:grpSpPr>
              <a:xfrm>
                <a:off x="7721175" y="2093194"/>
                <a:ext cx="291605" cy="623846"/>
                <a:chOff x="9405575" y="2061418"/>
                <a:chExt cx="291605" cy="623846"/>
              </a:xfrm>
            </p:grpSpPr>
            <p:sp>
              <p:nvSpPr>
                <p:cNvPr id="8720" name="Google Shape;8720;p60"/>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0"/>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0"/>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0"/>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0"/>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0"/>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6" name="Google Shape;8726;p60"/>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7" name="Google Shape;8727;p60"/>
              <p:cNvGrpSpPr/>
              <p:nvPr/>
            </p:nvGrpSpPr>
            <p:grpSpPr>
              <a:xfrm flipH="1">
                <a:off x="8029157" y="2093194"/>
                <a:ext cx="291605" cy="623846"/>
                <a:chOff x="9405575" y="2061418"/>
                <a:chExt cx="291605" cy="623846"/>
              </a:xfrm>
            </p:grpSpPr>
            <p:sp>
              <p:nvSpPr>
                <p:cNvPr id="8728" name="Google Shape;8728;p60"/>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0"/>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0"/>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0"/>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0"/>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60"/>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60"/>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735" name="Google Shape;8735;p60"/>
          <p:cNvGrpSpPr/>
          <p:nvPr/>
        </p:nvGrpSpPr>
        <p:grpSpPr>
          <a:xfrm>
            <a:off x="4013299" y="970941"/>
            <a:ext cx="712557" cy="785901"/>
            <a:chOff x="4206459" y="1191441"/>
            <a:chExt cx="712557" cy="785901"/>
          </a:xfrm>
        </p:grpSpPr>
        <p:sp>
          <p:nvSpPr>
            <p:cNvPr id="8736" name="Google Shape;8736;p60"/>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60"/>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60"/>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60"/>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40" name="Google Shape;8740;p60"/>
            <p:cNvGrpSpPr/>
            <p:nvPr/>
          </p:nvGrpSpPr>
          <p:grpSpPr>
            <a:xfrm>
              <a:off x="4644280" y="1290523"/>
              <a:ext cx="143716" cy="29463"/>
              <a:chOff x="4644280" y="1290523"/>
              <a:chExt cx="143716" cy="29463"/>
            </a:xfrm>
          </p:grpSpPr>
          <p:sp>
            <p:nvSpPr>
              <p:cNvPr id="8741" name="Google Shape;8741;p60"/>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0"/>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0"/>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0"/>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5" name="Google Shape;8745;p60"/>
            <p:cNvGrpSpPr/>
            <p:nvPr/>
          </p:nvGrpSpPr>
          <p:grpSpPr>
            <a:xfrm>
              <a:off x="4356567" y="1191441"/>
              <a:ext cx="143690" cy="29488"/>
              <a:chOff x="4356567" y="1191441"/>
              <a:chExt cx="143690" cy="29488"/>
            </a:xfrm>
          </p:grpSpPr>
          <p:sp>
            <p:nvSpPr>
              <p:cNvPr id="8746" name="Google Shape;8746;p60"/>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0"/>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0"/>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60"/>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0" name="Google Shape;8750;p60"/>
            <p:cNvGrpSpPr/>
            <p:nvPr/>
          </p:nvGrpSpPr>
          <p:grpSpPr>
            <a:xfrm>
              <a:off x="4339009" y="1863727"/>
              <a:ext cx="143703" cy="29476"/>
              <a:chOff x="4339009" y="1863727"/>
              <a:chExt cx="143703" cy="29476"/>
            </a:xfrm>
          </p:grpSpPr>
          <p:sp>
            <p:nvSpPr>
              <p:cNvPr id="8751" name="Google Shape;8751;p60"/>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0"/>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0"/>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60"/>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5" name="Google Shape;8755;p60"/>
            <p:cNvGrpSpPr/>
            <p:nvPr/>
          </p:nvGrpSpPr>
          <p:grpSpPr>
            <a:xfrm>
              <a:off x="4206459" y="1607315"/>
              <a:ext cx="29539" cy="142899"/>
              <a:chOff x="4206459" y="1607315"/>
              <a:chExt cx="29539" cy="142899"/>
            </a:xfrm>
          </p:grpSpPr>
          <p:sp>
            <p:nvSpPr>
              <p:cNvPr id="8756" name="Google Shape;8756;p60"/>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60"/>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0"/>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0"/>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60" name="Google Shape;8760;p60"/>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0"/>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0"/>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0"/>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64" name="Google Shape;8764;p60"/>
            <p:cNvGrpSpPr/>
            <p:nvPr/>
          </p:nvGrpSpPr>
          <p:grpSpPr>
            <a:xfrm>
              <a:off x="4889463" y="1423737"/>
              <a:ext cx="29552" cy="142899"/>
              <a:chOff x="4889463" y="1423737"/>
              <a:chExt cx="29552" cy="142899"/>
            </a:xfrm>
          </p:grpSpPr>
          <p:sp>
            <p:nvSpPr>
              <p:cNvPr id="8765" name="Google Shape;8765;p60"/>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0"/>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0"/>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0"/>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9" name="Google Shape;8769;p60"/>
            <p:cNvGrpSpPr/>
            <p:nvPr/>
          </p:nvGrpSpPr>
          <p:grpSpPr>
            <a:xfrm>
              <a:off x="4771663" y="1876896"/>
              <a:ext cx="108651" cy="100447"/>
              <a:chOff x="4771663" y="1876896"/>
              <a:chExt cx="108651" cy="100447"/>
            </a:xfrm>
          </p:grpSpPr>
          <p:sp>
            <p:nvSpPr>
              <p:cNvPr id="8770" name="Google Shape;8770;p60"/>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0"/>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60"/>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60"/>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774" name="Google Shape;8774;p60"/>
          <p:cNvGrpSpPr/>
          <p:nvPr/>
        </p:nvGrpSpPr>
        <p:grpSpPr>
          <a:xfrm>
            <a:off x="4008774" y="1854164"/>
            <a:ext cx="791287" cy="720350"/>
            <a:chOff x="267375" y="1071875"/>
            <a:chExt cx="470500" cy="428550"/>
          </a:xfrm>
        </p:grpSpPr>
        <p:sp>
          <p:nvSpPr>
            <p:cNvPr id="8775" name="Google Shape;8775;p60"/>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60"/>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60"/>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0"/>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0"/>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0"/>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60"/>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60"/>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3" name="Google Shape;8783;p60"/>
          <p:cNvGrpSpPr/>
          <p:nvPr/>
        </p:nvGrpSpPr>
        <p:grpSpPr>
          <a:xfrm>
            <a:off x="709269" y="3498794"/>
            <a:ext cx="1408444" cy="673166"/>
            <a:chOff x="712664" y="3693287"/>
            <a:chExt cx="1460738" cy="698160"/>
          </a:xfrm>
        </p:grpSpPr>
        <p:grpSp>
          <p:nvGrpSpPr>
            <p:cNvPr id="8784" name="Google Shape;8784;p60"/>
            <p:cNvGrpSpPr/>
            <p:nvPr/>
          </p:nvGrpSpPr>
          <p:grpSpPr>
            <a:xfrm>
              <a:off x="1380079" y="4133090"/>
              <a:ext cx="234048" cy="258099"/>
              <a:chOff x="1380079" y="4133090"/>
              <a:chExt cx="234048" cy="258099"/>
            </a:xfrm>
          </p:grpSpPr>
          <p:sp>
            <p:nvSpPr>
              <p:cNvPr id="8785" name="Google Shape;8785;p60"/>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0"/>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0"/>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8" name="Google Shape;8788;p60"/>
            <p:cNvGrpSpPr/>
            <p:nvPr/>
          </p:nvGrpSpPr>
          <p:grpSpPr>
            <a:xfrm>
              <a:off x="884610" y="3864082"/>
              <a:ext cx="1118566" cy="527275"/>
              <a:chOff x="890961" y="3865463"/>
              <a:chExt cx="1115221" cy="525698"/>
            </a:xfrm>
          </p:grpSpPr>
          <p:sp>
            <p:nvSpPr>
              <p:cNvPr id="8789" name="Google Shape;8789;p60"/>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0"/>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0"/>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2" name="Google Shape;8792;p60"/>
            <p:cNvGrpSpPr/>
            <p:nvPr/>
          </p:nvGrpSpPr>
          <p:grpSpPr>
            <a:xfrm>
              <a:off x="712664" y="3693287"/>
              <a:ext cx="1460738" cy="698160"/>
              <a:chOff x="712664" y="3693025"/>
              <a:chExt cx="1460738" cy="698160"/>
            </a:xfrm>
          </p:grpSpPr>
          <p:sp>
            <p:nvSpPr>
              <p:cNvPr id="8793" name="Google Shape;8793;p60"/>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0"/>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0"/>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0"/>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0"/>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60"/>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799" name="Google Shape;8799;p60"/>
          <p:cNvGrpSpPr/>
          <p:nvPr/>
        </p:nvGrpSpPr>
        <p:grpSpPr>
          <a:xfrm>
            <a:off x="3146985" y="970941"/>
            <a:ext cx="795485" cy="738831"/>
            <a:chOff x="3348603" y="1236445"/>
            <a:chExt cx="749256" cy="695894"/>
          </a:xfrm>
        </p:grpSpPr>
        <p:grpSp>
          <p:nvGrpSpPr>
            <p:cNvPr id="8800" name="Google Shape;8800;p60"/>
            <p:cNvGrpSpPr/>
            <p:nvPr/>
          </p:nvGrpSpPr>
          <p:grpSpPr>
            <a:xfrm>
              <a:off x="3583779" y="1236445"/>
              <a:ext cx="293795" cy="285811"/>
              <a:chOff x="3750225" y="1774000"/>
              <a:chExt cx="149575" cy="145525"/>
            </a:xfrm>
          </p:grpSpPr>
          <p:sp>
            <p:nvSpPr>
              <p:cNvPr id="8801" name="Google Shape;8801;p60"/>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0"/>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3" name="Google Shape;8803;p60"/>
            <p:cNvGrpSpPr/>
            <p:nvPr/>
          </p:nvGrpSpPr>
          <p:grpSpPr>
            <a:xfrm>
              <a:off x="3775534" y="1462599"/>
              <a:ext cx="322325" cy="285958"/>
              <a:chOff x="3847850" y="1889150"/>
              <a:chExt cx="164100" cy="145600"/>
            </a:xfrm>
          </p:grpSpPr>
          <p:sp>
            <p:nvSpPr>
              <p:cNvPr id="8804" name="Google Shape;8804;p60"/>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60"/>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6" name="Google Shape;8806;p60"/>
            <p:cNvGrpSpPr/>
            <p:nvPr/>
          </p:nvGrpSpPr>
          <p:grpSpPr>
            <a:xfrm>
              <a:off x="3545329" y="1646528"/>
              <a:ext cx="293746" cy="285811"/>
              <a:chOff x="3730650" y="1982800"/>
              <a:chExt cx="149550" cy="145525"/>
            </a:xfrm>
          </p:grpSpPr>
          <p:sp>
            <p:nvSpPr>
              <p:cNvPr id="8807" name="Google Shape;8807;p60"/>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0"/>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9" name="Google Shape;8809;p60"/>
            <p:cNvGrpSpPr/>
            <p:nvPr/>
          </p:nvGrpSpPr>
          <p:grpSpPr>
            <a:xfrm>
              <a:off x="3348603" y="1415046"/>
              <a:ext cx="294384" cy="284387"/>
              <a:chOff x="3630494" y="1864938"/>
              <a:chExt cx="149875" cy="144800"/>
            </a:xfrm>
          </p:grpSpPr>
          <p:sp>
            <p:nvSpPr>
              <p:cNvPr id="8810" name="Google Shape;8810;p60"/>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60"/>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12" name="Google Shape;8812;p60"/>
          <p:cNvGrpSpPr/>
          <p:nvPr/>
        </p:nvGrpSpPr>
        <p:grpSpPr>
          <a:xfrm>
            <a:off x="2268512" y="3493837"/>
            <a:ext cx="1324924" cy="678083"/>
            <a:chOff x="2413923" y="3711366"/>
            <a:chExt cx="1374117" cy="703260"/>
          </a:xfrm>
        </p:grpSpPr>
        <p:grpSp>
          <p:nvGrpSpPr>
            <p:cNvPr id="8813" name="Google Shape;8813;p60"/>
            <p:cNvGrpSpPr/>
            <p:nvPr/>
          </p:nvGrpSpPr>
          <p:grpSpPr>
            <a:xfrm>
              <a:off x="2413923" y="3711366"/>
              <a:ext cx="1374117" cy="703260"/>
              <a:chOff x="2413923" y="3711366"/>
              <a:chExt cx="1374117" cy="703260"/>
            </a:xfrm>
          </p:grpSpPr>
          <p:sp>
            <p:nvSpPr>
              <p:cNvPr id="8814" name="Google Shape;8814;p60"/>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15" name="Google Shape;8815;p60"/>
              <p:cNvGrpSpPr/>
              <p:nvPr/>
            </p:nvGrpSpPr>
            <p:grpSpPr>
              <a:xfrm>
                <a:off x="2600284" y="3808654"/>
                <a:ext cx="234506" cy="138009"/>
                <a:chOff x="2600284" y="3808654"/>
                <a:chExt cx="234506" cy="138009"/>
              </a:xfrm>
            </p:grpSpPr>
            <p:sp>
              <p:nvSpPr>
                <p:cNvPr id="8816" name="Google Shape;8816;p60"/>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17" name="Google Shape;8817;p60"/>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18" name="Google Shape;8818;p60"/>
              <p:cNvGrpSpPr/>
              <p:nvPr/>
            </p:nvGrpSpPr>
            <p:grpSpPr>
              <a:xfrm>
                <a:off x="3359659" y="3805664"/>
                <a:ext cx="232294" cy="141000"/>
                <a:chOff x="3359659" y="3805664"/>
                <a:chExt cx="232294" cy="141000"/>
              </a:xfrm>
            </p:grpSpPr>
            <p:sp>
              <p:nvSpPr>
                <p:cNvPr id="8819" name="Google Shape;8819;p60"/>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0" name="Google Shape;8820;p60"/>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21" name="Google Shape;8821;p60"/>
              <p:cNvGrpSpPr/>
              <p:nvPr/>
            </p:nvGrpSpPr>
            <p:grpSpPr>
              <a:xfrm>
                <a:off x="3067316" y="3711366"/>
                <a:ext cx="66900" cy="166809"/>
                <a:chOff x="3067316" y="3711366"/>
                <a:chExt cx="66900" cy="166809"/>
              </a:xfrm>
            </p:grpSpPr>
            <p:sp>
              <p:nvSpPr>
                <p:cNvPr id="8822" name="Google Shape;8822;p60"/>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3" name="Google Shape;8823;p60"/>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24" name="Google Shape;8824;p60"/>
              <p:cNvGrpSpPr/>
              <p:nvPr/>
            </p:nvGrpSpPr>
            <p:grpSpPr>
              <a:xfrm>
                <a:off x="2413923" y="4058666"/>
                <a:ext cx="224119" cy="66900"/>
                <a:chOff x="2413923" y="4058666"/>
                <a:chExt cx="224119" cy="66900"/>
              </a:xfrm>
            </p:grpSpPr>
            <p:sp>
              <p:nvSpPr>
                <p:cNvPr id="8825" name="Google Shape;8825;p60"/>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6" name="Google Shape;8826;p60"/>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827" name="Google Shape;8827;p60"/>
              <p:cNvGrpSpPr/>
              <p:nvPr/>
            </p:nvGrpSpPr>
            <p:grpSpPr>
              <a:xfrm>
                <a:off x="3564643" y="4058666"/>
                <a:ext cx="223397" cy="66900"/>
                <a:chOff x="3564643" y="4058666"/>
                <a:chExt cx="223397" cy="66900"/>
              </a:xfrm>
            </p:grpSpPr>
            <p:sp>
              <p:nvSpPr>
                <p:cNvPr id="8828" name="Google Shape;8828;p60"/>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829" name="Google Shape;8829;p60"/>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8830" name="Google Shape;8830;p60"/>
            <p:cNvGrpSpPr/>
            <p:nvPr/>
          </p:nvGrpSpPr>
          <p:grpSpPr>
            <a:xfrm>
              <a:off x="2633353" y="3965763"/>
              <a:ext cx="933975" cy="445687"/>
              <a:chOff x="2633353" y="3965763"/>
              <a:chExt cx="933975" cy="445687"/>
            </a:xfrm>
          </p:grpSpPr>
          <p:sp>
            <p:nvSpPr>
              <p:cNvPr id="8831" name="Google Shape;8831;p60"/>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60"/>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33" name="Google Shape;8833;p60"/>
          <p:cNvGrpSpPr/>
          <p:nvPr/>
        </p:nvGrpSpPr>
        <p:grpSpPr>
          <a:xfrm>
            <a:off x="6392784" y="1044384"/>
            <a:ext cx="1131087" cy="587383"/>
            <a:chOff x="238125" y="999450"/>
            <a:chExt cx="7140700" cy="3708225"/>
          </a:xfrm>
        </p:grpSpPr>
        <p:sp>
          <p:nvSpPr>
            <p:cNvPr id="8834" name="Google Shape;8834;p60"/>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0"/>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0"/>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0"/>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0"/>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0"/>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0"/>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0"/>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0"/>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3" name="Google Shape;8843;p60"/>
          <p:cNvGrpSpPr/>
          <p:nvPr/>
        </p:nvGrpSpPr>
        <p:grpSpPr>
          <a:xfrm>
            <a:off x="3744234" y="3493879"/>
            <a:ext cx="1375854" cy="678131"/>
            <a:chOff x="3913765" y="3641905"/>
            <a:chExt cx="1522805" cy="750560"/>
          </a:xfrm>
        </p:grpSpPr>
        <p:grpSp>
          <p:nvGrpSpPr>
            <p:cNvPr id="8844" name="Google Shape;8844;p60"/>
            <p:cNvGrpSpPr/>
            <p:nvPr/>
          </p:nvGrpSpPr>
          <p:grpSpPr>
            <a:xfrm>
              <a:off x="3913765" y="3997002"/>
              <a:ext cx="1522805" cy="395463"/>
              <a:chOff x="3913765" y="3997002"/>
              <a:chExt cx="1522805" cy="395463"/>
            </a:xfrm>
          </p:grpSpPr>
          <p:grpSp>
            <p:nvGrpSpPr>
              <p:cNvPr id="8845" name="Google Shape;8845;p60"/>
              <p:cNvGrpSpPr/>
              <p:nvPr/>
            </p:nvGrpSpPr>
            <p:grpSpPr>
              <a:xfrm>
                <a:off x="3913765" y="4138659"/>
                <a:ext cx="507602" cy="253806"/>
                <a:chOff x="3913765" y="4138659"/>
                <a:chExt cx="507602" cy="253806"/>
              </a:xfrm>
            </p:grpSpPr>
            <p:sp>
              <p:nvSpPr>
                <p:cNvPr id="8846" name="Google Shape;8846;p60"/>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0"/>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8848" name="Google Shape;8848;p60"/>
              <p:cNvGrpSpPr/>
              <p:nvPr/>
            </p:nvGrpSpPr>
            <p:grpSpPr>
              <a:xfrm>
                <a:off x="4421361" y="3997002"/>
                <a:ext cx="507618" cy="395463"/>
                <a:chOff x="4421361" y="3997002"/>
                <a:chExt cx="507618" cy="395463"/>
              </a:xfrm>
            </p:grpSpPr>
            <p:sp>
              <p:nvSpPr>
                <p:cNvPr id="8849" name="Google Shape;8849;p60"/>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0"/>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1" name="Google Shape;8851;p60"/>
              <p:cNvGrpSpPr/>
              <p:nvPr/>
            </p:nvGrpSpPr>
            <p:grpSpPr>
              <a:xfrm>
                <a:off x="4928973" y="4189418"/>
                <a:ext cx="507596" cy="203047"/>
                <a:chOff x="4928973" y="4189418"/>
                <a:chExt cx="507596" cy="203047"/>
              </a:xfrm>
            </p:grpSpPr>
            <p:sp>
              <p:nvSpPr>
                <p:cNvPr id="8852" name="Google Shape;8852;p60"/>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0"/>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54" name="Google Shape;8854;p60"/>
            <p:cNvGrpSpPr/>
            <p:nvPr/>
          </p:nvGrpSpPr>
          <p:grpSpPr>
            <a:xfrm>
              <a:off x="4482186" y="3641905"/>
              <a:ext cx="397605" cy="349784"/>
              <a:chOff x="2906375" y="1159725"/>
              <a:chExt cx="1860575" cy="1636800"/>
            </a:xfrm>
          </p:grpSpPr>
          <p:sp>
            <p:nvSpPr>
              <p:cNvPr id="8855" name="Google Shape;8855;p60"/>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0"/>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0"/>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0"/>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859" name="Google Shape;8859;p60"/>
          <p:cNvGrpSpPr/>
          <p:nvPr/>
        </p:nvGrpSpPr>
        <p:grpSpPr>
          <a:xfrm>
            <a:off x="6528943" y="1853805"/>
            <a:ext cx="940737" cy="721067"/>
            <a:chOff x="6599718" y="2068734"/>
            <a:chExt cx="940737" cy="721067"/>
          </a:xfrm>
        </p:grpSpPr>
        <p:sp>
          <p:nvSpPr>
            <p:cNvPr id="8860" name="Google Shape;8860;p60"/>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60"/>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0"/>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0"/>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0"/>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60"/>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66" name="Google Shape;8866;p60"/>
            <p:cNvGrpSpPr/>
            <p:nvPr/>
          </p:nvGrpSpPr>
          <p:grpSpPr>
            <a:xfrm>
              <a:off x="6836957" y="2068734"/>
              <a:ext cx="461892" cy="721067"/>
              <a:chOff x="6836957" y="2068734"/>
              <a:chExt cx="461892" cy="721067"/>
            </a:xfrm>
          </p:grpSpPr>
          <p:sp>
            <p:nvSpPr>
              <p:cNvPr id="8867" name="Google Shape;8867;p60"/>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0"/>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0"/>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60"/>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60"/>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0"/>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73" name="Google Shape;8873;p60"/>
              <p:cNvGrpSpPr/>
              <p:nvPr/>
            </p:nvGrpSpPr>
            <p:grpSpPr>
              <a:xfrm>
                <a:off x="6836957" y="2068734"/>
                <a:ext cx="461892" cy="721067"/>
                <a:chOff x="6836957" y="2068734"/>
                <a:chExt cx="461892" cy="721067"/>
              </a:xfrm>
            </p:grpSpPr>
            <p:sp>
              <p:nvSpPr>
                <p:cNvPr id="8874" name="Google Shape;8874;p60"/>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60"/>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0"/>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0"/>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0"/>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0"/>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0"/>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881" name="Google Shape;8881;p60"/>
          <p:cNvGrpSpPr/>
          <p:nvPr/>
        </p:nvGrpSpPr>
        <p:grpSpPr>
          <a:xfrm>
            <a:off x="2412262" y="1858152"/>
            <a:ext cx="712577" cy="712374"/>
            <a:chOff x="2559249" y="2069323"/>
            <a:chExt cx="685566" cy="685634"/>
          </a:xfrm>
        </p:grpSpPr>
        <p:sp>
          <p:nvSpPr>
            <p:cNvPr id="8882" name="Google Shape;8882;p60"/>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0"/>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0"/>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0"/>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60"/>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60"/>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0"/>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0"/>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0"/>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60"/>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60"/>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60"/>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0"/>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5" name="Google Shape;8895;p60"/>
          <p:cNvGrpSpPr/>
          <p:nvPr/>
        </p:nvGrpSpPr>
        <p:grpSpPr>
          <a:xfrm>
            <a:off x="7594699" y="970941"/>
            <a:ext cx="845645" cy="711911"/>
            <a:chOff x="951975" y="315800"/>
            <a:chExt cx="5860325" cy="4933550"/>
          </a:xfrm>
        </p:grpSpPr>
        <p:sp>
          <p:nvSpPr>
            <p:cNvPr id="8896" name="Google Shape;8896;p60"/>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0"/>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0"/>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0"/>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0"/>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60"/>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60"/>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0"/>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4" name="Google Shape;8904;p60"/>
          <p:cNvGrpSpPr/>
          <p:nvPr/>
        </p:nvGrpSpPr>
        <p:grpSpPr>
          <a:xfrm>
            <a:off x="3691828" y="2707050"/>
            <a:ext cx="1617932" cy="621724"/>
            <a:chOff x="3862800" y="3038525"/>
            <a:chExt cx="1329006" cy="510698"/>
          </a:xfrm>
        </p:grpSpPr>
        <p:sp>
          <p:nvSpPr>
            <p:cNvPr id="8905" name="Google Shape;8905;p60"/>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60"/>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07" name="Google Shape;8907;p60"/>
            <p:cNvGrpSpPr/>
            <p:nvPr/>
          </p:nvGrpSpPr>
          <p:grpSpPr>
            <a:xfrm>
              <a:off x="3967075" y="3040337"/>
              <a:ext cx="1019927" cy="402126"/>
              <a:chOff x="3967075" y="3040337"/>
              <a:chExt cx="1019927" cy="402126"/>
            </a:xfrm>
          </p:grpSpPr>
          <p:sp>
            <p:nvSpPr>
              <p:cNvPr id="8908" name="Google Shape;8908;p60"/>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0"/>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0" name="Google Shape;8910;p60"/>
            <p:cNvGrpSpPr/>
            <p:nvPr/>
          </p:nvGrpSpPr>
          <p:grpSpPr>
            <a:xfrm>
              <a:off x="4186700" y="3040337"/>
              <a:ext cx="390475" cy="183289"/>
              <a:chOff x="4186700" y="3040337"/>
              <a:chExt cx="390475" cy="183289"/>
            </a:xfrm>
          </p:grpSpPr>
          <p:sp>
            <p:nvSpPr>
              <p:cNvPr id="8911" name="Google Shape;8911;p60"/>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0"/>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3" name="Google Shape;8913;p60"/>
            <p:cNvGrpSpPr/>
            <p:nvPr/>
          </p:nvGrpSpPr>
          <p:grpSpPr>
            <a:xfrm>
              <a:off x="4073727" y="3040337"/>
              <a:ext cx="697794" cy="296263"/>
              <a:chOff x="4073727" y="3040337"/>
              <a:chExt cx="697794" cy="296263"/>
            </a:xfrm>
          </p:grpSpPr>
          <p:sp>
            <p:nvSpPr>
              <p:cNvPr id="8914" name="Google Shape;8914;p60"/>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0"/>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6" name="Google Shape;8916;p60"/>
            <p:cNvGrpSpPr/>
            <p:nvPr/>
          </p:nvGrpSpPr>
          <p:grpSpPr>
            <a:xfrm>
              <a:off x="3862800" y="3038525"/>
              <a:ext cx="1329006" cy="510698"/>
              <a:chOff x="3862800" y="3038525"/>
              <a:chExt cx="1329006" cy="510698"/>
            </a:xfrm>
          </p:grpSpPr>
          <p:sp>
            <p:nvSpPr>
              <p:cNvPr id="8917" name="Google Shape;8917;p60"/>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0"/>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19" name="Google Shape;8919;p60"/>
          <p:cNvGrpSpPr/>
          <p:nvPr/>
        </p:nvGrpSpPr>
        <p:grpSpPr>
          <a:xfrm>
            <a:off x="700150" y="970941"/>
            <a:ext cx="883205" cy="775176"/>
            <a:chOff x="649648" y="271400"/>
            <a:chExt cx="6215377" cy="5455143"/>
          </a:xfrm>
        </p:grpSpPr>
        <p:sp>
          <p:nvSpPr>
            <p:cNvPr id="8920" name="Google Shape;8920;p60"/>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60"/>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0"/>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0"/>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60"/>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0"/>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0"/>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7" name="Google Shape;8927;p60"/>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60"/>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0"/>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0"/>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0"/>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2" name="Google Shape;8932;p60"/>
          <p:cNvGrpSpPr/>
          <p:nvPr/>
        </p:nvGrpSpPr>
        <p:grpSpPr>
          <a:xfrm>
            <a:off x="2308452" y="970941"/>
            <a:ext cx="767704" cy="815489"/>
            <a:chOff x="2499700" y="1135950"/>
            <a:chExt cx="732402" cy="777990"/>
          </a:xfrm>
        </p:grpSpPr>
        <p:grpSp>
          <p:nvGrpSpPr>
            <p:cNvPr id="8933" name="Google Shape;8933;p60"/>
            <p:cNvGrpSpPr/>
            <p:nvPr/>
          </p:nvGrpSpPr>
          <p:grpSpPr>
            <a:xfrm>
              <a:off x="2499700" y="1135950"/>
              <a:ext cx="732402" cy="694705"/>
              <a:chOff x="2499700" y="1135950"/>
              <a:chExt cx="732402" cy="694705"/>
            </a:xfrm>
          </p:grpSpPr>
          <p:sp>
            <p:nvSpPr>
              <p:cNvPr id="8934" name="Google Shape;8934;p60"/>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0"/>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0"/>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0"/>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60"/>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60"/>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0"/>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60"/>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0"/>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0"/>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0"/>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0"/>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0"/>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0"/>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60"/>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60"/>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0"/>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60"/>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60"/>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0"/>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0"/>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0"/>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0"/>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0"/>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0"/>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0"/>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60"/>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1" name="Google Shape;8961;p60"/>
            <p:cNvGrpSpPr/>
            <p:nvPr/>
          </p:nvGrpSpPr>
          <p:grpSpPr>
            <a:xfrm>
              <a:off x="2517909" y="1188726"/>
              <a:ext cx="702702" cy="725214"/>
              <a:chOff x="2517909" y="1188726"/>
              <a:chExt cx="702702" cy="725214"/>
            </a:xfrm>
          </p:grpSpPr>
          <p:sp>
            <p:nvSpPr>
              <p:cNvPr id="8962" name="Google Shape;8962;p60"/>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0"/>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0"/>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0"/>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0"/>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67" name="Google Shape;8967;p60"/>
          <p:cNvGrpSpPr/>
          <p:nvPr/>
        </p:nvGrpSpPr>
        <p:grpSpPr>
          <a:xfrm>
            <a:off x="1654184" y="970941"/>
            <a:ext cx="583439" cy="870229"/>
            <a:chOff x="1716825" y="1121550"/>
            <a:chExt cx="622800" cy="928938"/>
          </a:xfrm>
        </p:grpSpPr>
        <p:grpSp>
          <p:nvGrpSpPr>
            <p:cNvPr id="8968" name="Google Shape;8968;p60"/>
            <p:cNvGrpSpPr/>
            <p:nvPr/>
          </p:nvGrpSpPr>
          <p:grpSpPr>
            <a:xfrm>
              <a:off x="1716825" y="1121550"/>
              <a:ext cx="622800" cy="928938"/>
              <a:chOff x="1716825" y="1121550"/>
              <a:chExt cx="622800" cy="928938"/>
            </a:xfrm>
          </p:grpSpPr>
          <p:cxnSp>
            <p:nvCxnSpPr>
              <p:cNvPr id="8969" name="Google Shape;8969;p60"/>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8970" name="Google Shape;8970;p60"/>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1" name="Google Shape;8971;p60"/>
            <p:cNvGrpSpPr/>
            <p:nvPr/>
          </p:nvGrpSpPr>
          <p:grpSpPr>
            <a:xfrm>
              <a:off x="1768050" y="1172775"/>
              <a:ext cx="520200" cy="832000"/>
              <a:chOff x="1768050" y="1172775"/>
              <a:chExt cx="520200" cy="832000"/>
            </a:xfrm>
          </p:grpSpPr>
          <p:cxnSp>
            <p:nvCxnSpPr>
              <p:cNvPr id="8972" name="Google Shape;8972;p60"/>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8973" name="Google Shape;8973;p60"/>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4" name="Google Shape;8974;p60"/>
            <p:cNvGrpSpPr/>
            <p:nvPr/>
          </p:nvGrpSpPr>
          <p:grpSpPr>
            <a:xfrm>
              <a:off x="1820100" y="1225475"/>
              <a:ext cx="416400" cy="729575"/>
              <a:chOff x="1820100" y="1225475"/>
              <a:chExt cx="416400" cy="729575"/>
            </a:xfrm>
          </p:grpSpPr>
          <p:cxnSp>
            <p:nvCxnSpPr>
              <p:cNvPr id="8975" name="Google Shape;8975;p60"/>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8976" name="Google Shape;8976;p60"/>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7" name="Google Shape;8977;p60"/>
            <p:cNvGrpSpPr/>
            <p:nvPr/>
          </p:nvGrpSpPr>
          <p:grpSpPr>
            <a:xfrm>
              <a:off x="1874250" y="1278825"/>
              <a:ext cx="308100" cy="605275"/>
              <a:chOff x="1874250" y="1278825"/>
              <a:chExt cx="308100" cy="605275"/>
            </a:xfrm>
          </p:grpSpPr>
          <p:cxnSp>
            <p:nvCxnSpPr>
              <p:cNvPr id="8978" name="Google Shape;8978;p60"/>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8979" name="Google Shape;8979;p60"/>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80" name="Google Shape;8980;p60"/>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1" name="Google Shape;8981;p60"/>
          <p:cNvGrpSpPr/>
          <p:nvPr/>
        </p:nvGrpSpPr>
        <p:grpSpPr>
          <a:xfrm>
            <a:off x="1574007" y="1857263"/>
            <a:ext cx="739072" cy="714152"/>
            <a:chOff x="4334725" y="1355875"/>
            <a:chExt cx="3106650" cy="3001900"/>
          </a:xfrm>
        </p:grpSpPr>
        <p:grpSp>
          <p:nvGrpSpPr>
            <p:cNvPr id="8982" name="Google Shape;8982;p60"/>
            <p:cNvGrpSpPr/>
            <p:nvPr/>
          </p:nvGrpSpPr>
          <p:grpSpPr>
            <a:xfrm>
              <a:off x="4516050" y="1724875"/>
              <a:ext cx="2693725" cy="2632900"/>
              <a:chOff x="4516050" y="1724875"/>
              <a:chExt cx="2693725" cy="2632900"/>
            </a:xfrm>
          </p:grpSpPr>
          <p:sp>
            <p:nvSpPr>
              <p:cNvPr id="8983" name="Google Shape;8983;p60"/>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0"/>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0"/>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60"/>
            <p:cNvGrpSpPr/>
            <p:nvPr/>
          </p:nvGrpSpPr>
          <p:grpSpPr>
            <a:xfrm>
              <a:off x="4334725" y="1355875"/>
              <a:ext cx="3106650" cy="2709650"/>
              <a:chOff x="4334725" y="1355875"/>
              <a:chExt cx="3106650" cy="2709650"/>
            </a:xfrm>
          </p:grpSpPr>
          <p:sp>
            <p:nvSpPr>
              <p:cNvPr id="8987" name="Google Shape;8987;p60"/>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0"/>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60"/>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990" name="Google Shape;8990;p60"/>
          <p:cNvGrpSpPr/>
          <p:nvPr/>
        </p:nvGrpSpPr>
        <p:grpSpPr>
          <a:xfrm>
            <a:off x="7690956" y="3488034"/>
            <a:ext cx="312074" cy="684173"/>
            <a:chOff x="7645573" y="3754300"/>
            <a:chExt cx="293855" cy="644170"/>
          </a:xfrm>
        </p:grpSpPr>
        <p:sp>
          <p:nvSpPr>
            <p:cNvPr id="8991" name="Google Shape;8991;p60"/>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0"/>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3" name="Google Shape;8993;p60"/>
          <p:cNvGrpSpPr/>
          <p:nvPr/>
        </p:nvGrpSpPr>
        <p:grpSpPr>
          <a:xfrm>
            <a:off x="5612944" y="970941"/>
            <a:ext cx="709011" cy="739359"/>
            <a:chOff x="5830645" y="1256617"/>
            <a:chExt cx="530340" cy="553040"/>
          </a:xfrm>
        </p:grpSpPr>
        <p:grpSp>
          <p:nvGrpSpPr>
            <p:cNvPr id="8994" name="Google Shape;8994;p60"/>
            <p:cNvGrpSpPr/>
            <p:nvPr/>
          </p:nvGrpSpPr>
          <p:grpSpPr>
            <a:xfrm>
              <a:off x="5830645" y="1256617"/>
              <a:ext cx="259743" cy="269909"/>
              <a:chOff x="5830645" y="1256617"/>
              <a:chExt cx="259743" cy="269909"/>
            </a:xfrm>
          </p:grpSpPr>
          <p:sp>
            <p:nvSpPr>
              <p:cNvPr id="8995" name="Google Shape;8995;p60"/>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0"/>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7" name="Google Shape;8997;p60"/>
            <p:cNvGrpSpPr/>
            <p:nvPr/>
          </p:nvGrpSpPr>
          <p:grpSpPr>
            <a:xfrm>
              <a:off x="6101293" y="1256617"/>
              <a:ext cx="259692" cy="269909"/>
              <a:chOff x="6101293" y="1256617"/>
              <a:chExt cx="259692" cy="269909"/>
            </a:xfrm>
          </p:grpSpPr>
          <p:sp>
            <p:nvSpPr>
              <p:cNvPr id="8998" name="Google Shape;8998;p60"/>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60"/>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0" name="Google Shape;9000;p60"/>
            <p:cNvGrpSpPr/>
            <p:nvPr/>
          </p:nvGrpSpPr>
          <p:grpSpPr>
            <a:xfrm>
              <a:off x="5830645" y="1539749"/>
              <a:ext cx="259692" cy="269909"/>
              <a:chOff x="5830645" y="1539749"/>
              <a:chExt cx="259692" cy="269909"/>
            </a:xfrm>
          </p:grpSpPr>
          <p:sp>
            <p:nvSpPr>
              <p:cNvPr id="9001" name="Google Shape;9001;p60"/>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0"/>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3" name="Google Shape;9003;p60"/>
            <p:cNvGrpSpPr/>
            <p:nvPr/>
          </p:nvGrpSpPr>
          <p:grpSpPr>
            <a:xfrm>
              <a:off x="6101293" y="1539749"/>
              <a:ext cx="259692" cy="269909"/>
              <a:chOff x="6101293" y="1539749"/>
              <a:chExt cx="259692" cy="269909"/>
            </a:xfrm>
          </p:grpSpPr>
          <p:sp>
            <p:nvSpPr>
              <p:cNvPr id="9004" name="Google Shape;9004;p60"/>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60"/>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06" name="Google Shape;9006;p60"/>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7" name="Google Shape;9007;p60"/>
          <p:cNvGrpSpPr/>
          <p:nvPr/>
        </p:nvGrpSpPr>
        <p:grpSpPr>
          <a:xfrm>
            <a:off x="714438" y="2707057"/>
            <a:ext cx="1452955" cy="621360"/>
            <a:chOff x="732422" y="2990152"/>
            <a:chExt cx="1337773" cy="572102"/>
          </a:xfrm>
        </p:grpSpPr>
        <p:sp>
          <p:nvSpPr>
            <p:cNvPr id="9008" name="Google Shape;9008;p60"/>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0"/>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60"/>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0"/>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0"/>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0"/>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9017"/>
        <p:cNvGrpSpPr/>
        <p:nvPr/>
      </p:nvGrpSpPr>
      <p:grpSpPr>
        <a:xfrm>
          <a:off x="0" y="0"/>
          <a:ext cx="0" cy="0"/>
          <a:chOff x="0" y="0"/>
          <a:chExt cx="0" cy="0"/>
        </a:xfrm>
      </p:grpSpPr>
      <p:grpSp>
        <p:nvGrpSpPr>
          <p:cNvPr id="9018" name="Google Shape;9018;p61"/>
          <p:cNvGrpSpPr/>
          <p:nvPr/>
        </p:nvGrpSpPr>
        <p:grpSpPr>
          <a:xfrm>
            <a:off x="708575" y="965865"/>
            <a:ext cx="1636117" cy="1526144"/>
            <a:chOff x="729238" y="1179665"/>
            <a:chExt cx="1636117" cy="1526144"/>
          </a:xfrm>
        </p:grpSpPr>
        <p:grpSp>
          <p:nvGrpSpPr>
            <p:cNvPr id="9019" name="Google Shape;9019;p61"/>
            <p:cNvGrpSpPr/>
            <p:nvPr/>
          </p:nvGrpSpPr>
          <p:grpSpPr>
            <a:xfrm>
              <a:off x="729238" y="1179665"/>
              <a:ext cx="80700" cy="1526144"/>
              <a:chOff x="729238" y="1179665"/>
              <a:chExt cx="80700" cy="1526144"/>
            </a:xfrm>
          </p:grpSpPr>
          <p:sp>
            <p:nvSpPr>
              <p:cNvPr id="9020" name="Google Shape;9020;p61"/>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61"/>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61"/>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1"/>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1"/>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1"/>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1"/>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1"/>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61"/>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61"/>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0" name="Google Shape;9030;p61"/>
            <p:cNvGrpSpPr/>
            <p:nvPr/>
          </p:nvGrpSpPr>
          <p:grpSpPr>
            <a:xfrm>
              <a:off x="903098" y="1179665"/>
              <a:ext cx="80700" cy="1526144"/>
              <a:chOff x="903098" y="1179665"/>
              <a:chExt cx="80700" cy="1526144"/>
            </a:xfrm>
          </p:grpSpPr>
          <p:sp>
            <p:nvSpPr>
              <p:cNvPr id="9031" name="Google Shape;9031;p61"/>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1"/>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1"/>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1"/>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61"/>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61"/>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61"/>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1"/>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61"/>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61"/>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1" name="Google Shape;9041;p61"/>
            <p:cNvGrpSpPr/>
            <p:nvPr/>
          </p:nvGrpSpPr>
          <p:grpSpPr>
            <a:xfrm>
              <a:off x="1076958" y="1179665"/>
              <a:ext cx="80700" cy="1526144"/>
              <a:chOff x="1076958" y="1179665"/>
              <a:chExt cx="80700" cy="1526144"/>
            </a:xfrm>
          </p:grpSpPr>
          <p:sp>
            <p:nvSpPr>
              <p:cNvPr id="9042" name="Google Shape;9042;p61"/>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1"/>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1"/>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61"/>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1"/>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1"/>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1"/>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1"/>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1"/>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1"/>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2" name="Google Shape;9052;p61"/>
            <p:cNvGrpSpPr/>
            <p:nvPr/>
          </p:nvGrpSpPr>
          <p:grpSpPr>
            <a:xfrm>
              <a:off x="1247707" y="1179665"/>
              <a:ext cx="80700" cy="1526144"/>
              <a:chOff x="1247707" y="1179665"/>
              <a:chExt cx="80700" cy="1526144"/>
            </a:xfrm>
          </p:grpSpPr>
          <p:sp>
            <p:nvSpPr>
              <p:cNvPr id="9053" name="Google Shape;9053;p61"/>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1"/>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5" name="Google Shape;9055;p61"/>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1"/>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1"/>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1"/>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1"/>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1"/>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1"/>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1"/>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3" name="Google Shape;9063;p61"/>
            <p:cNvGrpSpPr/>
            <p:nvPr/>
          </p:nvGrpSpPr>
          <p:grpSpPr>
            <a:xfrm>
              <a:off x="1421567" y="1179665"/>
              <a:ext cx="80700" cy="1526144"/>
              <a:chOff x="1421567" y="1179665"/>
              <a:chExt cx="80700" cy="1526144"/>
            </a:xfrm>
          </p:grpSpPr>
          <p:sp>
            <p:nvSpPr>
              <p:cNvPr id="9064" name="Google Shape;9064;p61"/>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1"/>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1"/>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1"/>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1"/>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1"/>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1"/>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61"/>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1"/>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1"/>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4" name="Google Shape;9074;p61"/>
            <p:cNvGrpSpPr/>
            <p:nvPr/>
          </p:nvGrpSpPr>
          <p:grpSpPr>
            <a:xfrm>
              <a:off x="1592327" y="1179665"/>
              <a:ext cx="80700" cy="1526144"/>
              <a:chOff x="1592327" y="1179665"/>
              <a:chExt cx="80700" cy="1526144"/>
            </a:xfrm>
          </p:grpSpPr>
          <p:sp>
            <p:nvSpPr>
              <p:cNvPr id="9075" name="Google Shape;9075;p61"/>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61"/>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61"/>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1"/>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1"/>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1"/>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1"/>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1"/>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1"/>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1"/>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5" name="Google Shape;9085;p61"/>
            <p:cNvGrpSpPr/>
            <p:nvPr/>
          </p:nvGrpSpPr>
          <p:grpSpPr>
            <a:xfrm>
              <a:off x="1766187" y="1179665"/>
              <a:ext cx="80700" cy="1526144"/>
              <a:chOff x="1766187" y="1179665"/>
              <a:chExt cx="80700" cy="1526144"/>
            </a:xfrm>
          </p:grpSpPr>
          <p:sp>
            <p:nvSpPr>
              <p:cNvPr id="9086" name="Google Shape;9086;p61"/>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61"/>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61"/>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1"/>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1"/>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1"/>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1"/>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61"/>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61"/>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1"/>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6" name="Google Shape;9096;p61"/>
            <p:cNvGrpSpPr/>
            <p:nvPr/>
          </p:nvGrpSpPr>
          <p:grpSpPr>
            <a:xfrm>
              <a:off x="1936935" y="1179665"/>
              <a:ext cx="80700" cy="1526144"/>
              <a:chOff x="1936935" y="1179665"/>
              <a:chExt cx="80700" cy="1526144"/>
            </a:xfrm>
          </p:grpSpPr>
          <p:sp>
            <p:nvSpPr>
              <p:cNvPr id="9097" name="Google Shape;9097;p61"/>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61"/>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1"/>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1"/>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61"/>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1"/>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1"/>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61"/>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61"/>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1"/>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7" name="Google Shape;9107;p61"/>
            <p:cNvGrpSpPr/>
            <p:nvPr/>
          </p:nvGrpSpPr>
          <p:grpSpPr>
            <a:xfrm>
              <a:off x="2110795" y="1179665"/>
              <a:ext cx="80700" cy="1526144"/>
              <a:chOff x="2110795" y="1179665"/>
              <a:chExt cx="80700" cy="1526144"/>
            </a:xfrm>
          </p:grpSpPr>
          <p:sp>
            <p:nvSpPr>
              <p:cNvPr id="9108" name="Google Shape;9108;p61"/>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1"/>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1"/>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1"/>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1"/>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1"/>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61"/>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61"/>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1"/>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61"/>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8" name="Google Shape;9118;p61"/>
            <p:cNvGrpSpPr/>
            <p:nvPr/>
          </p:nvGrpSpPr>
          <p:grpSpPr>
            <a:xfrm>
              <a:off x="2284655" y="1179665"/>
              <a:ext cx="80700" cy="1526144"/>
              <a:chOff x="2284655" y="1179665"/>
              <a:chExt cx="80700" cy="1526144"/>
            </a:xfrm>
          </p:grpSpPr>
          <p:sp>
            <p:nvSpPr>
              <p:cNvPr id="9119" name="Google Shape;9119;p61"/>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1"/>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1"/>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1"/>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1"/>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61"/>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1"/>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1"/>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1"/>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1"/>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29" name="Google Shape;9129;p61"/>
          <p:cNvGrpSpPr/>
          <p:nvPr/>
        </p:nvGrpSpPr>
        <p:grpSpPr>
          <a:xfrm>
            <a:off x="2603242" y="985003"/>
            <a:ext cx="1364248" cy="1102133"/>
            <a:chOff x="2623904" y="1198803"/>
            <a:chExt cx="1364248" cy="1102133"/>
          </a:xfrm>
        </p:grpSpPr>
        <p:grpSp>
          <p:nvGrpSpPr>
            <p:cNvPr id="9130" name="Google Shape;9130;p61"/>
            <p:cNvGrpSpPr/>
            <p:nvPr/>
          </p:nvGrpSpPr>
          <p:grpSpPr>
            <a:xfrm>
              <a:off x="2623907" y="1198803"/>
              <a:ext cx="1364245" cy="273000"/>
              <a:chOff x="2623907" y="1198803"/>
              <a:chExt cx="1364245" cy="273000"/>
            </a:xfrm>
          </p:grpSpPr>
          <p:sp>
            <p:nvSpPr>
              <p:cNvPr id="9131" name="Google Shape;9131;p61"/>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1"/>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1"/>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1"/>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61"/>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6" name="Google Shape;9136;p61"/>
            <p:cNvGrpSpPr/>
            <p:nvPr/>
          </p:nvGrpSpPr>
          <p:grpSpPr>
            <a:xfrm>
              <a:off x="2623904" y="1476964"/>
              <a:ext cx="1364245" cy="273000"/>
              <a:chOff x="2623904" y="1476964"/>
              <a:chExt cx="1364245" cy="273000"/>
            </a:xfrm>
          </p:grpSpPr>
          <p:sp>
            <p:nvSpPr>
              <p:cNvPr id="9137" name="Google Shape;9137;p61"/>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61"/>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61"/>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1"/>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1"/>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2" name="Google Shape;9142;p61"/>
            <p:cNvGrpSpPr/>
            <p:nvPr/>
          </p:nvGrpSpPr>
          <p:grpSpPr>
            <a:xfrm>
              <a:off x="2623907" y="1749775"/>
              <a:ext cx="1364245" cy="273000"/>
              <a:chOff x="2623907" y="1749775"/>
              <a:chExt cx="1364245" cy="273000"/>
            </a:xfrm>
          </p:grpSpPr>
          <p:sp>
            <p:nvSpPr>
              <p:cNvPr id="9143" name="Google Shape;9143;p61"/>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1"/>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1"/>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1"/>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1"/>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8" name="Google Shape;9148;p61"/>
            <p:cNvGrpSpPr/>
            <p:nvPr/>
          </p:nvGrpSpPr>
          <p:grpSpPr>
            <a:xfrm>
              <a:off x="2623904" y="2027936"/>
              <a:ext cx="1364245" cy="273000"/>
              <a:chOff x="2623904" y="2027936"/>
              <a:chExt cx="1364245" cy="273000"/>
            </a:xfrm>
          </p:grpSpPr>
          <p:sp>
            <p:nvSpPr>
              <p:cNvPr id="9149" name="Google Shape;9149;p61"/>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61"/>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61"/>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1"/>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1"/>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154" name="Google Shape;9154;p61"/>
          <p:cNvGrpSpPr/>
          <p:nvPr/>
        </p:nvGrpSpPr>
        <p:grpSpPr>
          <a:xfrm>
            <a:off x="2592703" y="2444186"/>
            <a:ext cx="1387541" cy="159124"/>
            <a:chOff x="3200660" y="2180272"/>
            <a:chExt cx="2563824" cy="378237"/>
          </a:xfrm>
        </p:grpSpPr>
        <p:sp>
          <p:nvSpPr>
            <p:cNvPr id="9155" name="Google Shape;9155;p61"/>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61"/>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61"/>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61"/>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1"/>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1"/>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1"/>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61"/>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61"/>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1"/>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1"/>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1"/>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1"/>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1"/>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1"/>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1"/>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1"/>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1"/>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3" name="Google Shape;9173;p61"/>
          <p:cNvGrpSpPr/>
          <p:nvPr/>
        </p:nvGrpSpPr>
        <p:grpSpPr>
          <a:xfrm>
            <a:off x="2589227" y="2722011"/>
            <a:ext cx="1390502" cy="159625"/>
            <a:chOff x="3530150" y="2790075"/>
            <a:chExt cx="1962600" cy="225300"/>
          </a:xfrm>
        </p:grpSpPr>
        <p:sp>
          <p:nvSpPr>
            <p:cNvPr id="9174" name="Google Shape;9174;p61"/>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61"/>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6" name="Google Shape;9176;p61"/>
          <p:cNvGrpSpPr/>
          <p:nvPr/>
        </p:nvGrpSpPr>
        <p:grpSpPr>
          <a:xfrm>
            <a:off x="2589880" y="3000337"/>
            <a:ext cx="1411629" cy="153761"/>
            <a:chOff x="3558802" y="4011427"/>
            <a:chExt cx="1866000" cy="111300"/>
          </a:xfrm>
        </p:grpSpPr>
        <p:sp>
          <p:nvSpPr>
            <p:cNvPr id="9177" name="Google Shape;9177;p61"/>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1"/>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9" name="Google Shape;9179;p61"/>
          <p:cNvGrpSpPr/>
          <p:nvPr/>
        </p:nvGrpSpPr>
        <p:grpSpPr>
          <a:xfrm>
            <a:off x="2589573" y="2205736"/>
            <a:ext cx="1383503" cy="119749"/>
            <a:chOff x="3465975" y="2270276"/>
            <a:chExt cx="1986364" cy="171929"/>
          </a:xfrm>
        </p:grpSpPr>
        <p:sp>
          <p:nvSpPr>
            <p:cNvPr id="9180" name="Google Shape;9180;p61"/>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1"/>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61"/>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61"/>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1"/>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1"/>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61"/>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1"/>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8" name="Google Shape;9188;p61"/>
          <p:cNvGrpSpPr/>
          <p:nvPr/>
        </p:nvGrpSpPr>
        <p:grpSpPr>
          <a:xfrm>
            <a:off x="2600580" y="3569387"/>
            <a:ext cx="1369531" cy="195460"/>
            <a:chOff x="723300" y="4253549"/>
            <a:chExt cx="2276482" cy="324900"/>
          </a:xfrm>
        </p:grpSpPr>
        <p:sp>
          <p:nvSpPr>
            <p:cNvPr id="9189" name="Google Shape;9189;p61"/>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61"/>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1"/>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1"/>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1"/>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4" name="Google Shape;9194;p61"/>
          <p:cNvGrpSpPr/>
          <p:nvPr/>
        </p:nvGrpSpPr>
        <p:grpSpPr>
          <a:xfrm>
            <a:off x="2590141" y="3270567"/>
            <a:ext cx="1389066" cy="180119"/>
            <a:chOff x="705948" y="3788465"/>
            <a:chExt cx="2308953" cy="299400"/>
          </a:xfrm>
        </p:grpSpPr>
        <p:sp>
          <p:nvSpPr>
            <p:cNvPr id="9195" name="Google Shape;9195;p61"/>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1"/>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1"/>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1"/>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1"/>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0" name="Google Shape;9200;p61"/>
          <p:cNvGrpSpPr/>
          <p:nvPr/>
        </p:nvGrpSpPr>
        <p:grpSpPr>
          <a:xfrm>
            <a:off x="2638078" y="3883547"/>
            <a:ext cx="1304609" cy="294074"/>
            <a:chOff x="2658741" y="4097347"/>
            <a:chExt cx="1304609" cy="294074"/>
          </a:xfrm>
        </p:grpSpPr>
        <p:grpSp>
          <p:nvGrpSpPr>
            <p:cNvPr id="9201" name="Google Shape;9201;p61"/>
            <p:cNvGrpSpPr/>
            <p:nvPr/>
          </p:nvGrpSpPr>
          <p:grpSpPr>
            <a:xfrm>
              <a:off x="2658741" y="4097347"/>
              <a:ext cx="118572" cy="294074"/>
              <a:chOff x="3343310" y="4475555"/>
              <a:chExt cx="127717" cy="316753"/>
            </a:xfrm>
          </p:grpSpPr>
          <p:sp>
            <p:nvSpPr>
              <p:cNvPr id="9202" name="Google Shape;9202;p61"/>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61"/>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4" name="Google Shape;9204;p61"/>
            <p:cNvGrpSpPr/>
            <p:nvPr/>
          </p:nvGrpSpPr>
          <p:grpSpPr>
            <a:xfrm>
              <a:off x="3815519" y="4098388"/>
              <a:ext cx="147831" cy="291991"/>
              <a:chOff x="3527539" y="4476677"/>
              <a:chExt cx="159232" cy="314510"/>
            </a:xfrm>
          </p:grpSpPr>
          <p:sp>
            <p:nvSpPr>
              <p:cNvPr id="9205" name="Google Shape;9205;p6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7" name="Google Shape;9207;p61"/>
            <p:cNvGrpSpPr/>
            <p:nvPr/>
          </p:nvGrpSpPr>
          <p:grpSpPr>
            <a:xfrm>
              <a:off x="3511696" y="4098388"/>
              <a:ext cx="147831" cy="291991"/>
              <a:chOff x="3527539" y="4476677"/>
              <a:chExt cx="159232" cy="314510"/>
            </a:xfrm>
          </p:grpSpPr>
          <p:sp>
            <p:nvSpPr>
              <p:cNvPr id="9208" name="Google Shape;9208;p6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0" name="Google Shape;9210;p61"/>
            <p:cNvGrpSpPr/>
            <p:nvPr/>
          </p:nvGrpSpPr>
          <p:grpSpPr>
            <a:xfrm>
              <a:off x="3207874" y="4098388"/>
              <a:ext cx="147831" cy="291991"/>
              <a:chOff x="3527539" y="4476677"/>
              <a:chExt cx="159232" cy="314510"/>
            </a:xfrm>
          </p:grpSpPr>
          <p:sp>
            <p:nvSpPr>
              <p:cNvPr id="9211" name="Google Shape;9211;p61"/>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61"/>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3" name="Google Shape;9213;p61"/>
            <p:cNvGrpSpPr/>
            <p:nvPr/>
          </p:nvGrpSpPr>
          <p:grpSpPr>
            <a:xfrm>
              <a:off x="2933305" y="4097347"/>
              <a:ext cx="118572" cy="294074"/>
              <a:chOff x="3343310" y="4475555"/>
              <a:chExt cx="127717" cy="316753"/>
            </a:xfrm>
          </p:grpSpPr>
          <p:sp>
            <p:nvSpPr>
              <p:cNvPr id="9214" name="Google Shape;9214;p61"/>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1"/>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216" name="Google Shape;9216;p61"/>
          <p:cNvGrpSpPr/>
          <p:nvPr/>
        </p:nvGrpSpPr>
        <p:grpSpPr>
          <a:xfrm>
            <a:off x="4256908" y="1866669"/>
            <a:ext cx="1433821" cy="191501"/>
            <a:chOff x="4273350" y="2080469"/>
            <a:chExt cx="1433821" cy="191501"/>
          </a:xfrm>
        </p:grpSpPr>
        <p:grpSp>
          <p:nvGrpSpPr>
            <p:cNvPr id="9217" name="Google Shape;9217;p61"/>
            <p:cNvGrpSpPr/>
            <p:nvPr/>
          </p:nvGrpSpPr>
          <p:grpSpPr>
            <a:xfrm>
              <a:off x="4273350" y="2080469"/>
              <a:ext cx="1433821" cy="0"/>
              <a:chOff x="5224975" y="2962250"/>
              <a:chExt cx="1544400" cy="0"/>
            </a:xfrm>
          </p:grpSpPr>
          <p:cxnSp>
            <p:nvCxnSpPr>
              <p:cNvPr id="9218" name="Google Shape;9218;p61"/>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9219" name="Google Shape;9219;p61"/>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9220" name="Google Shape;9220;p61"/>
            <p:cNvGrpSpPr/>
            <p:nvPr/>
          </p:nvGrpSpPr>
          <p:grpSpPr>
            <a:xfrm>
              <a:off x="4273350" y="2271969"/>
              <a:ext cx="1433821" cy="0"/>
              <a:chOff x="5224975" y="2962250"/>
              <a:chExt cx="1544400" cy="0"/>
            </a:xfrm>
          </p:grpSpPr>
          <p:cxnSp>
            <p:nvCxnSpPr>
              <p:cNvPr id="9221" name="Google Shape;9221;p61"/>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9222" name="Google Shape;9222;p61"/>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9223" name="Google Shape;9223;p61"/>
          <p:cNvGrpSpPr/>
          <p:nvPr/>
        </p:nvGrpSpPr>
        <p:grpSpPr>
          <a:xfrm>
            <a:off x="4258463" y="969236"/>
            <a:ext cx="1430711" cy="743389"/>
            <a:chOff x="5159450" y="1919950"/>
            <a:chExt cx="1541050" cy="862500"/>
          </a:xfrm>
        </p:grpSpPr>
        <p:sp>
          <p:nvSpPr>
            <p:cNvPr id="9224" name="Google Shape;9224;p61"/>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a:p>
          </p:txBody>
        </p:sp>
        <p:grpSp>
          <p:nvGrpSpPr>
            <p:cNvPr id="9225" name="Google Shape;9225;p61"/>
            <p:cNvGrpSpPr/>
            <p:nvPr/>
          </p:nvGrpSpPr>
          <p:grpSpPr>
            <a:xfrm>
              <a:off x="5159450" y="1919950"/>
              <a:ext cx="1541050" cy="862500"/>
              <a:chOff x="5159450" y="1919950"/>
              <a:chExt cx="1541050" cy="862500"/>
            </a:xfrm>
          </p:grpSpPr>
          <p:cxnSp>
            <p:nvCxnSpPr>
              <p:cNvPr id="9226" name="Google Shape;9226;p61"/>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9227" name="Google Shape;9227;p61"/>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9228" name="Google Shape;9228;p61"/>
          <p:cNvGrpSpPr/>
          <p:nvPr/>
        </p:nvGrpSpPr>
        <p:grpSpPr>
          <a:xfrm>
            <a:off x="4248577" y="2192564"/>
            <a:ext cx="1450484" cy="1052087"/>
            <a:chOff x="5230575" y="1554475"/>
            <a:chExt cx="2137150" cy="1550150"/>
          </a:xfrm>
        </p:grpSpPr>
        <p:sp>
          <p:nvSpPr>
            <p:cNvPr id="9229" name="Google Shape;9229;p61"/>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61"/>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61"/>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1"/>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1"/>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1"/>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1"/>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1"/>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61"/>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61"/>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61"/>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61"/>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1"/>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2" name="Google Shape;9242;p61"/>
          <p:cNvGrpSpPr/>
          <p:nvPr/>
        </p:nvGrpSpPr>
        <p:grpSpPr>
          <a:xfrm rot="10800000">
            <a:off x="4265127" y="3284753"/>
            <a:ext cx="1417383" cy="887946"/>
            <a:chOff x="5645403" y="2920021"/>
            <a:chExt cx="2650800" cy="2180614"/>
          </a:xfrm>
        </p:grpSpPr>
        <p:sp>
          <p:nvSpPr>
            <p:cNvPr id="9243" name="Google Shape;9243;p61"/>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44" name="Google Shape;9244;p61"/>
            <p:cNvCxnSpPr>
              <a:stCxn id="9243"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9245" name="Google Shape;9245;p61"/>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46" name="Google Shape;9246;p61"/>
            <p:cNvCxnSpPr>
              <a:endCxn id="9245"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9247" name="Google Shape;9247;p61"/>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48" name="Google Shape;9248;p61"/>
            <p:cNvCxnSpPr>
              <a:stCxn id="9247"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9249" name="Google Shape;9249;p61"/>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250" name="Google Shape;9250;p61"/>
            <p:cNvCxnSpPr>
              <a:endCxn id="9249"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9251" name="Google Shape;9251;p61"/>
          <p:cNvGrpSpPr/>
          <p:nvPr/>
        </p:nvGrpSpPr>
        <p:grpSpPr>
          <a:xfrm>
            <a:off x="7365487" y="2188108"/>
            <a:ext cx="1071743" cy="1021579"/>
            <a:chOff x="7189833" y="2022667"/>
            <a:chExt cx="1251159" cy="1192597"/>
          </a:xfrm>
        </p:grpSpPr>
        <p:sp>
          <p:nvSpPr>
            <p:cNvPr id="9252" name="Google Shape;9252;p61"/>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1"/>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1"/>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1"/>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6" name="Google Shape;9256;p61"/>
          <p:cNvGrpSpPr/>
          <p:nvPr/>
        </p:nvGrpSpPr>
        <p:grpSpPr>
          <a:xfrm>
            <a:off x="706758" y="2614515"/>
            <a:ext cx="1695374" cy="1560837"/>
            <a:chOff x="727421" y="2828315"/>
            <a:chExt cx="1695374" cy="1560837"/>
          </a:xfrm>
        </p:grpSpPr>
        <p:grpSp>
          <p:nvGrpSpPr>
            <p:cNvPr id="9257" name="Google Shape;9257;p61"/>
            <p:cNvGrpSpPr/>
            <p:nvPr/>
          </p:nvGrpSpPr>
          <p:grpSpPr>
            <a:xfrm>
              <a:off x="819108" y="2882501"/>
              <a:ext cx="103104" cy="1426186"/>
              <a:chOff x="4674013" y="3100904"/>
              <a:chExt cx="122758" cy="1698043"/>
            </a:xfrm>
          </p:grpSpPr>
          <p:sp>
            <p:nvSpPr>
              <p:cNvPr id="9258" name="Google Shape;9258;p61"/>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61"/>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1"/>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1"/>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61"/>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61"/>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61"/>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5" name="Google Shape;9265;p61"/>
            <p:cNvGrpSpPr/>
            <p:nvPr/>
          </p:nvGrpSpPr>
          <p:grpSpPr>
            <a:xfrm>
              <a:off x="1062475" y="2882501"/>
              <a:ext cx="103104" cy="1426186"/>
              <a:chOff x="4940438" y="3100904"/>
              <a:chExt cx="122758" cy="1698043"/>
            </a:xfrm>
          </p:grpSpPr>
          <p:sp>
            <p:nvSpPr>
              <p:cNvPr id="9266" name="Google Shape;9266;p61"/>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1"/>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1"/>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1"/>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61"/>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61"/>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1"/>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3" name="Google Shape;9273;p61"/>
            <p:cNvGrpSpPr/>
            <p:nvPr/>
          </p:nvGrpSpPr>
          <p:grpSpPr>
            <a:xfrm>
              <a:off x="1299324" y="2882501"/>
              <a:ext cx="103104" cy="1426186"/>
              <a:chOff x="5206863" y="3100904"/>
              <a:chExt cx="122758" cy="1698043"/>
            </a:xfrm>
          </p:grpSpPr>
          <p:sp>
            <p:nvSpPr>
              <p:cNvPr id="9274" name="Google Shape;9274;p61"/>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1"/>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1"/>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1"/>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1"/>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1"/>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1"/>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1" name="Google Shape;9281;p61"/>
            <p:cNvGrpSpPr/>
            <p:nvPr/>
          </p:nvGrpSpPr>
          <p:grpSpPr>
            <a:xfrm>
              <a:off x="1786057" y="2882501"/>
              <a:ext cx="103104" cy="1426186"/>
              <a:chOff x="6006138" y="3143629"/>
              <a:chExt cx="122758" cy="1698043"/>
            </a:xfrm>
          </p:grpSpPr>
          <p:sp>
            <p:nvSpPr>
              <p:cNvPr id="9282" name="Google Shape;9282;p61"/>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61"/>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61"/>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1"/>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1"/>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1"/>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61"/>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9" name="Google Shape;9289;p61"/>
            <p:cNvGrpSpPr/>
            <p:nvPr/>
          </p:nvGrpSpPr>
          <p:grpSpPr>
            <a:xfrm>
              <a:off x="2029422" y="2882501"/>
              <a:ext cx="103104" cy="1426186"/>
              <a:chOff x="6805413" y="3100904"/>
              <a:chExt cx="122758" cy="1698043"/>
            </a:xfrm>
          </p:grpSpPr>
          <p:sp>
            <p:nvSpPr>
              <p:cNvPr id="9290" name="Google Shape;9290;p61"/>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1"/>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1"/>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1"/>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1"/>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1"/>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1"/>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7" name="Google Shape;9297;p61"/>
            <p:cNvGrpSpPr/>
            <p:nvPr/>
          </p:nvGrpSpPr>
          <p:grpSpPr>
            <a:xfrm>
              <a:off x="727421" y="2828315"/>
              <a:ext cx="1695374" cy="1560837"/>
              <a:chOff x="734799" y="2782450"/>
              <a:chExt cx="1571100" cy="1577400"/>
            </a:xfrm>
          </p:grpSpPr>
          <p:cxnSp>
            <p:nvCxnSpPr>
              <p:cNvPr id="9298" name="Google Shape;9298;p61"/>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9299" name="Google Shape;9299;p61"/>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9300" name="Google Shape;9300;p61"/>
            <p:cNvGrpSpPr/>
            <p:nvPr/>
          </p:nvGrpSpPr>
          <p:grpSpPr>
            <a:xfrm>
              <a:off x="2272795" y="2882501"/>
              <a:ext cx="103104" cy="1426186"/>
              <a:chOff x="5206863" y="3100904"/>
              <a:chExt cx="122758" cy="1698043"/>
            </a:xfrm>
          </p:grpSpPr>
          <p:sp>
            <p:nvSpPr>
              <p:cNvPr id="9301" name="Google Shape;9301;p61"/>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1"/>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1"/>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1"/>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1"/>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61"/>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1"/>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8" name="Google Shape;9308;p61"/>
            <p:cNvGrpSpPr/>
            <p:nvPr/>
          </p:nvGrpSpPr>
          <p:grpSpPr>
            <a:xfrm>
              <a:off x="1542694" y="2882501"/>
              <a:ext cx="103104" cy="1426186"/>
              <a:chOff x="6006138" y="3143629"/>
              <a:chExt cx="122758" cy="1698043"/>
            </a:xfrm>
          </p:grpSpPr>
          <p:sp>
            <p:nvSpPr>
              <p:cNvPr id="9309" name="Google Shape;9309;p61"/>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1"/>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1"/>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1"/>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61"/>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1"/>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1"/>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316" name="Google Shape;9316;p61"/>
          <p:cNvGrpSpPr/>
          <p:nvPr/>
        </p:nvGrpSpPr>
        <p:grpSpPr>
          <a:xfrm>
            <a:off x="5915338" y="2192087"/>
            <a:ext cx="1248543" cy="1025319"/>
            <a:chOff x="5183758" y="1210600"/>
            <a:chExt cx="3605380" cy="2960783"/>
          </a:xfrm>
        </p:grpSpPr>
        <p:sp>
          <p:nvSpPr>
            <p:cNvPr id="9317" name="Google Shape;9317;p61"/>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1"/>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61"/>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61"/>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21" name="Google Shape;9321;p61"/>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9322" name="Google Shape;9322;p61"/>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9323" name="Google Shape;9323;p61"/>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9324" name="Google Shape;9324;p61"/>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9325" name="Google Shape;9325;p61"/>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6" name="Google Shape;9326;p61"/>
          <p:cNvGrpSpPr/>
          <p:nvPr/>
        </p:nvGrpSpPr>
        <p:grpSpPr>
          <a:xfrm>
            <a:off x="5772399" y="3330404"/>
            <a:ext cx="2664831" cy="843440"/>
            <a:chOff x="5916567" y="1099697"/>
            <a:chExt cx="2556683" cy="809211"/>
          </a:xfrm>
        </p:grpSpPr>
        <p:sp>
          <p:nvSpPr>
            <p:cNvPr id="9327" name="Google Shape;9327;p61"/>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1"/>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1"/>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1"/>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1"/>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1"/>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1"/>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1"/>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5" name="Google Shape;9335;p61"/>
          <p:cNvGrpSpPr/>
          <p:nvPr/>
        </p:nvGrpSpPr>
        <p:grpSpPr>
          <a:xfrm>
            <a:off x="5879940" y="979263"/>
            <a:ext cx="1299851" cy="1023338"/>
            <a:chOff x="5900602" y="1193063"/>
            <a:chExt cx="1299851" cy="1023338"/>
          </a:xfrm>
        </p:grpSpPr>
        <p:grpSp>
          <p:nvGrpSpPr>
            <p:cNvPr id="9336" name="Google Shape;9336;p61"/>
            <p:cNvGrpSpPr/>
            <p:nvPr/>
          </p:nvGrpSpPr>
          <p:grpSpPr>
            <a:xfrm>
              <a:off x="6743564" y="1193063"/>
              <a:ext cx="456889" cy="700379"/>
              <a:chOff x="6743564" y="1193063"/>
              <a:chExt cx="456889" cy="700379"/>
            </a:xfrm>
          </p:grpSpPr>
          <p:grpSp>
            <p:nvGrpSpPr>
              <p:cNvPr id="9337" name="Google Shape;9337;p61"/>
              <p:cNvGrpSpPr/>
              <p:nvPr/>
            </p:nvGrpSpPr>
            <p:grpSpPr>
              <a:xfrm>
                <a:off x="6743564" y="1690731"/>
                <a:ext cx="214402" cy="202710"/>
                <a:chOff x="6743564" y="1690731"/>
                <a:chExt cx="214402" cy="202710"/>
              </a:xfrm>
            </p:grpSpPr>
            <p:sp>
              <p:nvSpPr>
                <p:cNvPr id="9338" name="Google Shape;9338;p61"/>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1"/>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0" name="Google Shape;9340;p61"/>
              <p:cNvGrpSpPr/>
              <p:nvPr/>
            </p:nvGrpSpPr>
            <p:grpSpPr>
              <a:xfrm>
                <a:off x="6915505" y="1193063"/>
                <a:ext cx="284947" cy="589637"/>
                <a:chOff x="6915505" y="1193063"/>
                <a:chExt cx="284947" cy="589637"/>
              </a:xfrm>
            </p:grpSpPr>
            <p:sp>
              <p:nvSpPr>
                <p:cNvPr id="9341" name="Google Shape;9341;p61"/>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42" name="Google Shape;9342;p61"/>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9343" name="Google Shape;9343;p61"/>
            <p:cNvGrpSpPr/>
            <p:nvPr/>
          </p:nvGrpSpPr>
          <p:grpSpPr>
            <a:xfrm>
              <a:off x="6520337" y="1193063"/>
              <a:ext cx="341815" cy="801589"/>
              <a:chOff x="6520337" y="1193063"/>
              <a:chExt cx="341815" cy="801589"/>
            </a:xfrm>
          </p:grpSpPr>
          <p:grpSp>
            <p:nvGrpSpPr>
              <p:cNvPr id="9344" name="Google Shape;9344;p61"/>
              <p:cNvGrpSpPr/>
              <p:nvPr/>
            </p:nvGrpSpPr>
            <p:grpSpPr>
              <a:xfrm>
                <a:off x="6520337" y="1589527"/>
                <a:ext cx="213950" cy="405125"/>
                <a:chOff x="6520337" y="1589527"/>
                <a:chExt cx="213950" cy="405125"/>
              </a:xfrm>
            </p:grpSpPr>
            <p:sp>
              <p:nvSpPr>
                <p:cNvPr id="9345" name="Google Shape;9345;p61"/>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1"/>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7" name="Google Shape;9347;p61"/>
              <p:cNvGrpSpPr/>
              <p:nvPr/>
            </p:nvGrpSpPr>
            <p:grpSpPr>
              <a:xfrm>
                <a:off x="6577204" y="1193063"/>
                <a:ext cx="284947" cy="453562"/>
                <a:chOff x="6577204" y="1193063"/>
                <a:chExt cx="284947" cy="453562"/>
              </a:xfrm>
            </p:grpSpPr>
            <p:sp>
              <p:nvSpPr>
                <p:cNvPr id="9348" name="Google Shape;9348;p61"/>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49" name="Google Shape;9349;p61"/>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9350" name="Google Shape;9350;p61"/>
            <p:cNvGrpSpPr/>
            <p:nvPr/>
          </p:nvGrpSpPr>
          <p:grpSpPr>
            <a:xfrm>
              <a:off x="6238903" y="1193063"/>
              <a:ext cx="300475" cy="901782"/>
              <a:chOff x="6238903" y="1193063"/>
              <a:chExt cx="300475" cy="901782"/>
            </a:xfrm>
          </p:grpSpPr>
          <p:grpSp>
            <p:nvGrpSpPr>
              <p:cNvPr id="9351" name="Google Shape;9351;p61"/>
              <p:cNvGrpSpPr/>
              <p:nvPr/>
            </p:nvGrpSpPr>
            <p:grpSpPr>
              <a:xfrm>
                <a:off x="6290865" y="1489315"/>
                <a:ext cx="248514" cy="605530"/>
                <a:chOff x="6290865" y="1489315"/>
                <a:chExt cx="248514" cy="605530"/>
              </a:xfrm>
            </p:grpSpPr>
            <p:sp>
              <p:nvSpPr>
                <p:cNvPr id="9352" name="Google Shape;9352;p61"/>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1"/>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4" name="Google Shape;9354;p61"/>
              <p:cNvGrpSpPr/>
              <p:nvPr/>
            </p:nvGrpSpPr>
            <p:grpSpPr>
              <a:xfrm>
                <a:off x="6238903" y="1193063"/>
                <a:ext cx="284947" cy="327512"/>
                <a:chOff x="6238903" y="1193063"/>
                <a:chExt cx="284947" cy="327512"/>
              </a:xfrm>
            </p:grpSpPr>
            <p:sp>
              <p:nvSpPr>
                <p:cNvPr id="9355" name="Google Shape;9355;p61"/>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56" name="Google Shape;9356;p61"/>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9357" name="Google Shape;9357;p61"/>
            <p:cNvGrpSpPr/>
            <p:nvPr/>
          </p:nvGrpSpPr>
          <p:grpSpPr>
            <a:xfrm>
              <a:off x="5900602" y="1193063"/>
              <a:ext cx="444345" cy="1023338"/>
              <a:chOff x="5900602" y="1193063"/>
              <a:chExt cx="444345" cy="1023338"/>
            </a:xfrm>
          </p:grpSpPr>
          <p:grpSp>
            <p:nvGrpSpPr>
              <p:cNvPr id="9358" name="Google Shape;9358;p61"/>
              <p:cNvGrpSpPr/>
              <p:nvPr/>
            </p:nvGrpSpPr>
            <p:grpSpPr>
              <a:xfrm>
                <a:off x="6046501" y="1367785"/>
                <a:ext cx="298446" cy="848616"/>
                <a:chOff x="6046501" y="1367785"/>
                <a:chExt cx="298446" cy="848616"/>
              </a:xfrm>
            </p:grpSpPr>
            <p:sp>
              <p:nvSpPr>
                <p:cNvPr id="9359" name="Google Shape;9359;p61"/>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61"/>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1" name="Google Shape;9361;p61"/>
              <p:cNvGrpSpPr/>
              <p:nvPr/>
            </p:nvGrpSpPr>
            <p:grpSpPr>
              <a:xfrm>
                <a:off x="5900602" y="1193063"/>
                <a:ext cx="284947" cy="182312"/>
                <a:chOff x="5900602" y="1193063"/>
                <a:chExt cx="284947" cy="182312"/>
              </a:xfrm>
            </p:grpSpPr>
            <p:sp>
              <p:nvSpPr>
                <p:cNvPr id="9362" name="Google Shape;9362;p61"/>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63" name="Google Shape;9363;p61"/>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9364" name="Google Shape;9364;p61"/>
          <p:cNvGrpSpPr/>
          <p:nvPr/>
        </p:nvGrpSpPr>
        <p:grpSpPr>
          <a:xfrm>
            <a:off x="7217822" y="979408"/>
            <a:ext cx="1219413" cy="1051365"/>
            <a:chOff x="7287122" y="1165658"/>
            <a:chExt cx="1219413" cy="1051365"/>
          </a:xfrm>
        </p:grpSpPr>
        <p:grpSp>
          <p:nvGrpSpPr>
            <p:cNvPr id="9365" name="Google Shape;9365;p61"/>
            <p:cNvGrpSpPr/>
            <p:nvPr/>
          </p:nvGrpSpPr>
          <p:grpSpPr>
            <a:xfrm>
              <a:off x="7287122" y="1969723"/>
              <a:ext cx="1219413" cy="247300"/>
              <a:chOff x="7287122" y="1969723"/>
              <a:chExt cx="1219413" cy="247300"/>
            </a:xfrm>
          </p:grpSpPr>
          <p:sp>
            <p:nvSpPr>
              <p:cNvPr id="9366" name="Google Shape;9366;p61"/>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67" name="Google Shape;9367;p61"/>
              <p:cNvGrpSpPr/>
              <p:nvPr/>
            </p:nvGrpSpPr>
            <p:grpSpPr>
              <a:xfrm>
                <a:off x="7287122" y="2063892"/>
                <a:ext cx="1151753" cy="73428"/>
                <a:chOff x="7287122" y="2063892"/>
                <a:chExt cx="1151753" cy="73428"/>
              </a:xfrm>
            </p:grpSpPr>
            <p:sp>
              <p:nvSpPr>
                <p:cNvPr id="9368" name="Google Shape;9368;p61"/>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69" name="Google Shape;9369;p61"/>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9370" name="Google Shape;9370;p61"/>
            <p:cNvGrpSpPr/>
            <p:nvPr/>
          </p:nvGrpSpPr>
          <p:grpSpPr>
            <a:xfrm>
              <a:off x="7287122" y="1712201"/>
              <a:ext cx="1219403" cy="246767"/>
              <a:chOff x="7287122" y="1712201"/>
              <a:chExt cx="1219403" cy="246767"/>
            </a:xfrm>
          </p:grpSpPr>
          <p:sp>
            <p:nvSpPr>
              <p:cNvPr id="9371" name="Google Shape;9371;p61"/>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72" name="Google Shape;9372;p61"/>
              <p:cNvGrpSpPr/>
              <p:nvPr/>
            </p:nvGrpSpPr>
            <p:grpSpPr>
              <a:xfrm>
                <a:off x="7287122" y="1842861"/>
                <a:ext cx="1005303" cy="73419"/>
                <a:chOff x="7287122" y="1842861"/>
                <a:chExt cx="1005303" cy="73419"/>
              </a:xfrm>
            </p:grpSpPr>
            <p:sp>
              <p:nvSpPr>
                <p:cNvPr id="9373" name="Google Shape;9373;p61"/>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74" name="Google Shape;9374;p61"/>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9375" name="Google Shape;9375;p61"/>
            <p:cNvGrpSpPr/>
            <p:nvPr/>
          </p:nvGrpSpPr>
          <p:grpSpPr>
            <a:xfrm>
              <a:off x="7287122" y="1447520"/>
              <a:ext cx="1219403" cy="286667"/>
              <a:chOff x="7287122" y="1447520"/>
              <a:chExt cx="1219403" cy="286667"/>
            </a:xfrm>
          </p:grpSpPr>
          <p:sp>
            <p:nvSpPr>
              <p:cNvPr id="9376" name="Google Shape;9376;p61"/>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77" name="Google Shape;9377;p61"/>
              <p:cNvGrpSpPr/>
              <p:nvPr/>
            </p:nvGrpSpPr>
            <p:grpSpPr>
              <a:xfrm>
                <a:off x="7287122" y="1581977"/>
                <a:ext cx="852803" cy="73428"/>
                <a:chOff x="7287122" y="1581977"/>
                <a:chExt cx="852803" cy="73428"/>
              </a:xfrm>
            </p:grpSpPr>
            <p:sp>
              <p:nvSpPr>
                <p:cNvPr id="9378" name="Google Shape;9378;p61"/>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79" name="Google Shape;9379;p61"/>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9380" name="Google Shape;9380;p61"/>
            <p:cNvGrpSpPr/>
            <p:nvPr/>
          </p:nvGrpSpPr>
          <p:grpSpPr>
            <a:xfrm>
              <a:off x="7287122" y="1165658"/>
              <a:ext cx="1219403" cy="344253"/>
              <a:chOff x="7287122" y="1165658"/>
              <a:chExt cx="1219403" cy="344253"/>
            </a:xfrm>
          </p:grpSpPr>
          <p:sp>
            <p:nvSpPr>
              <p:cNvPr id="9381" name="Google Shape;9381;p61"/>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82" name="Google Shape;9382;p61"/>
              <p:cNvGrpSpPr/>
              <p:nvPr/>
            </p:nvGrpSpPr>
            <p:grpSpPr>
              <a:xfrm>
                <a:off x="7287122" y="1341025"/>
                <a:ext cx="695703" cy="73419"/>
                <a:chOff x="7287122" y="1341025"/>
                <a:chExt cx="695703" cy="73419"/>
              </a:xfrm>
            </p:grpSpPr>
            <p:sp>
              <p:nvSpPr>
                <p:cNvPr id="9383" name="Google Shape;9383;p61"/>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384" name="Google Shape;9384;p61"/>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388"/>
        <p:cNvGrpSpPr/>
        <p:nvPr/>
      </p:nvGrpSpPr>
      <p:grpSpPr>
        <a:xfrm>
          <a:off x="0" y="0"/>
          <a:ext cx="0" cy="0"/>
          <a:chOff x="0" y="0"/>
          <a:chExt cx="0" cy="0"/>
        </a:xfrm>
      </p:grpSpPr>
      <p:grpSp>
        <p:nvGrpSpPr>
          <p:cNvPr id="9389" name="Google Shape;9389;p62"/>
          <p:cNvGrpSpPr/>
          <p:nvPr/>
        </p:nvGrpSpPr>
        <p:grpSpPr>
          <a:xfrm>
            <a:off x="866243" y="2291587"/>
            <a:ext cx="415546" cy="355053"/>
            <a:chOff x="866243" y="2291587"/>
            <a:chExt cx="415546" cy="355053"/>
          </a:xfrm>
        </p:grpSpPr>
        <p:sp>
          <p:nvSpPr>
            <p:cNvPr id="9390" name="Google Shape;9390;p62"/>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2"/>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2"/>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2"/>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2"/>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95" name="Google Shape;9395;p62"/>
          <p:cNvSpPr/>
          <p:nvPr/>
        </p:nvSpPr>
        <p:spPr>
          <a:xfrm>
            <a:off x="1411794" y="2287808"/>
            <a:ext cx="360356" cy="358831"/>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96" name="Google Shape;9396;p62"/>
          <p:cNvGrpSpPr/>
          <p:nvPr/>
        </p:nvGrpSpPr>
        <p:grpSpPr>
          <a:xfrm>
            <a:off x="1958520" y="2302574"/>
            <a:ext cx="359213" cy="327807"/>
            <a:chOff x="1958520" y="2302574"/>
            <a:chExt cx="359213" cy="327807"/>
          </a:xfrm>
        </p:grpSpPr>
        <p:sp>
          <p:nvSpPr>
            <p:cNvPr id="9397" name="Google Shape;9397;p62"/>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2"/>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2"/>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0" name="Google Shape;9400;p62"/>
          <p:cNvGrpSpPr/>
          <p:nvPr/>
        </p:nvGrpSpPr>
        <p:grpSpPr>
          <a:xfrm>
            <a:off x="2579882" y="2287427"/>
            <a:ext cx="207582" cy="359594"/>
            <a:chOff x="2656082" y="2287427"/>
            <a:chExt cx="207582" cy="359594"/>
          </a:xfrm>
        </p:grpSpPr>
        <p:sp>
          <p:nvSpPr>
            <p:cNvPr id="9401" name="Google Shape;9401;p62"/>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2"/>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2"/>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2"/>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5" name="Google Shape;9405;p62"/>
          <p:cNvGrpSpPr/>
          <p:nvPr/>
        </p:nvGrpSpPr>
        <p:grpSpPr>
          <a:xfrm>
            <a:off x="3049653" y="2321468"/>
            <a:ext cx="362991" cy="290018"/>
            <a:chOff x="3049653" y="2321468"/>
            <a:chExt cx="362991" cy="290018"/>
          </a:xfrm>
        </p:grpSpPr>
        <p:sp>
          <p:nvSpPr>
            <p:cNvPr id="9406" name="Google Shape;9406;p62"/>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2"/>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2"/>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2"/>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0" name="Google Shape;9410;p62"/>
          <p:cNvGrpSpPr/>
          <p:nvPr/>
        </p:nvGrpSpPr>
        <p:grpSpPr>
          <a:xfrm>
            <a:off x="3564243" y="2289904"/>
            <a:ext cx="422342" cy="355243"/>
            <a:chOff x="3564243" y="2289904"/>
            <a:chExt cx="422342" cy="355243"/>
          </a:xfrm>
        </p:grpSpPr>
        <p:sp>
          <p:nvSpPr>
            <p:cNvPr id="9411" name="Google Shape;9411;p62"/>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2"/>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2"/>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2"/>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2"/>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16" name="Google Shape;9416;p62"/>
          <p:cNvSpPr/>
          <p:nvPr/>
        </p:nvSpPr>
        <p:spPr>
          <a:xfrm>
            <a:off x="4143835" y="2288189"/>
            <a:ext cx="357688" cy="357339"/>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17" name="Google Shape;9417;p62"/>
          <p:cNvGrpSpPr/>
          <p:nvPr/>
        </p:nvGrpSpPr>
        <p:grpSpPr>
          <a:xfrm>
            <a:off x="4687894" y="2289713"/>
            <a:ext cx="359594" cy="353909"/>
            <a:chOff x="4687894" y="2289713"/>
            <a:chExt cx="359594" cy="353909"/>
          </a:xfrm>
        </p:grpSpPr>
        <p:sp>
          <p:nvSpPr>
            <p:cNvPr id="9418" name="Google Shape;9418;p62"/>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2"/>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2"/>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1" name="Google Shape;9421;p62"/>
          <p:cNvSpPr/>
          <p:nvPr/>
        </p:nvSpPr>
        <p:spPr>
          <a:xfrm>
            <a:off x="5234620" y="2287078"/>
            <a:ext cx="358832" cy="359562"/>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2" name="Google Shape;9422;p62"/>
          <p:cNvGrpSpPr/>
          <p:nvPr/>
        </p:nvGrpSpPr>
        <p:grpSpPr>
          <a:xfrm>
            <a:off x="6372624" y="2308227"/>
            <a:ext cx="263567" cy="317614"/>
            <a:chOff x="6421399" y="2308227"/>
            <a:chExt cx="263567" cy="317614"/>
          </a:xfrm>
        </p:grpSpPr>
        <p:sp>
          <p:nvSpPr>
            <p:cNvPr id="9423" name="Google Shape;9423;p62"/>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2"/>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2"/>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62"/>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7" name="Google Shape;9427;p62"/>
          <p:cNvGrpSpPr/>
          <p:nvPr/>
        </p:nvGrpSpPr>
        <p:grpSpPr>
          <a:xfrm>
            <a:off x="6870193" y="2295620"/>
            <a:ext cx="360356" cy="343462"/>
            <a:chOff x="6870193" y="2295620"/>
            <a:chExt cx="360356" cy="343462"/>
          </a:xfrm>
        </p:grpSpPr>
        <p:sp>
          <p:nvSpPr>
            <p:cNvPr id="9428" name="Google Shape;9428;p62"/>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2"/>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0" name="Google Shape;9430;p62"/>
          <p:cNvGrpSpPr/>
          <p:nvPr/>
        </p:nvGrpSpPr>
        <p:grpSpPr>
          <a:xfrm>
            <a:off x="7441465" y="2302860"/>
            <a:ext cx="342192" cy="327140"/>
            <a:chOff x="7441465" y="2302860"/>
            <a:chExt cx="342192" cy="327140"/>
          </a:xfrm>
        </p:grpSpPr>
        <p:sp>
          <p:nvSpPr>
            <p:cNvPr id="9431" name="Google Shape;9431;p62"/>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62"/>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3" name="Google Shape;9433;p62"/>
          <p:cNvGrpSpPr/>
          <p:nvPr/>
        </p:nvGrpSpPr>
        <p:grpSpPr>
          <a:xfrm>
            <a:off x="7989683" y="2350207"/>
            <a:ext cx="332761" cy="234066"/>
            <a:chOff x="7989683" y="2350207"/>
            <a:chExt cx="332761" cy="234066"/>
          </a:xfrm>
        </p:grpSpPr>
        <p:sp>
          <p:nvSpPr>
            <p:cNvPr id="9434" name="Google Shape;9434;p62"/>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2"/>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2"/>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2"/>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2"/>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62"/>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0" name="Google Shape;9440;p62"/>
          <p:cNvGrpSpPr/>
          <p:nvPr/>
        </p:nvGrpSpPr>
        <p:grpSpPr>
          <a:xfrm>
            <a:off x="5823294" y="2309751"/>
            <a:ext cx="315327" cy="314978"/>
            <a:chOff x="5823294" y="2309751"/>
            <a:chExt cx="315327" cy="314978"/>
          </a:xfrm>
        </p:grpSpPr>
        <p:sp>
          <p:nvSpPr>
            <p:cNvPr id="9441" name="Google Shape;9441;p62"/>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2"/>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2"/>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2"/>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2"/>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2"/>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2"/>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62"/>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2"/>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2"/>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2"/>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2"/>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2"/>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2"/>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2"/>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2"/>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2"/>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8" name="Google Shape;9458;p62"/>
          <p:cNvGrpSpPr/>
          <p:nvPr/>
        </p:nvGrpSpPr>
        <p:grpSpPr>
          <a:xfrm>
            <a:off x="2497275" y="2744159"/>
            <a:ext cx="370930" cy="370549"/>
            <a:chOff x="2497275" y="2744159"/>
            <a:chExt cx="370930" cy="370549"/>
          </a:xfrm>
        </p:grpSpPr>
        <p:sp>
          <p:nvSpPr>
            <p:cNvPr id="9459" name="Google Shape;9459;p62"/>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62"/>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2"/>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2"/>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2"/>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62"/>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5" name="Google Shape;9465;p62"/>
          <p:cNvGrpSpPr/>
          <p:nvPr/>
        </p:nvGrpSpPr>
        <p:grpSpPr>
          <a:xfrm>
            <a:off x="860940" y="2746477"/>
            <a:ext cx="371883" cy="365691"/>
            <a:chOff x="860940" y="2746477"/>
            <a:chExt cx="371883" cy="365691"/>
          </a:xfrm>
        </p:grpSpPr>
        <p:sp>
          <p:nvSpPr>
            <p:cNvPr id="9466" name="Google Shape;9466;p62"/>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2"/>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2"/>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2"/>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2"/>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1" name="Google Shape;9471;p62"/>
          <p:cNvGrpSpPr/>
          <p:nvPr/>
        </p:nvGrpSpPr>
        <p:grpSpPr>
          <a:xfrm>
            <a:off x="1450836" y="2766258"/>
            <a:ext cx="283985" cy="341080"/>
            <a:chOff x="1493849" y="2775533"/>
            <a:chExt cx="283985" cy="341080"/>
          </a:xfrm>
        </p:grpSpPr>
        <p:sp>
          <p:nvSpPr>
            <p:cNvPr id="9472" name="Google Shape;9472;p62"/>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62"/>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4" name="Google Shape;9474;p62"/>
          <p:cNvGrpSpPr/>
          <p:nvPr/>
        </p:nvGrpSpPr>
        <p:grpSpPr>
          <a:xfrm>
            <a:off x="1952836" y="2774422"/>
            <a:ext cx="372835" cy="342573"/>
            <a:chOff x="1952836" y="2774422"/>
            <a:chExt cx="372835" cy="342573"/>
          </a:xfrm>
        </p:grpSpPr>
        <p:sp>
          <p:nvSpPr>
            <p:cNvPr id="9475" name="Google Shape;9475;p62"/>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2"/>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62"/>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8" name="Google Shape;9478;p62"/>
          <p:cNvGrpSpPr/>
          <p:nvPr/>
        </p:nvGrpSpPr>
        <p:grpSpPr>
          <a:xfrm>
            <a:off x="3079916" y="2744477"/>
            <a:ext cx="332729" cy="372518"/>
            <a:chOff x="3079916" y="2744477"/>
            <a:chExt cx="332729" cy="372518"/>
          </a:xfrm>
        </p:grpSpPr>
        <p:sp>
          <p:nvSpPr>
            <p:cNvPr id="9479" name="Google Shape;9479;p62"/>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2"/>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62"/>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2" name="Google Shape;9482;p62"/>
          <p:cNvGrpSpPr/>
          <p:nvPr/>
        </p:nvGrpSpPr>
        <p:grpSpPr>
          <a:xfrm>
            <a:off x="3620576" y="2745525"/>
            <a:ext cx="336889" cy="355592"/>
            <a:chOff x="3620576" y="2745525"/>
            <a:chExt cx="336889" cy="355592"/>
          </a:xfrm>
        </p:grpSpPr>
        <p:sp>
          <p:nvSpPr>
            <p:cNvPr id="9483" name="Google Shape;9483;p62"/>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2"/>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5" name="Google Shape;9485;p62"/>
          <p:cNvGrpSpPr/>
          <p:nvPr/>
        </p:nvGrpSpPr>
        <p:grpSpPr>
          <a:xfrm>
            <a:off x="4126815" y="2760704"/>
            <a:ext cx="380393" cy="363118"/>
            <a:chOff x="4126815" y="2760704"/>
            <a:chExt cx="380393" cy="363118"/>
          </a:xfrm>
        </p:grpSpPr>
        <p:sp>
          <p:nvSpPr>
            <p:cNvPr id="9486" name="Google Shape;9486;p62"/>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62"/>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2"/>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2"/>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0" name="Google Shape;9490;p62"/>
          <p:cNvGrpSpPr/>
          <p:nvPr/>
        </p:nvGrpSpPr>
        <p:grpSpPr>
          <a:xfrm>
            <a:off x="4675986" y="2745684"/>
            <a:ext cx="381346" cy="368644"/>
            <a:chOff x="4675986" y="2745684"/>
            <a:chExt cx="381346" cy="368644"/>
          </a:xfrm>
        </p:grpSpPr>
        <p:sp>
          <p:nvSpPr>
            <p:cNvPr id="9491" name="Google Shape;9491;p62"/>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2"/>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3" name="Google Shape;9493;p62"/>
          <p:cNvGrpSpPr/>
          <p:nvPr/>
        </p:nvGrpSpPr>
        <p:grpSpPr>
          <a:xfrm>
            <a:off x="5220616" y="2791061"/>
            <a:ext cx="373185" cy="302466"/>
            <a:chOff x="5220616" y="2791061"/>
            <a:chExt cx="373185" cy="302466"/>
          </a:xfrm>
        </p:grpSpPr>
        <p:sp>
          <p:nvSpPr>
            <p:cNvPr id="9494" name="Google Shape;9494;p62"/>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2"/>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2"/>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2"/>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2"/>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62"/>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62"/>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62"/>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2"/>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2"/>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2"/>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2"/>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2"/>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2"/>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2"/>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2"/>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2"/>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2"/>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2" name="Google Shape;9512;p62"/>
          <p:cNvGrpSpPr/>
          <p:nvPr/>
        </p:nvGrpSpPr>
        <p:grpSpPr>
          <a:xfrm>
            <a:off x="5788661" y="2772517"/>
            <a:ext cx="284366" cy="344097"/>
            <a:chOff x="5864861" y="2772517"/>
            <a:chExt cx="284366" cy="344097"/>
          </a:xfrm>
        </p:grpSpPr>
        <p:sp>
          <p:nvSpPr>
            <p:cNvPr id="9513" name="Google Shape;9513;p62"/>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2"/>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62"/>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62"/>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2"/>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2"/>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19" name="Google Shape;9519;p62"/>
          <p:cNvSpPr/>
          <p:nvPr/>
        </p:nvSpPr>
        <p:spPr>
          <a:xfrm>
            <a:off x="6340868" y="2770643"/>
            <a:ext cx="343335" cy="343303"/>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20" name="Google Shape;9520;p62"/>
          <p:cNvGrpSpPr/>
          <p:nvPr/>
        </p:nvGrpSpPr>
        <p:grpSpPr>
          <a:xfrm>
            <a:off x="6974158" y="2789537"/>
            <a:ext cx="255247" cy="327458"/>
            <a:chOff x="6974158" y="2789537"/>
            <a:chExt cx="255247" cy="327458"/>
          </a:xfrm>
        </p:grpSpPr>
        <p:sp>
          <p:nvSpPr>
            <p:cNvPr id="9521" name="Google Shape;9521;p62"/>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62"/>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2"/>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2"/>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62"/>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62"/>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7" name="Google Shape;9527;p62"/>
          <p:cNvGrpSpPr/>
          <p:nvPr/>
        </p:nvGrpSpPr>
        <p:grpSpPr>
          <a:xfrm>
            <a:off x="7530697" y="2790299"/>
            <a:ext cx="244291" cy="326314"/>
            <a:chOff x="7530697" y="2790299"/>
            <a:chExt cx="244291" cy="326314"/>
          </a:xfrm>
        </p:grpSpPr>
        <p:sp>
          <p:nvSpPr>
            <p:cNvPr id="9528" name="Google Shape;9528;p62"/>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62"/>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62"/>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2"/>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2"/>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62"/>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4" name="Google Shape;9534;p62"/>
          <p:cNvGrpSpPr/>
          <p:nvPr/>
        </p:nvGrpSpPr>
        <p:grpSpPr>
          <a:xfrm>
            <a:off x="7988191" y="2832248"/>
            <a:ext cx="332348" cy="283985"/>
            <a:chOff x="7988191" y="2832248"/>
            <a:chExt cx="332348" cy="283985"/>
          </a:xfrm>
        </p:grpSpPr>
        <p:sp>
          <p:nvSpPr>
            <p:cNvPr id="9535" name="Google Shape;9535;p62"/>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2"/>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2"/>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38" name="Google Shape;9538;p62"/>
          <p:cNvSpPr/>
          <p:nvPr/>
        </p:nvSpPr>
        <p:spPr>
          <a:xfrm>
            <a:off x="2498418" y="3245126"/>
            <a:ext cx="365627" cy="292273"/>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39" name="Google Shape;9539;p62"/>
          <p:cNvGrpSpPr/>
          <p:nvPr/>
        </p:nvGrpSpPr>
        <p:grpSpPr>
          <a:xfrm>
            <a:off x="3588440" y="3258368"/>
            <a:ext cx="364484" cy="262423"/>
            <a:chOff x="3588440" y="3258368"/>
            <a:chExt cx="364484" cy="262423"/>
          </a:xfrm>
        </p:grpSpPr>
        <p:sp>
          <p:nvSpPr>
            <p:cNvPr id="9540" name="Google Shape;9540;p62"/>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2"/>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62"/>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2"/>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2"/>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62"/>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46" name="Google Shape;9546;p62"/>
          <p:cNvSpPr/>
          <p:nvPr/>
        </p:nvSpPr>
        <p:spPr>
          <a:xfrm>
            <a:off x="5263326" y="3229852"/>
            <a:ext cx="323298" cy="320789"/>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47" name="Google Shape;9547;p62"/>
          <p:cNvGrpSpPr/>
          <p:nvPr/>
        </p:nvGrpSpPr>
        <p:grpSpPr>
          <a:xfrm>
            <a:off x="5765817" y="3227724"/>
            <a:ext cx="364865" cy="324822"/>
            <a:chOff x="5765817" y="3227724"/>
            <a:chExt cx="364865" cy="324822"/>
          </a:xfrm>
        </p:grpSpPr>
        <p:sp>
          <p:nvSpPr>
            <p:cNvPr id="9548" name="Google Shape;9548;p62"/>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2"/>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2"/>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1" name="Google Shape;9551;p62"/>
          <p:cNvGrpSpPr/>
          <p:nvPr/>
        </p:nvGrpSpPr>
        <p:grpSpPr>
          <a:xfrm>
            <a:off x="6228583" y="3237664"/>
            <a:ext cx="446539" cy="303895"/>
            <a:chOff x="6228583" y="3237664"/>
            <a:chExt cx="446539" cy="303895"/>
          </a:xfrm>
        </p:grpSpPr>
        <p:sp>
          <p:nvSpPr>
            <p:cNvPr id="9552" name="Google Shape;9552;p62"/>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62"/>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2"/>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2"/>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2"/>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2"/>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2"/>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2"/>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62"/>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2"/>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2"/>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62"/>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2"/>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2"/>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62"/>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62"/>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62"/>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9" name="Google Shape;9569;p62"/>
          <p:cNvGrpSpPr/>
          <p:nvPr/>
        </p:nvGrpSpPr>
        <p:grpSpPr>
          <a:xfrm>
            <a:off x="865862" y="3207306"/>
            <a:ext cx="364484" cy="364897"/>
            <a:chOff x="865862" y="3207306"/>
            <a:chExt cx="364484" cy="364897"/>
          </a:xfrm>
        </p:grpSpPr>
        <p:sp>
          <p:nvSpPr>
            <p:cNvPr id="9570" name="Google Shape;9570;p62"/>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2"/>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2"/>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2"/>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2"/>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2"/>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2"/>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2"/>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62"/>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62"/>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2"/>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2"/>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2"/>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62"/>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4" name="Google Shape;9584;p62"/>
          <p:cNvGrpSpPr/>
          <p:nvPr/>
        </p:nvGrpSpPr>
        <p:grpSpPr>
          <a:xfrm>
            <a:off x="1404617" y="3226962"/>
            <a:ext cx="370168" cy="325965"/>
            <a:chOff x="1404617" y="3226962"/>
            <a:chExt cx="370168" cy="325965"/>
          </a:xfrm>
        </p:grpSpPr>
        <p:sp>
          <p:nvSpPr>
            <p:cNvPr id="9585" name="Google Shape;9585;p62"/>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2"/>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2"/>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2"/>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2"/>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2"/>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2"/>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62"/>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2"/>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4" name="Google Shape;9594;p62"/>
          <p:cNvGrpSpPr/>
          <p:nvPr/>
        </p:nvGrpSpPr>
        <p:grpSpPr>
          <a:xfrm>
            <a:off x="1953403" y="3216094"/>
            <a:ext cx="366389" cy="354481"/>
            <a:chOff x="1954741" y="3212419"/>
            <a:chExt cx="366389" cy="354481"/>
          </a:xfrm>
        </p:grpSpPr>
        <p:sp>
          <p:nvSpPr>
            <p:cNvPr id="9595" name="Google Shape;9595;p62"/>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2"/>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2"/>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62"/>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62"/>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2"/>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2"/>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2" name="Google Shape;9602;p62"/>
          <p:cNvGrpSpPr/>
          <p:nvPr/>
        </p:nvGrpSpPr>
        <p:grpSpPr>
          <a:xfrm>
            <a:off x="3043239" y="3215626"/>
            <a:ext cx="366008" cy="348670"/>
            <a:chOff x="3043239" y="3215626"/>
            <a:chExt cx="366008" cy="348670"/>
          </a:xfrm>
        </p:grpSpPr>
        <p:sp>
          <p:nvSpPr>
            <p:cNvPr id="9603" name="Google Shape;9603;p62"/>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2"/>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5" name="Google Shape;9605;p62"/>
          <p:cNvGrpSpPr/>
          <p:nvPr/>
        </p:nvGrpSpPr>
        <p:grpSpPr>
          <a:xfrm>
            <a:off x="4218333" y="3184982"/>
            <a:ext cx="209107" cy="383442"/>
            <a:chOff x="4218333" y="3184982"/>
            <a:chExt cx="209107" cy="383442"/>
          </a:xfrm>
        </p:grpSpPr>
        <p:sp>
          <p:nvSpPr>
            <p:cNvPr id="9606" name="Google Shape;9606;p62"/>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2"/>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08" name="Google Shape;9608;p62"/>
          <p:cNvSpPr/>
          <p:nvPr/>
        </p:nvSpPr>
        <p:spPr>
          <a:xfrm>
            <a:off x="4816819" y="3186157"/>
            <a:ext cx="83230" cy="379536"/>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09" name="Google Shape;9609;p62"/>
          <p:cNvGrpSpPr/>
          <p:nvPr/>
        </p:nvGrpSpPr>
        <p:grpSpPr>
          <a:xfrm>
            <a:off x="6896644" y="3216007"/>
            <a:ext cx="322917" cy="347876"/>
            <a:chOff x="6896644" y="3216007"/>
            <a:chExt cx="322917" cy="347876"/>
          </a:xfrm>
        </p:grpSpPr>
        <p:sp>
          <p:nvSpPr>
            <p:cNvPr id="9610" name="Google Shape;9610;p62"/>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2"/>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62"/>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2"/>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2"/>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2"/>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2"/>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7" name="Google Shape;9617;p62"/>
          <p:cNvGrpSpPr/>
          <p:nvPr/>
        </p:nvGrpSpPr>
        <p:grpSpPr>
          <a:xfrm>
            <a:off x="7429366" y="3223183"/>
            <a:ext cx="334634" cy="333904"/>
            <a:chOff x="7429366" y="3223183"/>
            <a:chExt cx="334634" cy="333904"/>
          </a:xfrm>
        </p:grpSpPr>
        <p:sp>
          <p:nvSpPr>
            <p:cNvPr id="9618" name="Google Shape;9618;p62"/>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2"/>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20" name="Google Shape;9620;p62"/>
          <p:cNvSpPr/>
          <p:nvPr/>
        </p:nvSpPr>
        <p:spPr>
          <a:xfrm>
            <a:off x="8079296" y="3207306"/>
            <a:ext cx="229906" cy="364135"/>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21" name="Google Shape;9621;p62"/>
          <p:cNvGrpSpPr/>
          <p:nvPr/>
        </p:nvGrpSpPr>
        <p:grpSpPr>
          <a:xfrm>
            <a:off x="5216456" y="3725484"/>
            <a:ext cx="356196" cy="265631"/>
            <a:chOff x="5216456" y="3725484"/>
            <a:chExt cx="356196" cy="265631"/>
          </a:xfrm>
        </p:grpSpPr>
        <p:sp>
          <p:nvSpPr>
            <p:cNvPr id="9622" name="Google Shape;9622;p62"/>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2"/>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4" name="Google Shape;9624;p62"/>
          <p:cNvGrpSpPr/>
          <p:nvPr/>
        </p:nvGrpSpPr>
        <p:grpSpPr>
          <a:xfrm>
            <a:off x="6849393" y="3733994"/>
            <a:ext cx="355053" cy="248038"/>
            <a:chOff x="6849393" y="3733994"/>
            <a:chExt cx="355053" cy="248038"/>
          </a:xfrm>
        </p:grpSpPr>
        <p:sp>
          <p:nvSpPr>
            <p:cNvPr id="9625" name="Google Shape;9625;p62"/>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62"/>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2"/>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2"/>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2"/>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0" name="Google Shape;9630;p62"/>
          <p:cNvGrpSpPr/>
          <p:nvPr/>
        </p:nvGrpSpPr>
        <p:grpSpPr>
          <a:xfrm>
            <a:off x="7918997" y="3714687"/>
            <a:ext cx="392111" cy="280206"/>
            <a:chOff x="7918997" y="3714687"/>
            <a:chExt cx="392111" cy="280206"/>
          </a:xfrm>
        </p:grpSpPr>
        <p:sp>
          <p:nvSpPr>
            <p:cNvPr id="9631" name="Google Shape;9631;p62"/>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2"/>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2"/>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2"/>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2"/>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36" name="Google Shape;9636;p62"/>
          <p:cNvSpPr/>
          <p:nvPr/>
        </p:nvSpPr>
        <p:spPr>
          <a:xfrm>
            <a:off x="867354" y="3694364"/>
            <a:ext cx="355434" cy="32698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37" name="Google Shape;9637;p62"/>
          <p:cNvGrpSpPr/>
          <p:nvPr/>
        </p:nvGrpSpPr>
        <p:grpSpPr>
          <a:xfrm>
            <a:off x="1408777" y="3680964"/>
            <a:ext cx="357720" cy="355148"/>
            <a:chOff x="1408777" y="3680964"/>
            <a:chExt cx="357720" cy="355148"/>
          </a:xfrm>
        </p:grpSpPr>
        <p:sp>
          <p:nvSpPr>
            <p:cNvPr id="9638" name="Google Shape;9638;p62"/>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62"/>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2"/>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2"/>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2"/>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3" name="Google Shape;9643;p62"/>
          <p:cNvGrpSpPr/>
          <p:nvPr/>
        </p:nvGrpSpPr>
        <p:grpSpPr>
          <a:xfrm>
            <a:off x="1952836" y="3680964"/>
            <a:ext cx="357720" cy="355148"/>
            <a:chOff x="1952836" y="3680964"/>
            <a:chExt cx="357720" cy="355148"/>
          </a:xfrm>
        </p:grpSpPr>
        <p:sp>
          <p:nvSpPr>
            <p:cNvPr id="9644" name="Google Shape;9644;p62"/>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2"/>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2"/>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2"/>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2"/>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9" name="Google Shape;9649;p62"/>
          <p:cNvGrpSpPr/>
          <p:nvPr/>
        </p:nvGrpSpPr>
        <p:grpSpPr>
          <a:xfrm>
            <a:off x="2496894" y="3680964"/>
            <a:ext cx="357720" cy="355148"/>
            <a:chOff x="2496894" y="3680964"/>
            <a:chExt cx="357720" cy="355148"/>
          </a:xfrm>
        </p:grpSpPr>
        <p:sp>
          <p:nvSpPr>
            <p:cNvPr id="9650" name="Google Shape;9650;p62"/>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2"/>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2"/>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62"/>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2"/>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5" name="Google Shape;9655;p62"/>
          <p:cNvGrpSpPr/>
          <p:nvPr/>
        </p:nvGrpSpPr>
        <p:grpSpPr>
          <a:xfrm>
            <a:off x="3040984" y="3681059"/>
            <a:ext cx="356164" cy="355815"/>
            <a:chOff x="3040984" y="3681059"/>
            <a:chExt cx="356164" cy="355815"/>
          </a:xfrm>
        </p:grpSpPr>
        <p:sp>
          <p:nvSpPr>
            <p:cNvPr id="9656" name="Google Shape;9656;p62"/>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2"/>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62"/>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9" name="Google Shape;9659;p62"/>
          <p:cNvGrpSpPr/>
          <p:nvPr/>
        </p:nvGrpSpPr>
        <p:grpSpPr>
          <a:xfrm>
            <a:off x="3584280" y="3699191"/>
            <a:ext cx="358069" cy="317995"/>
            <a:chOff x="3584280" y="3699191"/>
            <a:chExt cx="358069" cy="317995"/>
          </a:xfrm>
        </p:grpSpPr>
        <p:sp>
          <p:nvSpPr>
            <p:cNvPr id="9660" name="Google Shape;9660;p62"/>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62"/>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62"/>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2"/>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4" name="Google Shape;9664;p62"/>
          <p:cNvGrpSpPr/>
          <p:nvPr/>
        </p:nvGrpSpPr>
        <p:grpSpPr>
          <a:xfrm>
            <a:off x="4129482" y="3681059"/>
            <a:ext cx="355402" cy="354291"/>
            <a:chOff x="4129482" y="3681059"/>
            <a:chExt cx="355402" cy="354291"/>
          </a:xfrm>
        </p:grpSpPr>
        <p:sp>
          <p:nvSpPr>
            <p:cNvPr id="9665" name="Google Shape;9665;p62"/>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2"/>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2"/>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2"/>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9" name="Google Shape;9669;p62"/>
          <p:cNvGrpSpPr/>
          <p:nvPr/>
        </p:nvGrpSpPr>
        <p:grpSpPr>
          <a:xfrm>
            <a:off x="4673540" y="3680297"/>
            <a:ext cx="355434" cy="355815"/>
            <a:chOff x="4673540" y="3680297"/>
            <a:chExt cx="355434" cy="355815"/>
          </a:xfrm>
        </p:grpSpPr>
        <p:sp>
          <p:nvSpPr>
            <p:cNvPr id="9670" name="Google Shape;9670;p62"/>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2"/>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2"/>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3" name="Google Shape;9673;p62"/>
          <p:cNvGrpSpPr/>
          <p:nvPr/>
        </p:nvGrpSpPr>
        <p:grpSpPr>
          <a:xfrm>
            <a:off x="5779408" y="3699191"/>
            <a:ext cx="317645" cy="318757"/>
            <a:chOff x="5779408" y="3699191"/>
            <a:chExt cx="317645" cy="318757"/>
          </a:xfrm>
        </p:grpSpPr>
        <p:sp>
          <p:nvSpPr>
            <p:cNvPr id="9674" name="Google Shape;9674;p62"/>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62"/>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76" name="Google Shape;9676;p62"/>
          <p:cNvSpPr/>
          <p:nvPr/>
        </p:nvSpPr>
        <p:spPr>
          <a:xfrm>
            <a:off x="6304573" y="3694459"/>
            <a:ext cx="356196" cy="32841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77" name="Google Shape;9677;p62"/>
          <p:cNvGrpSpPr/>
          <p:nvPr/>
        </p:nvGrpSpPr>
        <p:grpSpPr>
          <a:xfrm>
            <a:off x="7390435" y="3680868"/>
            <a:ext cx="372073" cy="355243"/>
            <a:chOff x="7390435" y="3680868"/>
            <a:chExt cx="372073" cy="355243"/>
          </a:xfrm>
        </p:grpSpPr>
        <p:sp>
          <p:nvSpPr>
            <p:cNvPr id="9678" name="Google Shape;9678;p62"/>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2"/>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2"/>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2"/>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2"/>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2"/>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4" name="Google Shape;9684;p62"/>
          <p:cNvGrpSpPr/>
          <p:nvPr/>
        </p:nvGrpSpPr>
        <p:grpSpPr>
          <a:xfrm>
            <a:off x="1421638" y="4125629"/>
            <a:ext cx="374709" cy="374010"/>
            <a:chOff x="1421638" y="4125629"/>
            <a:chExt cx="374709" cy="374010"/>
          </a:xfrm>
        </p:grpSpPr>
        <p:sp>
          <p:nvSpPr>
            <p:cNvPr id="9685" name="Google Shape;9685;p62"/>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62"/>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7" name="Google Shape;9687;p62"/>
          <p:cNvGrpSpPr/>
          <p:nvPr/>
        </p:nvGrpSpPr>
        <p:grpSpPr>
          <a:xfrm>
            <a:off x="1973254" y="4156304"/>
            <a:ext cx="357720" cy="342192"/>
            <a:chOff x="1973254" y="4156304"/>
            <a:chExt cx="357720" cy="342192"/>
          </a:xfrm>
        </p:grpSpPr>
        <p:sp>
          <p:nvSpPr>
            <p:cNvPr id="9688" name="Google Shape;9688;p62"/>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2"/>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2"/>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62"/>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62"/>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2"/>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4" name="Google Shape;9694;p62"/>
          <p:cNvGrpSpPr/>
          <p:nvPr/>
        </p:nvGrpSpPr>
        <p:grpSpPr>
          <a:xfrm>
            <a:off x="2523759" y="4135505"/>
            <a:ext cx="341049" cy="340318"/>
            <a:chOff x="2523759" y="4135505"/>
            <a:chExt cx="341049" cy="340318"/>
          </a:xfrm>
        </p:grpSpPr>
        <p:sp>
          <p:nvSpPr>
            <p:cNvPr id="9695" name="Google Shape;9695;p62"/>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2"/>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7" name="Google Shape;9697;p62"/>
          <p:cNvGrpSpPr/>
          <p:nvPr/>
        </p:nvGrpSpPr>
        <p:grpSpPr>
          <a:xfrm>
            <a:off x="3040603" y="4130360"/>
            <a:ext cx="392079" cy="350353"/>
            <a:chOff x="3040603" y="4130360"/>
            <a:chExt cx="392079" cy="350353"/>
          </a:xfrm>
        </p:grpSpPr>
        <p:sp>
          <p:nvSpPr>
            <p:cNvPr id="9698" name="Google Shape;9698;p62"/>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2"/>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2"/>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62"/>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62"/>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2"/>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2"/>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2"/>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2"/>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62"/>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8" name="Google Shape;9708;p62"/>
          <p:cNvGrpSpPr/>
          <p:nvPr/>
        </p:nvGrpSpPr>
        <p:grpSpPr>
          <a:xfrm>
            <a:off x="3662144" y="4135505"/>
            <a:ext cx="232955" cy="340318"/>
            <a:chOff x="3662144" y="4135505"/>
            <a:chExt cx="232955" cy="340318"/>
          </a:xfrm>
        </p:grpSpPr>
        <p:sp>
          <p:nvSpPr>
            <p:cNvPr id="9709" name="Google Shape;9709;p62"/>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2"/>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2"/>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2"/>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3" name="Google Shape;9713;p62"/>
          <p:cNvGrpSpPr/>
          <p:nvPr/>
        </p:nvGrpSpPr>
        <p:grpSpPr>
          <a:xfrm>
            <a:off x="4149138" y="4121151"/>
            <a:ext cx="344065" cy="368644"/>
            <a:chOff x="4149138" y="4121151"/>
            <a:chExt cx="344065" cy="368644"/>
          </a:xfrm>
        </p:grpSpPr>
        <p:sp>
          <p:nvSpPr>
            <p:cNvPr id="9714" name="Google Shape;9714;p62"/>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2"/>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62"/>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2"/>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2"/>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2"/>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2"/>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2"/>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2"/>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62"/>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62"/>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2"/>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26" name="Google Shape;9726;p62"/>
          <p:cNvSpPr/>
          <p:nvPr/>
        </p:nvSpPr>
        <p:spPr>
          <a:xfrm>
            <a:off x="4692054" y="4135409"/>
            <a:ext cx="344097" cy="340033"/>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27" name="Google Shape;9727;p62"/>
          <p:cNvGrpSpPr/>
          <p:nvPr/>
        </p:nvGrpSpPr>
        <p:grpSpPr>
          <a:xfrm>
            <a:off x="5206262" y="4174817"/>
            <a:ext cx="397763" cy="262804"/>
            <a:chOff x="5206262" y="4174817"/>
            <a:chExt cx="397763" cy="262804"/>
          </a:xfrm>
        </p:grpSpPr>
        <p:sp>
          <p:nvSpPr>
            <p:cNvPr id="9728" name="Google Shape;9728;p62"/>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2"/>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2"/>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62"/>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2"/>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2"/>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2"/>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5" name="Google Shape;9735;p62"/>
          <p:cNvGrpSpPr/>
          <p:nvPr/>
        </p:nvGrpSpPr>
        <p:grpSpPr>
          <a:xfrm>
            <a:off x="5727616" y="4204699"/>
            <a:ext cx="440505" cy="290018"/>
            <a:chOff x="5727616" y="4204699"/>
            <a:chExt cx="440505" cy="290018"/>
          </a:xfrm>
        </p:grpSpPr>
        <p:sp>
          <p:nvSpPr>
            <p:cNvPr id="9736" name="Google Shape;9736;p62"/>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62"/>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2"/>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2"/>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2"/>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2"/>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2"/>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2"/>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4" name="Google Shape;9744;p62"/>
          <p:cNvGrpSpPr/>
          <p:nvPr/>
        </p:nvGrpSpPr>
        <p:grpSpPr>
          <a:xfrm>
            <a:off x="6410063" y="4135124"/>
            <a:ext cx="159950" cy="364516"/>
            <a:chOff x="6410063" y="4135124"/>
            <a:chExt cx="159950" cy="364516"/>
          </a:xfrm>
        </p:grpSpPr>
        <p:sp>
          <p:nvSpPr>
            <p:cNvPr id="9745" name="Google Shape;9745;p62"/>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2"/>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2"/>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2"/>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9" name="Google Shape;9749;p62"/>
          <p:cNvGrpSpPr/>
          <p:nvPr/>
        </p:nvGrpSpPr>
        <p:grpSpPr>
          <a:xfrm>
            <a:off x="6924652" y="4135505"/>
            <a:ext cx="214378" cy="364135"/>
            <a:chOff x="6924652" y="4135505"/>
            <a:chExt cx="214378" cy="364135"/>
          </a:xfrm>
        </p:grpSpPr>
        <p:sp>
          <p:nvSpPr>
            <p:cNvPr id="9750" name="Google Shape;9750;p62"/>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2"/>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2" name="Google Shape;9752;p62"/>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3" name="Google Shape;9753;p62"/>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4" name="Google Shape;9754;p62"/>
          <p:cNvGrpSpPr/>
          <p:nvPr/>
        </p:nvGrpSpPr>
        <p:grpSpPr>
          <a:xfrm>
            <a:off x="7384751" y="4147984"/>
            <a:ext cx="380012" cy="351274"/>
            <a:chOff x="7384751" y="4147984"/>
            <a:chExt cx="380012" cy="351274"/>
          </a:xfrm>
        </p:grpSpPr>
        <p:sp>
          <p:nvSpPr>
            <p:cNvPr id="9755" name="Google Shape;9755;p62"/>
            <p:cNvSpPr/>
            <p:nvPr/>
          </p:nvSpPr>
          <p:spPr>
            <a:xfrm>
              <a:off x="7385513" y="4225879"/>
              <a:ext cx="379250" cy="273379"/>
            </a:xfrm>
            <a:custGeom>
              <a:avLst/>
              <a:gdLst/>
              <a:ahLst/>
              <a:cxnLst/>
              <a:rect l="l" t="t" r="r" b="b"/>
              <a:pathLst>
                <a:path w="11943" h="8609" extrusionOk="0">
                  <a:moveTo>
                    <a:pt x="11740" y="0"/>
                  </a:moveTo>
                  <a:cubicBezTo>
                    <a:pt x="11645" y="0"/>
                    <a:pt x="11562" y="72"/>
                    <a:pt x="11562" y="179"/>
                  </a:cubicBezTo>
                  <a:lnTo>
                    <a:pt x="11562" y="2667"/>
                  </a:lnTo>
                  <a:cubicBezTo>
                    <a:pt x="11562" y="3393"/>
                    <a:pt x="10966" y="3989"/>
                    <a:pt x="10240" y="3989"/>
                  </a:cubicBezTo>
                  <a:lnTo>
                    <a:pt x="9085" y="3989"/>
                  </a:lnTo>
                  <a:cubicBezTo>
                    <a:pt x="8954" y="3989"/>
                    <a:pt x="8823" y="4084"/>
                    <a:pt x="8776" y="4203"/>
                  </a:cubicBezTo>
                  <a:cubicBezTo>
                    <a:pt x="8573" y="4703"/>
                    <a:pt x="8549" y="5167"/>
                    <a:pt x="8752" y="5537"/>
                  </a:cubicBezTo>
                  <a:cubicBezTo>
                    <a:pt x="8823" y="5703"/>
                    <a:pt x="8942" y="5834"/>
                    <a:pt x="9049" y="5941"/>
                  </a:cubicBezTo>
                  <a:cubicBezTo>
                    <a:pt x="8752" y="5929"/>
                    <a:pt x="8514" y="5822"/>
                    <a:pt x="8359" y="5656"/>
                  </a:cubicBezTo>
                  <a:cubicBezTo>
                    <a:pt x="8240" y="5537"/>
                    <a:pt x="7978" y="5167"/>
                    <a:pt x="8073" y="4358"/>
                  </a:cubicBezTo>
                  <a:cubicBezTo>
                    <a:pt x="8109" y="4155"/>
                    <a:pt x="7942" y="3977"/>
                    <a:pt x="7740" y="3977"/>
                  </a:cubicBezTo>
                  <a:lnTo>
                    <a:pt x="5954" y="3977"/>
                  </a:lnTo>
                  <a:cubicBezTo>
                    <a:pt x="5859" y="3977"/>
                    <a:pt x="5775" y="4048"/>
                    <a:pt x="5775" y="4155"/>
                  </a:cubicBezTo>
                  <a:cubicBezTo>
                    <a:pt x="5775" y="4263"/>
                    <a:pt x="5847" y="4334"/>
                    <a:pt x="5954" y="4334"/>
                  </a:cubicBezTo>
                  <a:lnTo>
                    <a:pt x="6847" y="4334"/>
                  </a:lnTo>
                  <a:lnTo>
                    <a:pt x="6847" y="5691"/>
                  </a:lnTo>
                  <a:cubicBezTo>
                    <a:pt x="6847" y="6430"/>
                    <a:pt x="6228" y="7037"/>
                    <a:pt x="5490" y="7037"/>
                  </a:cubicBezTo>
                  <a:lnTo>
                    <a:pt x="4704" y="7037"/>
                  </a:lnTo>
                  <a:cubicBezTo>
                    <a:pt x="4561" y="7037"/>
                    <a:pt x="4466" y="7144"/>
                    <a:pt x="4466" y="7275"/>
                  </a:cubicBezTo>
                  <a:cubicBezTo>
                    <a:pt x="4442" y="7834"/>
                    <a:pt x="4239" y="8215"/>
                    <a:pt x="3668" y="8251"/>
                  </a:cubicBezTo>
                  <a:cubicBezTo>
                    <a:pt x="3930" y="7977"/>
                    <a:pt x="3954" y="7573"/>
                    <a:pt x="3882" y="7239"/>
                  </a:cubicBezTo>
                  <a:cubicBezTo>
                    <a:pt x="3846" y="7120"/>
                    <a:pt x="3763" y="7037"/>
                    <a:pt x="3644" y="7037"/>
                  </a:cubicBezTo>
                  <a:lnTo>
                    <a:pt x="1703" y="7037"/>
                  </a:lnTo>
                  <a:cubicBezTo>
                    <a:pt x="965" y="7037"/>
                    <a:pt x="358" y="6430"/>
                    <a:pt x="358" y="5691"/>
                  </a:cubicBezTo>
                  <a:lnTo>
                    <a:pt x="358" y="5310"/>
                  </a:lnTo>
                  <a:cubicBezTo>
                    <a:pt x="358" y="5227"/>
                    <a:pt x="275" y="5132"/>
                    <a:pt x="179" y="5132"/>
                  </a:cubicBezTo>
                  <a:cubicBezTo>
                    <a:pt x="84" y="5132"/>
                    <a:pt x="1" y="5215"/>
                    <a:pt x="1" y="5310"/>
                  </a:cubicBezTo>
                  <a:lnTo>
                    <a:pt x="1" y="5691"/>
                  </a:lnTo>
                  <a:cubicBezTo>
                    <a:pt x="1" y="6620"/>
                    <a:pt x="751" y="7394"/>
                    <a:pt x="1703" y="7394"/>
                  </a:cubicBezTo>
                  <a:lnTo>
                    <a:pt x="3573" y="7394"/>
                  </a:lnTo>
                  <a:cubicBezTo>
                    <a:pt x="3596" y="7620"/>
                    <a:pt x="3596" y="8025"/>
                    <a:pt x="3215" y="8144"/>
                  </a:cubicBezTo>
                  <a:cubicBezTo>
                    <a:pt x="2989" y="8215"/>
                    <a:pt x="3001" y="8525"/>
                    <a:pt x="3239" y="8573"/>
                  </a:cubicBezTo>
                  <a:cubicBezTo>
                    <a:pt x="3370" y="8608"/>
                    <a:pt x="3489" y="8608"/>
                    <a:pt x="3596" y="8608"/>
                  </a:cubicBezTo>
                  <a:cubicBezTo>
                    <a:pt x="4299" y="8608"/>
                    <a:pt x="4763" y="8204"/>
                    <a:pt x="4823" y="7394"/>
                  </a:cubicBezTo>
                  <a:lnTo>
                    <a:pt x="5513" y="7394"/>
                  </a:lnTo>
                  <a:cubicBezTo>
                    <a:pt x="6454" y="7394"/>
                    <a:pt x="7228" y="6644"/>
                    <a:pt x="7228" y="5691"/>
                  </a:cubicBezTo>
                  <a:lnTo>
                    <a:pt x="7228" y="4334"/>
                  </a:lnTo>
                  <a:lnTo>
                    <a:pt x="7764" y="4334"/>
                  </a:lnTo>
                  <a:cubicBezTo>
                    <a:pt x="7716" y="4715"/>
                    <a:pt x="7704" y="5429"/>
                    <a:pt x="8157" y="5894"/>
                  </a:cubicBezTo>
                  <a:cubicBezTo>
                    <a:pt x="8407" y="6168"/>
                    <a:pt x="8764" y="6299"/>
                    <a:pt x="9240" y="6299"/>
                  </a:cubicBezTo>
                  <a:cubicBezTo>
                    <a:pt x="9311" y="6299"/>
                    <a:pt x="9383" y="6299"/>
                    <a:pt x="9478" y="6287"/>
                  </a:cubicBezTo>
                  <a:cubicBezTo>
                    <a:pt x="9704" y="6263"/>
                    <a:pt x="9776" y="5965"/>
                    <a:pt x="9561" y="5846"/>
                  </a:cubicBezTo>
                  <a:cubicBezTo>
                    <a:pt x="8847" y="5429"/>
                    <a:pt x="9002" y="4715"/>
                    <a:pt x="9145" y="4334"/>
                  </a:cubicBezTo>
                  <a:lnTo>
                    <a:pt x="10276" y="4334"/>
                  </a:lnTo>
                  <a:cubicBezTo>
                    <a:pt x="11205" y="4334"/>
                    <a:pt x="11943" y="3584"/>
                    <a:pt x="11943" y="2667"/>
                  </a:cubicBezTo>
                  <a:lnTo>
                    <a:pt x="11943" y="179"/>
                  </a:lnTo>
                  <a:cubicBezTo>
                    <a:pt x="11919" y="95"/>
                    <a:pt x="11847" y="0"/>
                    <a:pt x="11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62"/>
            <p:cNvSpPr/>
            <p:nvPr/>
          </p:nvSpPr>
          <p:spPr>
            <a:xfrm>
              <a:off x="7384751" y="4147984"/>
              <a:ext cx="380012" cy="228382"/>
            </a:xfrm>
            <a:custGeom>
              <a:avLst/>
              <a:gdLst/>
              <a:ahLst/>
              <a:cxnLst/>
              <a:rect l="l" t="t" r="r" b="b"/>
              <a:pathLst>
                <a:path w="11967" h="7192" extrusionOk="0">
                  <a:moveTo>
                    <a:pt x="3144" y="0"/>
                  </a:moveTo>
                  <a:cubicBezTo>
                    <a:pt x="2227" y="0"/>
                    <a:pt x="1477" y="739"/>
                    <a:pt x="1477" y="1667"/>
                  </a:cubicBezTo>
                  <a:lnTo>
                    <a:pt x="1477" y="4132"/>
                  </a:lnTo>
                  <a:cubicBezTo>
                    <a:pt x="1108" y="4191"/>
                    <a:pt x="751" y="4358"/>
                    <a:pt x="477" y="4644"/>
                  </a:cubicBezTo>
                  <a:cubicBezTo>
                    <a:pt x="168" y="4965"/>
                    <a:pt x="1" y="5382"/>
                    <a:pt x="1" y="5823"/>
                  </a:cubicBezTo>
                  <a:lnTo>
                    <a:pt x="1" y="7013"/>
                  </a:lnTo>
                  <a:cubicBezTo>
                    <a:pt x="1" y="7097"/>
                    <a:pt x="84" y="7192"/>
                    <a:pt x="180" y="7192"/>
                  </a:cubicBezTo>
                  <a:cubicBezTo>
                    <a:pt x="275" y="7192"/>
                    <a:pt x="358" y="7108"/>
                    <a:pt x="358" y="7013"/>
                  </a:cubicBezTo>
                  <a:lnTo>
                    <a:pt x="358" y="5823"/>
                  </a:lnTo>
                  <a:cubicBezTo>
                    <a:pt x="358" y="5465"/>
                    <a:pt x="501" y="5132"/>
                    <a:pt x="751" y="4882"/>
                  </a:cubicBezTo>
                  <a:cubicBezTo>
                    <a:pt x="953" y="4668"/>
                    <a:pt x="1203" y="4537"/>
                    <a:pt x="1489" y="4477"/>
                  </a:cubicBezTo>
                  <a:lnTo>
                    <a:pt x="1489" y="5084"/>
                  </a:lnTo>
                  <a:cubicBezTo>
                    <a:pt x="1489" y="6013"/>
                    <a:pt x="2239" y="6751"/>
                    <a:pt x="3156" y="6751"/>
                  </a:cubicBezTo>
                  <a:lnTo>
                    <a:pt x="5240" y="6751"/>
                  </a:lnTo>
                  <a:cubicBezTo>
                    <a:pt x="5335" y="6751"/>
                    <a:pt x="5418" y="6680"/>
                    <a:pt x="5418" y="6573"/>
                  </a:cubicBezTo>
                  <a:cubicBezTo>
                    <a:pt x="5418" y="6489"/>
                    <a:pt x="5347" y="6394"/>
                    <a:pt x="5240" y="6394"/>
                  </a:cubicBezTo>
                  <a:lnTo>
                    <a:pt x="3156" y="6394"/>
                  </a:lnTo>
                  <a:cubicBezTo>
                    <a:pt x="2430" y="6394"/>
                    <a:pt x="1834" y="5799"/>
                    <a:pt x="1834" y="5073"/>
                  </a:cubicBezTo>
                  <a:lnTo>
                    <a:pt x="1834" y="1620"/>
                  </a:lnTo>
                  <a:cubicBezTo>
                    <a:pt x="1834" y="893"/>
                    <a:pt x="2430" y="298"/>
                    <a:pt x="3156" y="298"/>
                  </a:cubicBezTo>
                  <a:lnTo>
                    <a:pt x="10288" y="298"/>
                  </a:lnTo>
                  <a:cubicBezTo>
                    <a:pt x="11014" y="298"/>
                    <a:pt x="11610" y="893"/>
                    <a:pt x="11610" y="1620"/>
                  </a:cubicBezTo>
                  <a:lnTo>
                    <a:pt x="11610" y="1846"/>
                  </a:lnTo>
                  <a:cubicBezTo>
                    <a:pt x="11610" y="1929"/>
                    <a:pt x="11693" y="2025"/>
                    <a:pt x="11788" y="2025"/>
                  </a:cubicBezTo>
                  <a:cubicBezTo>
                    <a:pt x="11883" y="2025"/>
                    <a:pt x="11967" y="1953"/>
                    <a:pt x="11967" y="1846"/>
                  </a:cubicBezTo>
                  <a:lnTo>
                    <a:pt x="11967" y="1620"/>
                  </a:lnTo>
                  <a:cubicBezTo>
                    <a:pt x="11943" y="762"/>
                    <a:pt x="11193" y="0"/>
                    <a:pt x="10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2"/>
            <p:cNvSpPr/>
            <p:nvPr/>
          </p:nvSpPr>
          <p:spPr>
            <a:xfrm>
              <a:off x="7507642" y="4228134"/>
              <a:ext cx="37852" cy="37852"/>
            </a:xfrm>
            <a:custGeom>
              <a:avLst/>
              <a:gdLst/>
              <a:ahLst/>
              <a:cxnLst/>
              <a:rect l="l" t="t" r="r" b="b"/>
              <a:pathLst>
                <a:path w="1192" h="1192" extrusionOk="0">
                  <a:moveTo>
                    <a:pt x="596" y="358"/>
                  </a:moveTo>
                  <a:cubicBezTo>
                    <a:pt x="739" y="358"/>
                    <a:pt x="834" y="465"/>
                    <a:pt x="834" y="596"/>
                  </a:cubicBezTo>
                  <a:cubicBezTo>
                    <a:pt x="834" y="739"/>
                    <a:pt x="739" y="834"/>
                    <a:pt x="596" y="834"/>
                  </a:cubicBezTo>
                  <a:cubicBezTo>
                    <a:pt x="465" y="834"/>
                    <a:pt x="358" y="739"/>
                    <a:pt x="358" y="596"/>
                  </a:cubicBezTo>
                  <a:cubicBezTo>
                    <a:pt x="358" y="465"/>
                    <a:pt x="465" y="358"/>
                    <a:pt x="596" y="358"/>
                  </a:cubicBezTo>
                  <a:close/>
                  <a:moveTo>
                    <a:pt x="596" y="1"/>
                  </a:moveTo>
                  <a:cubicBezTo>
                    <a:pt x="274" y="1"/>
                    <a:pt x="0" y="274"/>
                    <a:pt x="0" y="596"/>
                  </a:cubicBezTo>
                  <a:cubicBezTo>
                    <a:pt x="0" y="929"/>
                    <a:pt x="274" y="1191"/>
                    <a:pt x="596" y="1191"/>
                  </a:cubicBezTo>
                  <a:cubicBezTo>
                    <a:pt x="929" y="1191"/>
                    <a:pt x="1191" y="929"/>
                    <a:pt x="1191" y="596"/>
                  </a:cubicBezTo>
                  <a:cubicBezTo>
                    <a:pt x="1191" y="274"/>
                    <a:pt x="929"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2"/>
            <p:cNvSpPr/>
            <p:nvPr/>
          </p:nvSpPr>
          <p:spPr>
            <a:xfrm>
              <a:off x="7573820" y="4228134"/>
              <a:ext cx="37820" cy="37852"/>
            </a:xfrm>
            <a:custGeom>
              <a:avLst/>
              <a:gdLst/>
              <a:ahLst/>
              <a:cxnLst/>
              <a:rect l="l" t="t" r="r" b="b"/>
              <a:pathLst>
                <a:path w="1191" h="1192" extrusionOk="0">
                  <a:moveTo>
                    <a:pt x="595" y="358"/>
                  </a:moveTo>
                  <a:cubicBezTo>
                    <a:pt x="738" y="358"/>
                    <a:pt x="833" y="465"/>
                    <a:pt x="833" y="596"/>
                  </a:cubicBezTo>
                  <a:cubicBezTo>
                    <a:pt x="833" y="739"/>
                    <a:pt x="738" y="834"/>
                    <a:pt x="595" y="834"/>
                  </a:cubicBezTo>
                  <a:cubicBezTo>
                    <a:pt x="464" y="834"/>
                    <a:pt x="357" y="739"/>
                    <a:pt x="357" y="596"/>
                  </a:cubicBezTo>
                  <a:cubicBezTo>
                    <a:pt x="357" y="465"/>
                    <a:pt x="464" y="358"/>
                    <a:pt x="595" y="358"/>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2"/>
            <p:cNvSpPr/>
            <p:nvPr/>
          </p:nvSpPr>
          <p:spPr>
            <a:xfrm>
              <a:off x="7640728" y="4228134"/>
              <a:ext cx="37852" cy="37852"/>
            </a:xfrm>
            <a:custGeom>
              <a:avLst/>
              <a:gdLst/>
              <a:ahLst/>
              <a:cxnLst/>
              <a:rect l="l" t="t" r="r" b="b"/>
              <a:pathLst>
                <a:path w="1192" h="1192" extrusionOk="0">
                  <a:moveTo>
                    <a:pt x="596" y="358"/>
                  </a:moveTo>
                  <a:cubicBezTo>
                    <a:pt x="727" y="358"/>
                    <a:pt x="834" y="465"/>
                    <a:pt x="834" y="596"/>
                  </a:cubicBezTo>
                  <a:cubicBezTo>
                    <a:pt x="834" y="739"/>
                    <a:pt x="727" y="834"/>
                    <a:pt x="596" y="834"/>
                  </a:cubicBezTo>
                  <a:cubicBezTo>
                    <a:pt x="453" y="834"/>
                    <a:pt x="358" y="739"/>
                    <a:pt x="358" y="596"/>
                  </a:cubicBezTo>
                  <a:cubicBezTo>
                    <a:pt x="334" y="465"/>
                    <a:pt x="453" y="358"/>
                    <a:pt x="596" y="358"/>
                  </a:cubicBezTo>
                  <a:close/>
                  <a:moveTo>
                    <a:pt x="596" y="1"/>
                  </a:moveTo>
                  <a:cubicBezTo>
                    <a:pt x="262" y="1"/>
                    <a:pt x="0" y="274"/>
                    <a:pt x="0" y="596"/>
                  </a:cubicBezTo>
                  <a:cubicBezTo>
                    <a:pt x="0" y="929"/>
                    <a:pt x="262" y="1191"/>
                    <a:pt x="596" y="1191"/>
                  </a:cubicBezTo>
                  <a:cubicBezTo>
                    <a:pt x="917" y="1191"/>
                    <a:pt x="1191" y="929"/>
                    <a:pt x="1191" y="596"/>
                  </a:cubicBezTo>
                  <a:cubicBezTo>
                    <a:pt x="1191" y="274"/>
                    <a:pt x="917" y="1"/>
                    <a:pt x="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60" name="Google Shape;9760;p62"/>
          <p:cNvSpPr txBox="1"/>
          <p:nvPr/>
        </p:nvSpPr>
        <p:spPr>
          <a:xfrm>
            <a:off x="828875" y="1176707"/>
            <a:ext cx="7525800" cy="761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icons without losing quality.</a:t>
            </a:r>
            <a:endParaRPr sz="1100">
              <a:solidFill>
                <a:srgbClr val="FFFFFF"/>
              </a:solidFill>
            </a:endParaRPr>
          </a:p>
          <a:p>
            <a:pPr marL="0" lvl="0" indent="0" algn="ctr" rtl="0">
              <a:lnSpc>
                <a:spcPct val="115000"/>
              </a:lnSpc>
              <a:spcBef>
                <a:spcPts val="0"/>
              </a:spcBef>
              <a:spcAft>
                <a:spcPts val="0"/>
              </a:spcAft>
              <a:buNone/>
            </a:pPr>
            <a:r>
              <a:rPr lang="en" sz="1100">
                <a:solidFill>
                  <a:srgbClr val="FFFFFF"/>
                </a:solidFill>
              </a:rPr>
              <a:t>You can </a:t>
            </a:r>
            <a:r>
              <a:rPr lang="en" sz="1100">
                <a:solidFill>
                  <a:srgbClr val="869FB2"/>
                </a:solidFill>
              </a:rPr>
              <a:t>change the stroke and fill color</a:t>
            </a:r>
            <a:r>
              <a:rPr lang="en" sz="1100">
                <a:solidFill>
                  <a:srgbClr val="FFFFFF"/>
                </a:solidFill>
              </a:rPr>
              <a:t>; just select the icon and click on the</a:t>
            </a:r>
            <a:r>
              <a:rPr lang="en" sz="1100">
                <a:solidFill>
                  <a:srgbClr val="435D74"/>
                </a:solidFill>
              </a:rPr>
              <a:t> </a:t>
            </a:r>
            <a:r>
              <a:rPr lang="en" sz="1100">
                <a:solidFill>
                  <a:srgbClr val="869FB2"/>
                </a:solidFill>
              </a:rPr>
              <a:t>paint bucket/pen</a:t>
            </a:r>
            <a:r>
              <a:rPr lang="en" sz="1100">
                <a:solidFill>
                  <a:srgbClr val="FFFFFF"/>
                </a:solidFill>
              </a:rPr>
              <a:t>.</a:t>
            </a:r>
            <a:endParaRPr sz="1100">
              <a:solidFill>
                <a:srgbClr val="FFFFFF"/>
              </a:solidFill>
            </a:endParaRPr>
          </a:p>
          <a:p>
            <a:pPr marL="0" lvl="0" indent="0" algn="ctr" rtl="0">
              <a:lnSpc>
                <a:spcPct val="115000"/>
              </a:lnSpc>
              <a:spcBef>
                <a:spcPts val="0"/>
              </a:spcBef>
              <a:spcAft>
                <a:spcPts val="0"/>
              </a:spcAft>
              <a:buNone/>
            </a:pPr>
            <a:r>
              <a:rPr lang="en" sz="1100">
                <a:solidFill>
                  <a:srgbClr val="FFFFFF"/>
                </a:solidFill>
              </a:rPr>
              <a:t>In Google Slides, you can also use </a:t>
            </a:r>
            <a:r>
              <a:rPr lang="en" sz="1100">
                <a:solidFill>
                  <a:srgbClr val="869FB2"/>
                </a:solidFill>
                <a:uFill>
                  <a:noFill/>
                </a:uFill>
                <a:hlinkClick r:id="rId3">
                  <a:extLst>
                    <a:ext uri="{A12FA001-AC4F-418D-AE19-62706E023703}">
                      <ahyp:hlinkClr xmlns:ahyp="http://schemas.microsoft.com/office/drawing/2018/hyperlinkcolor" val="tx"/>
                    </a:ext>
                  </a:extLst>
                </a:hlinkClick>
              </a:rPr>
              <a:t>Flaticon’s extension</a:t>
            </a:r>
            <a:r>
              <a:rPr lang="en" sz="1100">
                <a:solidFill>
                  <a:srgbClr val="FFFFFF"/>
                </a:solidFill>
              </a:rPr>
              <a:t>, allowing you to customize and add even more icons.</a:t>
            </a:r>
            <a:br>
              <a:rPr lang="en" sz="1100">
                <a:solidFill>
                  <a:srgbClr val="435D74"/>
                </a:solidFill>
              </a:rPr>
            </a:br>
            <a:endParaRPr sz="1100">
              <a:solidFill>
                <a:srgbClr val="435D74"/>
              </a:solidFill>
            </a:endParaRPr>
          </a:p>
        </p:txBody>
      </p:sp>
      <p:sp>
        <p:nvSpPr>
          <p:cNvPr id="9761" name="Google Shape;9761;p62"/>
          <p:cNvSpPr txBox="1">
            <a:spLocks noGrp="1"/>
          </p:cNvSpPr>
          <p:nvPr>
            <p:ph type="title"/>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9765"/>
        <p:cNvGrpSpPr/>
        <p:nvPr/>
      </p:nvGrpSpPr>
      <p:grpSpPr>
        <a:xfrm>
          <a:off x="0" y="0"/>
          <a:ext cx="0" cy="0"/>
          <a:chOff x="0" y="0"/>
          <a:chExt cx="0" cy="0"/>
        </a:xfrm>
      </p:grpSpPr>
      <p:grpSp>
        <p:nvGrpSpPr>
          <p:cNvPr id="9766" name="Google Shape;9766;p63"/>
          <p:cNvGrpSpPr/>
          <p:nvPr/>
        </p:nvGrpSpPr>
        <p:grpSpPr>
          <a:xfrm>
            <a:off x="1989449" y="4101269"/>
            <a:ext cx="374774" cy="346073"/>
            <a:chOff x="1989449" y="4282269"/>
            <a:chExt cx="374774" cy="346073"/>
          </a:xfrm>
        </p:grpSpPr>
        <p:sp>
          <p:nvSpPr>
            <p:cNvPr id="9767" name="Google Shape;9767;p63"/>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63"/>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63"/>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3"/>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3"/>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2" name="Google Shape;9772;p63"/>
          <p:cNvGrpSpPr/>
          <p:nvPr/>
        </p:nvGrpSpPr>
        <p:grpSpPr>
          <a:xfrm>
            <a:off x="2487439" y="4099740"/>
            <a:ext cx="198775" cy="348972"/>
            <a:chOff x="2487439" y="4280740"/>
            <a:chExt cx="198775" cy="348972"/>
          </a:xfrm>
        </p:grpSpPr>
        <p:sp>
          <p:nvSpPr>
            <p:cNvPr id="9773" name="Google Shape;9773;p63"/>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3"/>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3"/>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3"/>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7" name="Google Shape;9777;p63"/>
          <p:cNvGrpSpPr/>
          <p:nvPr/>
        </p:nvGrpSpPr>
        <p:grpSpPr>
          <a:xfrm>
            <a:off x="2810958" y="4092923"/>
            <a:ext cx="353145" cy="361873"/>
            <a:chOff x="2810958" y="4273923"/>
            <a:chExt cx="353145" cy="361873"/>
          </a:xfrm>
        </p:grpSpPr>
        <p:sp>
          <p:nvSpPr>
            <p:cNvPr id="9778" name="Google Shape;9778;p63"/>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63"/>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63"/>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63"/>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3"/>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63"/>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63"/>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5" name="Google Shape;9785;p63"/>
          <p:cNvGrpSpPr/>
          <p:nvPr/>
        </p:nvGrpSpPr>
        <p:grpSpPr>
          <a:xfrm>
            <a:off x="6275635" y="4101651"/>
            <a:ext cx="209383" cy="366778"/>
            <a:chOff x="6275635" y="4282651"/>
            <a:chExt cx="209383" cy="366778"/>
          </a:xfrm>
        </p:grpSpPr>
        <p:sp>
          <p:nvSpPr>
            <p:cNvPr id="9786" name="Google Shape;9786;p63"/>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3"/>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8" name="Google Shape;9788;p63"/>
          <p:cNvGrpSpPr/>
          <p:nvPr/>
        </p:nvGrpSpPr>
        <p:grpSpPr>
          <a:xfrm>
            <a:off x="6701186" y="4102033"/>
            <a:ext cx="280292" cy="366396"/>
            <a:chOff x="6701186" y="4283033"/>
            <a:chExt cx="280292" cy="366396"/>
          </a:xfrm>
        </p:grpSpPr>
        <p:sp>
          <p:nvSpPr>
            <p:cNvPr id="9789" name="Google Shape;9789;p63"/>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3"/>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1" name="Google Shape;9791;p63"/>
          <p:cNvGrpSpPr/>
          <p:nvPr/>
        </p:nvGrpSpPr>
        <p:grpSpPr>
          <a:xfrm>
            <a:off x="2609571" y="3643958"/>
            <a:ext cx="373627" cy="347347"/>
            <a:chOff x="2609571" y="3824958"/>
            <a:chExt cx="373627" cy="347347"/>
          </a:xfrm>
        </p:grpSpPr>
        <p:sp>
          <p:nvSpPr>
            <p:cNvPr id="9792" name="Google Shape;9792;p63"/>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3"/>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94" name="Google Shape;9794;p63"/>
          <p:cNvSpPr/>
          <p:nvPr/>
        </p:nvSpPr>
        <p:spPr>
          <a:xfrm>
            <a:off x="1288576" y="3641410"/>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95" name="Google Shape;9795;p63"/>
          <p:cNvGrpSpPr/>
          <p:nvPr/>
        </p:nvGrpSpPr>
        <p:grpSpPr>
          <a:xfrm>
            <a:off x="916127" y="3626056"/>
            <a:ext cx="221902" cy="380795"/>
            <a:chOff x="916127" y="3807056"/>
            <a:chExt cx="221902" cy="380795"/>
          </a:xfrm>
        </p:grpSpPr>
        <p:sp>
          <p:nvSpPr>
            <p:cNvPr id="9796" name="Google Shape;9796;p63"/>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3"/>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3"/>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3"/>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00" name="Google Shape;9800;p63"/>
          <p:cNvSpPr/>
          <p:nvPr/>
        </p:nvSpPr>
        <p:spPr>
          <a:xfrm>
            <a:off x="3136771" y="3642174"/>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63"/>
          <p:cNvSpPr/>
          <p:nvPr/>
        </p:nvSpPr>
        <p:spPr>
          <a:xfrm>
            <a:off x="2179465" y="3670048"/>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02" name="Google Shape;9802;p63"/>
          <p:cNvGrpSpPr/>
          <p:nvPr/>
        </p:nvGrpSpPr>
        <p:grpSpPr>
          <a:xfrm>
            <a:off x="3513010" y="3635134"/>
            <a:ext cx="362223" cy="361108"/>
            <a:chOff x="3513010" y="3816134"/>
            <a:chExt cx="362223" cy="361108"/>
          </a:xfrm>
        </p:grpSpPr>
        <p:sp>
          <p:nvSpPr>
            <p:cNvPr id="9803" name="Google Shape;9803;p63"/>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3"/>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3"/>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3"/>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7" name="Google Shape;9807;p63"/>
          <p:cNvGrpSpPr/>
          <p:nvPr/>
        </p:nvGrpSpPr>
        <p:grpSpPr>
          <a:xfrm>
            <a:off x="3950316" y="3639307"/>
            <a:ext cx="369805" cy="353782"/>
            <a:chOff x="3950316" y="3820307"/>
            <a:chExt cx="369805" cy="353782"/>
          </a:xfrm>
        </p:grpSpPr>
        <p:sp>
          <p:nvSpPr>
            <p:cNvPr id="9808" name="Google Shape;9808;p63"/>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63"/>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63"/>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63"/>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2" name="Google Shape;9812;p63"/>
          <p:cNvGrpSpPr/>
          <p:nvPr/>
        </p:nvGrpSpPr>
        <p:grpSpPr>
          <a:xfrm>
            <a:off x="1761909" y="3630961"/>
            <a:ext cx="307974" cy="371716"/>
            <a:chOff x="1761909" y="3811961"/>
            <a:chExt cx="307974" cy="371716"/>
          </a:xfrm>
        </p:grpSpPr>
        <p:sp>
          <p:nvSpPr>
            <p:cNvPr id="9813" name="Google Shape;9813;p63"/>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3"/>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3"/>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63"/>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63"/>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3"/>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3"/>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3"/>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3"/>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63"/>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3" name="Google Shape;9823;p63"/>
          <p:cNvGrpSpPr/>
          <p:nvPr/>
        </p:nvGrpSpPr>
        <p:grpSpPr>
          <a:xfrm>
            <a:off x="5373342" y="3627935"/>
            <a:ext cx="231395" cy="353145"/>
            <a:chOff x="5373342" y="3808935"/>
            <a:chExt cx="231395" cy="353145"/>
          </a:xfrm>
        </p:grpSpPr>
        <p:sp>
          <p:nvSpPr>
            <p:cNvPr id="9824" name="Google Shape;9824;p63"/>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3"/>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3"/>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3"/>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63"/>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63"/>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3"/>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3"/>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3"/>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33" name="Google Shape;9833;p63"/>
          <p:cNvSpPr/>
          <p:nvPr/>
        </p:nvSpPr>
        <p:spPr>
          <a:xfrm>
            <a:off x="6738361" y="3628700"/>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34" name="Google Shape;9834;p63"/>
          <p:cNvGrpSpPr/>
          <p:nvPr/>
        </p:nvGrpSpPr>
        <p:grpSpPr>
          <a:xfrm>
            <a:off x="5833775" y="3628445"/>
            <a:ext cx="235185" cy="352253"/>
            <a:chOff x="5833775" y="3809445"/>
            <a:chExt cx="235185" cy="352253"/>
          </a:xfrm>
        </p:grpSpPr>
        <p:sp>
          <p:nvSpPr>
            <p:cNvPr id="9835" name="Google Shape;9835;p63"/>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3"/>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3"/>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8" name="Google Shape;9838;p63"/>
          <p:cNvGrpSpPr/>
          <p:nvPr/>
        </p:nvGrpSpPr>
        <p:grpSpPr>
          <a:xfrm>
            <a:off x="4942472" y="3628318"/>
            <a:ext cx="238976" cy="352762"/>
            <a:chOff x="4942472" y="3809318"/>
            <a:chExt cx="238976" cy="352762"/>
          </a:xfrm>
        </p:grpSpPr>
        <p:sp>
          <p:nvSpPr>
            <p:cNvPr id="9839" name="Google Shape;9839;p63"/>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63"/>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63"/>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3"/>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3"/>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3"/>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63"/>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6" name="Google Shape;9846;p63"/>
          <p:cNvGrpSpPr/>
          <p:nvPr/>
        </p:nvGrpSpPr>
        <p:grpSpPr>
          <a:xfrm>
            <a:off x="6266525" y="3626788"/>
            <a:ext cx="260223" cy="353527"/>
            <a:chOff x="6266525" y="3807788"/>
            <a:chExt cx="260223" cy="353527"/>
          </a:xfrm>
        </p:grpSpPr>
        <p:sp>
          <p:nvSpPr>
            <p:cNvPr id="9847" name="Google Shape;9847;p63"/>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63"/>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63"/>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3"/>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51" name="Google Shape;9851;p63"/>
          <p:cNvSpPr/>
          <p:nvPr/>
        </p:nvSpPr>
        <p:spPr>
          <a:xfrm>
            <a:off x="7972870" y="3627967"/>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52" name="Google Shape;9852;p63"/>
          <p:cNvGrpSpPr/>
          <p:nvPr/>
        </p:nvGrpSpPr>
        <p:grpSpPr>
          <a:xfrm>
            <a:off x="7184363" y="3628604"/>
            <a:ext cx="202184" cy="352762"/>
            <a:chOff x="7184363" y="3809604"/>
            <a:chExt cx="202184" cy="352762"/>
          </a:xfrm>
        </p:grpSpPr>
        <p:sp>
          <p:nvSpPr>
            <p:cNvPr id="9853" name="Google Shape;9853;p63"/>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63"/>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5" name="Google Shape;9855;p63"/>
          <p:cNvGrpSpPr/>
          <p:nvPr/>
        </p:nvGrpSpPr>
        <p:grpSpPr>
          <a:xfrm>
            <a:off x="7571624" y="3627935"/>
            <a:ext cx="292047" cy="352762"/>
            <a:chOff x="7571624" y="3808935"/>
            <a:chExt cx="292047" cy="352762"/>
          </a:xfrm>
        </p:grpSpPr>
        <p:sp>
          <p:nvSpPr>
            <p:cNvPr id="9856" name="Google Shape;9856;p63"/>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3"/>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63"/>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63"/>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63"/>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3"/>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2" name="Google Shape;9862;p63"/>
          <p:cNvGrpSpPr/>
          <p:nvPr/>
        </p:nvGrpSpPr>
        <p:grpSpPr>
          <a:xfrm>
            <a:off x="2174559" y="3175116"/>
            <a:ext cx="364135" cy="359930"/>
            <a:chOff x="2174559" y="3356116"/>
            <a:chExt cx="364135" cy="359930"/>
          </a:xfrm>
        </p:grpSpPr>
        <p:sp>
          <p:nvSpPr>
            <p:cNvPr id="9863" name="Google Shape;9863;p63"/>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3"/>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5" name="Google Shape;9865;p63"/>
          <p:cNvGrpSpPr/>
          <p:nvPr/>
        </p:nvGrpSpPr>
        <p:grpSpPr>
          <a:xfrm>
            <a:off x="1731934" y="3174639"/>
            <a:ext cx="368371" cy="361554"/>
            <a:chOff x="1731934" y="3355639"/>
            <a:chExt cx="368371" cy="361554"/>
          </a:xfrm>
        </p:grpSpPr>
        <p:sp>
          <p:nvSpPr>
            <p:cNvPr id="9866" name="Google Shape;9866;p63"/>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63"/>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8" name="Google Shape;9868;p63"/>
          <p:cNvGrpSpPr/>
          <p:nvPr/>
        </p:nvGrpSpPr>
        <p:grpSpPr>
          <a:xfrm>
            <a:off x="3990517" y="3173173"/>
            <a:ext cx="279559" cy="363402"/>
            <a:chOff x="3990517" y="3354173"/>
            <a:chExt cx="279559" cy="363402"/>
          </a:xfrm>
        </p:grpSpPr>
        <p:sp>
          <p:nvSpPr>
            <p:cNvPr id="9869" name="Google Shape;9869;p63"/>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3"/>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63"/>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2" name="Google Shape;9872;p63"/>
          <p:cNvGrpSpPr/>
          <p:nvPr/>
        </p:nvGrpSpPr>
        <p:grpSpPr>
          <a:xfrm>
            <a:off x="3497847" y="3236374"/>
            <a:ext cx="379680" cy="237606"/>
            <a:chOff x="3497847" y="3417374"/>
            <a:chExt cx="379680" cy="237606"/>
          </a:xfrm>
        </p:grpSpPr>
        <p:sp>
          <p:nvSpPr>
            <p:cNvPr id="9873" name="Google Shape;9873;p63"/>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3"/>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3"/>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63"/>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7" name="Google Shape;9877;p63"/>
          <p:cNvGrpSpPr/>
          <p:nvPr/>
        </p:nvGrpSpPr>
        <p:grpSpPr>
          <a:xfrm>
            <a:off x="2612597" y="3186075"/>
            <a:ext cx="376271" cy="337982"/>
            <a:chOff x="2612597" y="3367075"/>
            <a:chExt cx="376271" cy="337982"/>
          </a:xfrm>
        </p:grpSpPr>
        <p:sp>
          <p:nvSpPr>
            <p:cNvPr id="9878" name="Google Shape;9878;p63"/>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63"/>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0" name="Google Shape;9880;p63"/>
          <p:cNvGrpSpPr/>
          <p:nvPr/>
        </p:nvGrpSpPr>
        <p:grpSpPr>
          <a:xfrm>
            <a:off x="3071914" y="3183431"/>
            <a:ext cx="343652" cy="342505"/>
            <a:chOff x="3071914" y="3364431"/>
            <a:chExt cx="343652" cy="342505"/>
          </a:xfrm>
        </p:grpSpPr>
        <p:sp>
          <p:nvSpPr>
            <p:cNvPr id="9881" name="Google Shape;9881;p63"/>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3"/>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3"/>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63"/>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63"/>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6" name="Google Shape;9886;p63"/>
          <p:cNvGrpSpPr/>
          <p:nvPr/>
        </p:nvGrpSpPr>
        <p:grpSpPr>
          <a:xfrm>
            <a:off x="897141" y="3178875"/>
            <a:ext cx="257962" cy="352762"/>
            <a:chOff x="897141" y="3359875"/>
            <a:chExt cx="257962" cy="352762"/>
          </a:xfrm>
        </p:grpSpPr>
        <p:sp>
          <p:nvSpPr>
            <p:cNvPr id="9887" name="Google Shape;9887;p63"/>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3"/>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3"/>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63"/>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3"/>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63"/>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63"/>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63"/>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5" name="Google Shape;9895;p63"/>
          <p:cNvGrpSpPr/>
          <p:nvPr/>
        </p:nvGrpSpPr>
        <p:grpSpPr>
          <a:xfrm>
            <a:off x="1333682" y="3163330"/>
            <a:ext cx="271213" cy="383088"/>
            <a:chOff x="1333682" y="3344330"/>
            <a:chExt cx="271213" cy="383088"/>
          </a:xfrm>
        </p:grpSpPr>
        <p:sp>
          <p:nvSpPr>
            <p:cNvPr id="9896" name="Google Shape;9896;p63"/>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3"/>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3"/>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9" name="Google Shape;9899;p63"/>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0" name="Google Shape;9900;p63"/>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3"/>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3"/>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63"/>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63"/>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63"/>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63"/>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7" name="Google Shape;9907;p63"/>
          <p:cNvGrpSpPr/>
          <p:nvPr/>
        </p:nvGrpSpPr>
        <p:grpSpPr>
          <a:xfrm>
            <a:off x="6664394" y="3165974"/>
            <a:ext cx="353113" cy="351998"/>
            <a:chOff x="6664394" y="3346974"/>
            <a:chExt cx="353113" cy="351998"/>
          </a:xfrm>
        </p:grpSpPr>
        <p:sp>
          <p:nvSpPr>
            <p:cNvPr id="9908" name="Google Shape;9908;p63"/>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3"/>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3"/>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63"/>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63"/>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3" name="Google Shape;9913;p63"/>
          <p:cNvGrpSpPr/>
          <p:nvPr/>
        </p:nvGrpSpPr>
        <p:grpSpPr>
          <a:xfrm>
            <a:off x="849741" y="1778307"/>
            <a:ext cx="399398" cy="375443"/>
            <a:chOff x="849741" y="1959307"/>
            <a:chExt cx="399398" cy="375443"/>
          </a:xfrm>
        </p:grpSpPr>
        <p:sp>
          <p:nvSpPr>
            <p:cNvPr id="9914" name="Google Shape;9914;p63"/>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63"/>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6" name="Google Shape;9916;p63"/>
          <p:cNvGrpSpPr/>
          <p:nvPr/>
        </p:nvGrpSpPr>
        <p:grpSpPr>
          <a:xfrm>
            <a:off x="1284212" y="1782766"/>
            <a:ext cx="379489" cy="366046"/>
            <a:chOff x="1284212" y="1963766"/>
            <a:chExt cx="379489" cy="366046"/>
          </a:xfrm>
        </p:grpSpPr>
        <p:sp>
          <p:nvSpPr>
            <p:cNvPr id="9917" name="Google Shape;9917;p63"/>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3"/>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9" name="Google Shape;9919;p63"/>
          <p:cNvGrpSpPr/>
          <p:nvPr/>
        </p:nvGrpSpPr>
        <p:grpSpPr>
          <a:xfrm>
            <a:off x="3037766" y="1788564"/>
            <a:ext cx="370219" cy="354928"/>
            <a:chOff x="3037766" y="1969564"/>
            <a:chExt cx="370219" cy="354928"/>
          </a:xfrm>
        </p:grpSpPr>
        <p:sp>
          <p:nvSpPr>
            <p:cNvPr id="9920" name="Google Shape;9920;p63"/>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3"/>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63"/>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63"/>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4" name="Google Shape;9924;p63"/>
          <p:cNvGrpSpPr/>
          <p:nvPr/>
        </p:nvGrpSpPr>
        <p:grpSpPr>
          <a:xfrm>
            <a:off x="3982553" y="1790730"/>
            <a:ext cx="304566" cy="350501"/>
            <a:chOff x="3982553" y="1971730"/>
            <a:chExt cx="304566" cy="350501"/>
          </a:xfrm>
        </p:grpSpPr>
        <p:sp>
          <p:nvSpPr>
            <p:cNvPr id="9925" name="Google Shape;9925;p63"/>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3"/>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7" name="Google Shape;9927;p63"/>
          <p:cNvGrpSpPr/>
          <p:nvPr/>
        </p:nvGrpSpPr>
        <p:grpSpPr>
          <a:xfrm>
            <a:off x="2567841" y="1813124"/>
            <a:ext cx="399812" cy="306477"/>
            <a:chOff x="2567841" y="1994124"/>
            <a:chExt cx="399812" cy="306477"/>
          </a:xfrm>
        </p:grpSpPr>
        <p:sp>
          <p:nvSpPr>
            <p:cNvPr id="9928" name="Google Shape;9928;p63"/>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63"/>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63"/>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1" name="Google Shape;9931;p63"/>
          <p:cNvGrpSpPr/>
          <p:nvPr/>
        </p:nvGrpSpPr>
        <p:grpSpPr>
          <a:xfrm>
            <a:off x="2212084" y="1779358"/>
            <a:ext cx="324698" cy="372863"/>
            <a:chOff x="2212084" y="1960358"/>
            <a:chExt cx="324698" cy="372863"/>
          </a:xfrm>
        </p:grpSpPr>
        <p:sp>
          <p:nvSpPr>
            <p:cNvPr id="9932" name="Google Shape;9932;p63"/>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3"/>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3"/>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5" name="Google Shape;9935;p63"/>
          <p:cNvGrpSpPr/>
          <p:nvPr/>
        </p:nvGrpSpPr>
        <p:grpSpPr>
          <a:xfrm>
            <a:off x="1805901" y="1779358"/>
            <a:ext cx="284847" cy="373627"/>
            <a:chOff x="1805901" y="1960358"/>
            <a:chExt cx="284847" cy="373627"/>
          </a:xfrm>
        </p:grpSpPr>
        <p:sp>
          <p:nvSpPr>
            <p:cNvPr id="9936" name="Google Shape;9936;p63"/>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3"/>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38" name="Google Shape;9938;p63"/>
          <p:cNvSpPr/>
          <p:nvPr/>
        </p:nvSpPr>
        <p:spPr>
          <a:xfrm>
            <a:off x="3505429" y="1799076"/>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63"/>
          <p:cNvSpPr/>
          <p:nvPr/>
        </p:nvSpPr>
        <p:spPr>
          <a:xfrm>
            <a:off x="7100552" y="1803249"/>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63"/>
          <p:cNvSpPr/>
          <p:nvPr/>
        </p:nvSpPr>
        <p:spPr>
          <a:xfrm>
            <a:off x="7955445" y="1830198"/>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41" name="Google Shape;9941;p63"/>
          <p:cNvGrpSpPr/>
          <p:nvPr/>
        </p:nvGrpSpPr>
        <p:grpSpPr>
          <a:xfrm>
            <a:off x="6656812" y="1848388"/>
            <a:ext cx="368690" cy="245793"/>
            <a:chOff x="6656812" y="2029388"/>
            <a:chExt cx="368690" cy="245793"/>
          </a:xfrm>
        </p:grpSpPr>
        <p:sp>
          <p:nvSpPr>
            <p:cNvPr id="9942" name="Google Shape;9942;p63"/>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63"/>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63"/>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3"/>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63"/>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3"/>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3"/>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3"/>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3"/>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3"/>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2" name="Google Shape;9952;p63"/>
          <p:cNvGrpSpPr/>
          <p:nvPr/>
        </p:nvGrpSpPr>
        <p:grpSpPr>
          <a:xfrm>
            <a:off x="4869651" y="1831218"/>
            <a:ext cx="376654" cy="281566"/>
            <a:chOff x="4869651" y="2012218"/>
            <a:chExt cx="376654" cy="281566"/>
          </a:xfrm>
        </p:grpSpPr>
        <p:sp>
          <p:nvSpPr>
            <p:cNvPr id="9953" name="Google Shape;9953;p63"/>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3"/>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3"/>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3"/>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7" name="Google Shape;9957;p63"/>
          <p:cNvGrpSpPr/>
          <p:nvPr/>
        </p:nvGrpSpPr>
        <p:grpSpPr>
          <a:xfrm>
            <a:off x="5306224" y="1831313"/>
            <a:ext cx="367925" cy="281694"/>
            <a:chOff x="5306224" y="2012313"/>
            <a:chExt cx="367925" cy="281694"/>
          </a:xfrm>
        </p:grpSpPr>
        <p:sp>
          <p:nvSpPr>
            <p:cNvPr id="9958" name="Google Shape;9958;p63"/>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63"/>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60" name="Google Shape;9960;p63"/>
          <p:cNvSpPr/>
          <p:nvPr/>
        </p:nvSpPr>
        <p:spPr>
          <a:xfrm>
            <a:off x="5754137" y="1824815"/>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61" name="Google Shape;9961;p63"/>
          <p:cNvGrpSpPr/>
          <p:nvPr/>
        </p:nvGrpSpPr>
        <p:grpSpPr>
          <a:xfrm>
            <a:off x="6195998" y="1802102"/>
            <a:ext cx="368308" cy="338746"/>
            <a:chOff x="6195998" y="1983102"/>
            <a:chExt cx="368308" cy="338746"/>
          </a:xfrm>
        </p:grpSpPr>
        <p:sp>
          <p:nvSpPr>
            <p:cNvPr id="9962" name="Google Shape;9962;p63"/>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63"/>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63"/>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5" name="Google Shape;9965;p63"/>
          <p:cNvGrpSpPr/>
          <p:nvPr/>
        </p:nvGrpSpPr>
        <p:grpSpPr>
          <a:xfrm>
            <a:off x="7542031" y="1830835"/>
            <a:ext cx="369072" cy="280037"/>
            <a:chOff x="7542031" y="2011835"/>
            <a:chExt cx="369072" cy="280037"/>
          </a:xfrm>
        </p:grpSpPr>
        <p:sp>
          <p:nvSpPr>
            <p:cNvPr id="9966" name="Google Shape;9966;p63"/>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63"/>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3"/>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3"/>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63"/>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63"/>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3"/>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3"/>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3"/>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5" name="Google Shape;9975;p63"/>
          <p:cNvGrpSpPr/>
          <p:nvPr/>
        </p:nvGrpSpPr>
        <p:grpSpPr>
          <a:xfrm>
            <a:off x="8010427" y="3167503"/>
            <a:ext cx="278795" cy="351615"/>
            <a:chOff x="8010427" y="3348503"/>
            <a:chExt cx="278795" cy="351615"/>
          </a:xfrm>
        </p:grpSpPr>
        <p:sp>
          <p:nvSpPr>
            <p:cNvPr id="9976" name="Google Shape;9976;p63"/>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3"/>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3"/>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63"/>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80" name="Google Shape;9980;p63"/>
          <p:cNvSpPr/>
          <p:nvPr/>
        </p:nvSpPr>
        <p:spPr>
          <a:xfrm>
            <a:off x="7615138" y="3167917"/>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81" name="Google Shape;9981;p63"/>
          <p:cNvGrpSpPr/>
          <p:nvPr/>
        </p:nvGrpSpPr>
        <p:grpSpPr>
          <a:xfrm>
            <a:off x="7141900" y="3168204"/>
            <a:ext cx="281057" cy="351010"/>
            <a:chOff x="7141900" y="3349204"/>
            <a:chExt cx="281057" cy="351010"/>
          </a:xfrm>
        </p:grpSpPr>
        <p:sp>
          <p:nvSpPr>
            <p:cNvPr id="9982" name="Google Shape;9982;p63"/>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63"/>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3"/>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5" name="Google Shape;9985;p63"/>
          <p:cNvGrpSpPr/>
          <p:nvPr/>
        </p:nvGrpSpPr>
        <p:grpSpPr>
          <a:xfrm>
            <a:off x="5314188" y="3169032"/>
            <a:ext cx="363752" cy="353113"/>
            <a:chOff x="5314188" y="3350032"/>
            <a:chExt cx="363752" cy="353113"/>
          </a:xfrm>
        </p:grpSpPr>
        <p:sp>
          <p:nvSpPr>
            <p:cNvPr id="9986" name="Google Shape;9986;p63"/>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3"/>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8" name="Google Shape;9988;p63"/>
          <p:cNvGrpSpPr/>
          <p:nvPr/>
        </p:nvGrpSpPr>
        <p:grpSpPr>
          <a:xfrm>
            <a:off x="6203579" y="3167981"/>
            <a:ext cx="351615" cy="350373"/>
            <a:chOff x="6203579" y="3348981"/>
            <a:chExt cx="351615" cy="350373"/>
          </a:xfrm>
        </p:grpSpPr>
        <p:sp>
          <p:nvSpPr>
            <p:cNvPr id="9989" name="Google Shape;9989;p63"/>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3"/>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3"/>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63"/>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63"/>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4" name="Google Shape;9994;p63"/>
          <p:cNvGrpSpPr/>
          <p:nvPr/>
        </p:nvGrpSpPr>
        <p:grpSpPr>
          <a:xfrm>
            <a:off x="5829984" y="3169032"/>
            <a:ext cx="220755" cy="352348"/>
            <a:chOff x="5829984" y="3350032"/>
            <a:chExt cx="220755" cy="352348"/>
          </a:xfrm>
        </p:grpSpPr>
        <p:sp>
          <p:nvSpPr>
            <p:cNvPr id="9995" name="Google Shape;9995;p63"/>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63"/>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63"/>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3"/>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9" name="Google Shape;9999;p63"/>
          <p:cNvGrpSpPr/>
          <p:nvPr/>
        </p:nvGrpSpPr>
        <p:grpSpPr>
          <a:xfrm>
            <a:off x="4882170" y="3168841"/>
            <a:ext cx="358464" cy="352316"/>
            <a:chOff x="4882170" y="3349841"/>
            <a:chExt cx="358464" cy="352316"/>
          </a:xfrm>
        </p:grpSpPr>
        <p:sp>
          <p:nvSpPr>
            <p:cNvPr id="10000" name="Google Shape;10000;p63"/>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1" name="Google Shape;10001;p63"/>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02" name="Google Shape;10002;p63"/>
          <p:cNvSpPr/>
          <p:nvPr/>
        </p:nvSpPr>
        <p:spPr>
          <a:xfrm>
            <a:off x="3955221" y="2712008"/>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3"/>
          <p:cNvSpPr/>
          <p:nvPr/>
        </p:nvSpPr>
        <p:spPr>
          <a:xfrm>
            <a:off x="3499727" y="2261228"/>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04" name="Google Shape;10004;p63"/>
          <p:cNvGrpSpPr/>
          <p:nvPr/>
        </p:nvGrpSpPr>
        <p:grpSpPr>
          <a:xfrm>
            <a:off x="3044965" y="2254220"/>
            <a:ext cx="400194" cy="324316"/>
            <a:chOff x="3044965" y="2435220"/>
            <a:chExt cx="400194" cy="324316"/>
          </a:xfrm>
        </p:grpSpPr>
        <p:sp>
          <p:nvSpPr>
            <p:cNvPr id="10005" name="Google Shape;10005;p63"/>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3"/>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63"/>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8" name="Google Shape;10008;p63"/>
          <p:cNvGrpSpPr/>
          <p:nvPr/>
        </p:nvGrpSpPr>
        <p:grpSpPr>
          <a:xfrm>
            <a:off x="4878379" y="2292892"/>
            <a:ext cx="367161" cy="287523"/>
            <a:chOff x="4878379" y="2473892"/>
            <a:chExt cx="367161" cy="287523"/>
          </a:xfrm>
        </p:grpSpPr>
        <p:sp>
          <p:nvSpPr>
            <p:cNvPr id="10009" name="Google Shape;10009;p63"/>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3"/>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3"/>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63"/>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63"/>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4" name="Google Shape;10014;p63"/>
          <p:cNvGrpSpPr/>
          <p:nvPr/>
        </p:nvGrpSpPr>
        <p:grpSpPr>
          <a:xfrm>
            <a:off x="1325719" y="2706689"/>
            <a:ext cx="290581" cy="372481"/>
            <a:chOff x="1325719" y="2887689"/>
            <a:chExt cx="290581" cy="372481"/>
          </a:xfrm>
        </p:grpSpPr>
        <p:sp>
          <p:nvSpPr>
            <p:cNvPr id="10015" name="Google Shape;10015;p63"/>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63"/>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17" name="Google Shape;10017;p63"/>
          <p:cNvSpPr/>
          <p:nvPr/>
        </p:nvSpPr>
        <p:spPr>
          <a:xfrm>
            <a:off x="1819153" y="2701369"/>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18" name="Google Shape;10018;p63"/>
          <p:cNvGrpSpPr/>
          <p:nvPr/>
        </p:nvGrpSpPr>
        <p:grpSpPr>
          <a:xfrm>
            <a:off x="3510335" y="2711499"/>
            <a:ext cx="360726" cy="361204"/>
            <a:chOff x="3510335" y="2892499"/>
            <a:chExt cx="360726" cy="361204"/>
          </a:xfrm>
        </p:grpSpPr>
        <p:sp>
          <p:nvSpPr>
            <p:cNvPr id="10019" name="Google Shape;10019;p63"/>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63"/>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3"/>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3"/>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3"/>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3"/>
          <p:cNvGrpSpPr/>
          <p:nvPr/>
        </p:nvGrpSpPr>
        <p:grpSpPr>
          <a:xfrm>
            <a:off x="3086313" y="2696049"/>
            <a:ext cx="320143" cy="392581"/>
            <a:chOff x="3086313" y="2877049"/>
            <a:chExt cx="320143" cy="392581"/>
          </a:xfrm>
        </p:grpSpPr>
        <p:sp>
          <p:nvSpPr>
            <p:cNvPr id="10025" name="Google Shape;10025;p63"/>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3"/>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3"/>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3"/>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3"/>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63"/>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63"/>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63"/>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3"/>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3"/>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63"/>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63"/>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37" name="Google Shape;10037;p63"/>
          <p:cNvSpPr/>
          <p:nvPr/>
        </p:nvSpPr>
        <p:spPr>
          <a:xfrm>
            <a:off x="2253814" y="2713123"/>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38" name="Google Shape;10038;p63"/>
          <p:cNvGrpSpPr/>
          <p:nvPr/>
        </p:nvGrpSpPr>
        <p:grpSpPr>
          <a:xfrm>
            <a:off x="861113" y="2704746"/>
            <a:ext cx="333809" cy="373277"/>
            <a:chOff x="861113" y="2885746"/>
            <a:chExt cx="333809" cy="373277"/>
          </a:xfrm>
        </p:grpSpPr>
        <p:sp>
          <p:nvSpPr>
            <p:cNvPr id="10039" name="Google Shape;10039;p63"/>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63"/>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63"/>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2" name="Google Shape;10042;p63"/>
          <p:cNvSpPr/>
          <p:nvPr/>
        </p:nvSpPr>
        <p:spPr>
          <a:xfrm>
            <a:off x="2616005" y="270554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3"/>
          <p:cNvSpPr/>
          <p:nvPr/>
        </p:nvSpPr>
        <p:spPr>
          <a:xfrm>
            <a:off x="2160129" y="1335235"/>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4" name="Google Shape;10044;p63"/>
          <p:cNvGrpSpPr/>
          <p:nvPr/>
        </p:nvGrpSpPr>
        <p:grpSpPr>
          <a:xfrm>
            <a:off x="1297654" y="1323481"/>
            <a:ext cx="349354" cy="362223"/>
            <a:chOff x="1297654" y="1504481"/>
            <a:chExt cx="349354" cy="362223"/>
          </a:xfrm>
        </p:grpSpPr>
        <p:sp>
          <p:nvSpPr>
            <p:cNvPr id="10045" name="Google Shape;10045;p63"/>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63"/>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3"/>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8" name="Google Shape;10048;p63"/>
          <p:cNvSpPr/>
          <p:nvPr/>
        </p:nvSpPr>
        <p:spPr>
          <a:xfrm>
            <a:off x="3945378" y="1349729"/>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9" name="Google Shape;10049;p63"/>
          <p:cNvGrpSpPr/>
          <p:nvPr/>
        </p:nvGrpSpPr>
        <p:grpSpPr>
          <a:xfrm>
            <a:off x="852385" y="1329916"/>
            <a:ext cx="353145" cy="351998"/>
            <a:chOff x="852385" y="1510916"/>
            <a:chExt cx="353145" cy="351998"/>
          </a:xfrm>
        </p:grpSpPr>
        <p:sp>
          <p:nvSpPr>
            <p:cNvPr id="10050" name="Google Shape;10050;p63"/>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63"/>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3"/>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3" name="Google Shape;10053;p63"/>
          <p:cNvGrpSpPr/>
          <p:nvPr/>
        </p:nvGrpSpPr>
        <p:grpSpPr>
          <a:xfrm>
            <a:off x="1745217" y="1334471"/>
            <a:ext cx="343269" cy="342505"/>
            <a:chOff x="1745217" y="1515471"/>
            <a:chExt cx="343269" cy="342505"/>
          </a:xfrm>
        </p:grpSpPr>
        <p:sp>
          <p:nvSpPr>
            <p:cNvPr id="10054" name="Google Shape;10054;p63"/>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3"/>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3"/>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3"/>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58" name="Google Shape;10058;p63"/>
          <p:cNvSpPr/>
          <p:nvPr/>
        </p:nvSpPr>
        <p:spPr>
          <a:xfrm>
            <a:off x="3509220" y="1324437"/>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59" name="Google Shape;10059;p63"/>
          <p:cNvGrpSpPr/>
          <p:nvPr/>
        </p:nvGrpSpPr>
        <p:grpSpPr>
          <a:xfrm>
            <a:off x="3042703" y="1348137"/>
            <a:ext cx="411535" cy="315587"/>
            <a:chOff x="3042703" y="1529137"/>
            <a:chExt cx="411535" cy="315587"/>
          </a:xfrm>
        </p:grpSpPr>
        <p:sp>
          <p:nvSpPr>
            <p:cNvPr id="10060" name="Google Shape;10060;p63"/>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3"/>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63"/>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63"/>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3"/>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63"/>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63"/>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63"/>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63"/>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63"/>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0" name="Google Shape;10070;p63"/>
          <p:cNvGrpSpPr/>
          <p:nvPr/>
        </p:nvGrpSpPr>
        <p:grpSpPr>
          <a:xfrm>
            <a:off x="2629289" y="1363682"/>
            <a:ext cx="350501" cy="284497"/>
            <a:chOff x="2629289" y="1544682"/>
            <a:chExt cx="350501" cy="284497"/>
          </a:xfrm>
        </p:grpSpPr>
        <p:sp>
          <p:nvSpPr>
            <p:cNvPr id="10071" name="Google Shape;10071;p63"/>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3"/>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3"/>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3"/>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3"/>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6" name="Google Shape;10076;p63"/>
          <p:cNvGrpSpPr/>
          <p:nvPr/>
        </p:nvGrpSpPr>
        <p:grpSpPr>
          <a:xfrm>
            <a:off x="5305077" y="1321633"/>
            <a:ext cx="367893" cy="365218"/>
            <a:chOff x="5305077" y="1502633"/>
            <a:chExt cx="367893" cy="365218"/>
          </a:xfrm>
        </p:grpSpPr>
        <p:sp>
          <p:nvSpPr>
            <p:cNvPr id="10077" name="Google Shape;10077;p63"/>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63"/>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9" name="Google Shape;10079;p63"/>
          <p:cNvGrpSpPr/>
          <p:nvPr/>
        </p:nvGrpSpPr>
        <p:grpSpPr>
          <a:xfrm>
            <a:off x="7100170" y="1319117"/>
            <a:ext cx="368308" cy="367033"/>
            <a:chOff x="7100170" y="1500117"/>
            <a:chExt cx="368308" cy="367033"/>
          </a:xfrm>
        </p:grpSpPr>
        <p:sp>
          <p:nvSpPr>
            <p:cNvPr id="10080" name="Google Shape;10080;p63"/>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63"/>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63"/>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3"/>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3"/>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3"/>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3"/>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63"/>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63"/>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63"/>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63"/>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63"/>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3"/>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93" name="Google Shape;10093;p63"/>
          <p:cNvSpPr/>
          <p:nvPr/>
        </p:nvSpPr>
        <p:spPr>
          <a:xfrm>
            <a:off x="7539642" y="1319180"/>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94" name="Google Shape;10094;p63"/>
          <p:cNvGrpSpPr/>
          <p:nvPr/>
        </p:nvGrpSpPr>
        <p:grpSpPr>
          <a:xfrm>
            <a:off x="6649231" y="1319021"/>
            <a:ext cx="390287" cy="367065"/>
            <a:chOff x="6649231" y="1500021"/>
            <a:chExt cx="390287" cy="367065"/>
          </a:xfrm>
        </p:grpSpPr>
        <p:sp>
          <p:nvSpPr>
            <p:cNvPr id="10095" name="Google Shape;10095;p63"/>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63"/>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63"/>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3"/>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63"/>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63"/>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3"/>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3"/>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3"/>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63"/>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63"/>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63"/>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7" name="Google Shape;10107;p63"/>
          <p:cNvGrpSpPr/>
          <p:nvPr/>
        </p:nvGrpSpPr>
        <p:grpSpPr>
          <a:xfrm>
            <a:off x="5746938" y="1362503"/>
            <a:ext cx="387261" cy="280356"/>
            <a:chOff x="5746938" y="1543503"/>
            <a:chExt cx="387261" cy="280356"/>
          </a:xfrm>
        </p:grpSpPr>
        <p:sp>
          <p:nvSpPr>
            <p:cNvPr id="10108" name="Google Shape;10108;p63"/>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3"/>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0" name="Google Shape;10110;p63"/>
          <p:cNvGrpSpPr/>
          <p:nvPr/>
        </p:nvGrpSpPr>
        <p:grpSpPr>
          <a:xfrm>
            <a:off x="6196730" y="1344346"/>
            <a:ext cx="369072" cy="317467"/>
            <a:chOff x="6196730" y="1525346"/>
            <a:chExt cx="369072" cy="317467"/>
          </a:xfrm>
        </p:grpSpPr>
        <p:sp>
          <p:nvSpPr>
            <p:cNvPr id="10111" name="Google Shape;10111;p63"/>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3"/>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63"/>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4" name="Google Shape;10114;p63"/>
          <p:cNvGrpSpPr/>
          <p:nvPr/>
        </p:nvGrpSpPr>
        <p:grpSpPr>
          <a:xfrm>
            <a:off x="4940592" y="1319690"/>
            <a:ext cx="246558" cy="367161"/>
            <a:chOff x="4940592" y="1500690"/>
            <a:chExt cx="246558" cy="367161"/>
          </a:xfrm>
        </p:grpSpPr>
        <p:sp>
          <p:nvSpPr>
            <p:cNvPr id="10115" name="Google Shape;10115;p63"/>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63"/>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63"/>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63"/>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9" name="Google Shape;10119;p63"/>
          <p:cNvGrpSpPr/>
          <p:nvPr/>
        </p:nvGrpSpPr>
        <p:grpSpPr>
          <a:xfrm>
            <a:off x="7964906" y="1318894"/>
            <a:ext cx="380858" cy="367575"/>
            <a:chOff x="7964906" y="1499894"/>
            <a:chExt cx="380858" cy="367575"/>
          </a:xfrm>
        </p:grpSpPr>
        <p:sp>
          <p:nvSpPr>
            <p:cNvPr id="10120" name="Google Shape;10120;p63"/>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3"/>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3"/>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23" name="Google Shape;10123;p63"/>
          <p:cNvSpPr/>
          <p:nvPr/>
        </p:nvSpPr>
        <p:spPr>
          <a:xfrm>
            <a:off x="5779557" y="2721087"/>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24" name="Google Shape;10124;p63"/>
          <p:cNvGrpSpPr/>
          <p:nvPr/>
        </p:nvGrpSpPr>
        <p:grpSpPr>
          <a:xfrm>
            <a:off x="8007400" y="2721278"/>
            <a:ext cx="285230" cy="355597"/>
            <a:chOff x="8007400" y="2902278"/>
            <a:chExt cx="285230" cy="355597"/>
          </a:xfrm>
        </p:grpSpPr>
        <p:sp>
          <p:nvSpPr>
            <p:cNvPr id="10125" name="Google Shape;10125;p63"/>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63"/>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7" name="Google Shape;10127;p63"/>
          <p:cNvGrpSpPr/>
          <p:nvPr/>
        </p:nvGrpSpPr>
        <p:grpSpPr>
          <a:xfrm>
            <a:off x="6219124" y="2721788"/>
            <a:ext cx="318231" cy="355470"/>
            <a:chOff x="6219124" y="2902788"/>
            <a:chExt cx="318231" cy="355470"/>
          </a:xfrm>
        </p:grpSpPr>
        <p:sp>
          <p:nvSpPr>
            <p:cNvPr id="10128" name="Google Shape;10128;p63"/>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3"/>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3"/>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1" name="Google Shape;10131;p63"/>
          <p:cNvGrpSpPr/>
          <p:nvPr/>
        </p:nvGrpSpPr>
        <p:grpSpPr>
          <a:xfrm>
            <a:off x="4969421" y="2721852"/>
            <a:ext cx="185109" cy="355406"/>
            <a:chOff x="4969421" y="2902852"/>
            <a:chExt cx="185109" cy="355406"/>
          </a:xfrm>
        </p:grpSpPr>
        <p:sp>
          <p:nvSpPr>
            <p:cNvPr id="10132" name="Google Shape;10132;p63"/>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63"/>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63"/>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63"/>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3"/>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3"/>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38" name="Google Shape;10138;p63"/>
          <p:cNvSpPr/>
          <p:nvPr/>
        </p:nvSpPr>
        <p:spPr>
          <a:xfrm>
            <a:off x="7574555" y="2722043"/>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63"/>
          <p:cNvSpPr/>
          <p:nvPr/>
        </p:nvSpPr>
        <p:spPr>
          <a:xfrm>
            <a:off x="7121800" y="2721852"/>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0" name="Google Shape;10140;p63"/>
          <p:cNvGrpSpPr/>
          <p:nvPr/>
        </p:nvGrpSpPr>
        <p:grpSpPr>
          <a:xfrm>
            <a:off x="6685259" y="2721852"/>
            <a:ext cx="311414" cy="355406"/>
            <a:chOff x="6685259" y="2902852"/>
            <a:chExt cx="311414" cy="355406"/>
          </a:xfrm>
        </p:grpSpPr>
        <p:sp>
          <p:nvSpPr>
            <p:cNvPr id="10141" name="Google Shape;10141;p63"/>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3"/>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63"/>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63"/>
          <p:cNvGrpSpPr/>
          <p:nvPr/>
        </p:nvGrpSpPr>
        <p:grpSpPr>
          <a:xfrm>
            <a:off x="5309250" y="2722170"/>
            <a:ext cx="359579" cy="355852"/>
            <a:chOff x="5309250" y="2903170"/>
            <a:chExt cx="359579" cy="355852"/>
          </a:xfrm>
        </p:grpSpPr>
        <p:sp>
          <p:nvSpPr>
            <p:cNvPr id="10145" name="Google Shape;10145;p63"/>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3"/>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3"/>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8" name="Google Shape;10148;p63"/>
          <p:cNvGrpSpPr/>
          <p:nvPr/>
        </p:nvGrpSpPr>
        <p:grpSpPr>
          <a:xfrm>
            <a:off x="2199565" y="2240172"/>
            <a:ext cx="312179" cy="353431"/>
            <a:chOff x="2199565" y="2421172"/>
            <a:chExt cx="312179" cy="353431"/>
          </a:xfrm>
        </p:grpSpPr>
        <p:sp>
          <p:nvSpPr>
            <p:cNvPr id="10149" name="Google Shape;10149;p63"/>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3"/>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1" name="Google Shape;10151;p63"/>
          <p:cNvGrpSpPr/>
          <p:nvPr/>
        </p:nvGrpSpPr>
        <p:grpSpPr>
          <a:xfrm>
            <a:off x="1750887" y="2244727"/>
            <a:ext cx="320143" cy="343269"/>
            <a:chOff x="1750887" y="2425727"/>
            <a:chExt cx="320143" cy="343269"/>
          </a:xfrm>
        </p:grpSpPr>
        <p:sp>
          <p:nvSpPr>
            <p:cNvPr id="10152" name="Google Shape;10152;p63"/>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3"/>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4" name="Google Shape;10154;p63"/>
          <p:cNvGrpSpPr/>
          <p:nvPr/>
        </p:nvGrpSpPr>
        <p:grpSpPr>
          <a:xfrm>
            <a:off x="1298037" y="2244727"/>
            <a:ext cx="338364" cy="342887"/>
            <a:chOff x="1298037" y="2425727"/>
            <a:chExt cx="338364" cy="342887"/>
          </a:xfrm>
        </p:grpSpPr>
        <p:sp>
          <p:nvSpPr>
            <p:cNvPr id="10155" name="Google Shape;10155;p63"/>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3"/>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3"/>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3"/>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59" name="Google Shape;10159;p63"/>
          <p:cNvSpPr/>
          <p:nvPr/>
        </p:nvSpPr>
        <p:spPr>
          <a:xfrm>
            <a:off x="848977" y="2237528"/>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60" name="Google Shape;10160;p63"/>
          <p:cNvGrpSpPr/>
          <p:nvPr/>
        </p:nvGrpSpPr>
        <p:grpSpPr>
          <a:xfrm>
            <a:off x="3974207" y="2248009"/>
            <a:ext cx="320143" cy="338491"/>
            <a:chOff x="3974207" y="2429009"/>
            <a:chExt cx="320143" cy="338491"/>
          </a:xfrm>
        </p:grpSpPr>
        <p:sp>
          <p:nvSpPr>
            <p:cNvPr id="10161" name="Google Shape;10161;p63"/>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63"/>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3" name="Google Shape;10163;p63"/>
          <p:cNvGrpSpPr/>
          <p:nvPr/>
        </p:nvGrpSpPr>
        <p:grpSpPr>
          <a:xfrm>
            <a:off x="2623237" y="2250047"/>
            <a:ext cx="355024" cy="332630"/>
            <a:chOff x="2623237" y="2431047"/>
            <a:chExt cx="355024" cy="332630"/>
          </a:xfrm>
        </p:grpSpPr>
        <p:sp>
          <p:nvSpPr>
            <p:cNvPr id="10164" name="Google Shape;10164;p63"/>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5" name="Google Shape;10165;p63"/>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63"/>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63"/>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8" name="Google Shape;10168;p63"/>
          <p:cNvGrpSpPr/>
          <p:nvPr/>
        </p:nvGrpSpPr>
        <p:grpSpPr>
          <a:xfrm>
            <a:off x="6657194" y="2253073"/>
            <a:ext cx="375507" cy="367925"/>
            <a:chOff x="6657194" y="2434073"/>
            <a:chExt cx="375507" cy="367925"/>
          </a:xfrm>
        </p:grpSpPr>
        <p:sp>
          <p:nvSpPr>
            <p:cNvPr id="10169" name="Google Shape;10169;p63"/>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3"/>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3"/>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2" name="Google Shape;10172;p63"/>
          <p:cNvGrpSpPr/>
          <p:nvPr/>
        </p:nvGrpSpPr>
        <p:grpSpPr>
          <a:xfrm>
            <a:off x="7101317" y="2260655"/>
            <a:ext cx="367925" cy="352380"/>
            <a:chOff x="7101317" y="2441655"/>
            <a:chExt cx="367925" cy="352380"/>
          </a:xfrm>
        </p:grpSpPr>
        <p:sp>
          <p:nvSpPr>
            <p:cNvPr id="10173" name="Google Shape;10173;p63"/>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63"/>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5" name="Google Shape;10175;p63"/>
          <p:cNvGrpSpPr/>
          <p:nvPr/>
        </p:nvGrpSpPr>
        <p:grpSpPr>
          <a:xfrm>
            <a:off x="5756399" y="2253456"/>
            <a:ext cx="367925" cy="367161"/>
            <a:chOff x="5756399" y="2434456"/>
            <a:chExt cx="367925" cy="367161"/>
          </a:xfrm>
        </p:grpSpPr>
        <p:sp>
          <p:nvSpPr>
            <p:cNvPr id="10176" name="Google Shape;10176;p63"/>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3"/>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3"/>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63"/>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63"/>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63"/>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3"/>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83" name="Google Shape;10183;p63"/>
          <p:cNvSpPr/>
          <p:nvPr/>
        </p:nvSpPr>
        <p:spPr>
          <a:xfrm>
            <a:off x="5304695" y="2253551"/>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63"/>
          <p:cNvSpPr/>
          <p:nvPr/>
        </p:nvSpPr>
        <p:spPr>
          <a:xfrm>
            <a:off x="7542031" y="2264541"/>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85" name="Google Shape;10185;p63"/>
          <p:cNvGrpSpPr/>
          <p:nvPr/>
        </p:nvGrpSpPr>
        <p:grpSpPr>
          <a:xfrm>
            <a:off x="7964906" y="2253073"/>
            <a:ext cx="373627" cy="367925"/>
            <a:chOff x="7964906" y="2434073"/>
            <a:chExt cx="373627" cy="367925"/>
          </a:xfrm>
        </p:grpSpPr>
        <p:sp>
          <p:nvSpPr>
            <p:cNvPr id="10186" name="Google Shape;10186;p63"/>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3"/>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8" name="Google Shape;10188;p63"/>
          <p:cNvGrpSpPr/>
          <p:nvPr/>
        </p:nvGrpSpPr>
        <p:grpSpPr>
          <a:xfrm>
            <a:off x="6194086" y="2256737"/>
            <a:ext cx="369837" cy="360471"/>
            <a:chOff x="6194086" y="2437737"/>
            <a:chExt cx="369837" cy="360471"/>
          </a:xfrm>
        </p:grpSpPr>
        <p:sp>
          <p:nvSpPr>
            <p:cNvPr id="10189" name="Google Shape;10189;p63"/>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63"/>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91" name="Google Shape;10191;p63"/>
          <p:cNvSpPr txBox="1"/>
          <p:nvPr/>
        </p:nvSpPr>
        <p:spPr>
          <a:xfrm>
            <a:off x="849675" y="722092"/>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Educational Icons</a:t>
            </a:r>
            <a:endParaRPr sz="2400">
              <a:solidFill>
                <a:srgbClr val="FFFFFF"/>
              </a:solidFill>
            </a:endParaRPr>
          </a:p>
        </p:txBody>
      </p:sp>
      <p:sp>
        <p:nvSpPr>
          <p:cNvPr id="10192" name="Google Shape;10192;p63"/>
          <p:cNvSpPr txBox="1"/>
          <p:nvPr/>
        </p:nvSpPr>
        <p:spPr>
          <a:xfrm>
            <a:off x="4858400" y="722092"/>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Medical Icons</a:t>
            </a:r>
            <a:endParaRPr sz="2400">
              <a:solidFill>
                <a:srgbClr val="FFFFFF"/>
              </a:solidFil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96"/>
        <p:cNvGrpSpPr/>
        <p:nvPr/>
      </p:nvGrpSpPr>
      <p:grpSpPr>
        <a:xfrm>
          <a:off x="0" y="0"/>
          <a:ext cx="0" cy="0"/>
          <a:chOff x="0" y="0"/>
          <a:chExt cx="0" cy="0"/>
        </a:xfrm>
      </p:grpSpPr>
      <p:grpSp>
        <p:nvGrpSpPr>
          <p:cNvPr id="10197" name="Google Shape;10197;p64"/>
          <p:cNvGrpSpPr/>
          <p:nvPr/>
        </p:nvGrpSpPr>
        <p:grpSpPr>
          <a:xfrm>
            <a:off x="3541011" y="1334344"/>
            <a:ext cx="350166" cy="349434"/>
            <a:chOff x="3541011" y="1508594"/>
            <a:chExt cx="350166" cy="349434"/>
          </a:xfrm>
        </p:grpSpPr>
        <p:sp>
          <p:nvSpPr>
            <p:cNvPr id="10198" name="Google Shape;10198;p64"/>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64"/>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4"/>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64"/>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4"/>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4"/>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64"/>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64"/>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4"/>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4"/>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4"/>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4"/>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4"/>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1" name="Google Shape;10211;p64"/>
          <p:cNvGrpSpPr/>
          <p:nvPr/>
        </p:nvGrpSpPr>
        <p:grpSpPr>
          <a:xfrm>
            <a:off x="3122257" y="1334344"/>
            <a:ext cx="294850" cy="349434"/>
            <a:chOff x="3122257" y="1508594"/>
            <a:chExt cx="294850" cy="349434"/>
          </a:xfrm>
        </p:grpSpPr>
        <p:sp>
          <p:nvSpPr>
            <p:cNvPr id="10212" name="Google Shape;10212;p64"/>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4"/>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64"/>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5" name="Google Shape;10215;p64"/>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4"/>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7" name="Google Shape;10217;p64"/>
          <p:cNvGrpSpPr/>
          <p:nvPr/>
        </p:nvGrpSpPr>
        <p:grpSpPr>
          <a:xfrm>
            <a:off x="910723" y="1333962"/>
            <a:ext cx="251660" cy="350166"/>
            <a:chOff x="910723" y="1508212"/>
            <a:chExt cx="251660" cy="350166"/>
          </a:xfrm>
        </p:grpSpPr>
        <p:sp>
          <p:nvSpPr>
            <p:cNvPr id="10218" name="Google Shape;10218;p64"/>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64"/>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4"/>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64"/>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2" name="Google Shape;10222;p64"/>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64"/>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64"/>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4"/>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4"/>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4"/>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4"/>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4"/>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64"/>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64"/>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4"/>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4"/>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4"/>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5" name="Google Shape;10235;p64"/>
          <p:cNvGrpSpPr/>
          <p:nvPr/>
        </p:nvGrpSpPr>
        <p:grpSpPr>
          <a:xfrm>
            <a:off x="1308631" y="1333580"/>
            <a:ext cx="350166" cy="350198"/>
            <a:chOff x="1308631" y="1507830"/>
            <a:chExt cx="350166" cy="350198"/>
          </a:xfrm>
        </p:grpSpPr>
        <p:sp>
          <p:nvSpPr>
            <p:cNvPr id="10236" name="Google Shape;10236;p64"/>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4"/>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4"/>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4"/>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0" name="Google Shape;10240;p64"/>
          <p:cNvGrpSpPr/>
          <p:nvPr/>
        </p:nvGrpSpPr>
        <p:grpSpPr>
          <a:xfrm>
            <a:off x="1756921" y="1335489"/>
            <a:ext cx="345997" cy="345997"/>
            <a:chOff x="1756921" y="1509739"/>
            <a:chExt cx="345997" cy="345997"/>
          </a:xfrm>
        </p:grpSpPr>
        <p:sp>
          <p:nvSpPr>
            <p:cNvPr id="10241" name="Google Shape;10241;p64"/>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64"/>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64"/>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4"/>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4"/>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64"/>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64"/>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8" name="Google Shape;10248;p64"/>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64"/>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4"/>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4"/>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64"/>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64"/>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4"/>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4"/>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4"/>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4"/>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8" name="Google Shape;10258;p64"/>
          <p:cNvGrpSpPr/>
          <p:nvPr/>
        </p:nvGrpSpPr>
        <p:grpSpPr>
          <a:xfrm>
            <a:off x="2216956" y="1336253"/>
            <a:ext cx="318721" cy="345615"/>
            <a:chOff x="2216956" y="1510503"/>
            <a:chExt cx="318721" cy="345615"/>
          </a:xfrm>
        </p:grpSpPr>
        <p:sp>
          <p:nvSpPr>
            <p:cNvPr id="10259" name="Google Shape;10259;p64"/>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64"/>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64"/>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4"/>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4"/>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4" name="Google Shape;10264;p64"/>
          <p:cNvGrpSpPr/>
          <p:nvPr/>
        </p:nvGrpSpPr>
        <p:grpSpPr>
          <a:xfrm>
            <a:off x="3988156" y="1394211"/>
            <a:ext cx="349052" cy="230049"/>
            <a:chOff x="3988156" y="1568461"/>
            <a:chExt cx="349052" cy="230049"/>
          </a:xfrm>
        </p:grpSpPr>
        <p:sp>
          <p:nvSpPr>
            <p:cNvPr id="10265" name="Google Shape;10265;p64"/>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64"/>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64"/>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4"/>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4"/>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4"/>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64"/>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2" name="Google Shape;10272;p64"/>
          <p:cNvGrpSpPr/>
          <p:nvPr/>
        </p:nvGrpSpPr>
        <p:grpSpPr>
          <a:xfrm>
            <a:off x="2633037" y="1325623"/>
            <a:ext cx="379002" cy="366112"/>
            <a:chOff x="2633037" y="1499873"/>
            <a:chExt cx="379002" cy="366112"/>
          </a:xfrm>
        </p:grpSpPr>
        <p:sp>
          <p:nvSpPr>
            <p:cNvPr id="10273" name="Google Shape;10273;p64"/>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64"/>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64"/>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4"/>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64"/>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64"/>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9" name="Google Shape;10279;p64"/>
          <p:cNvGrpSpPr/>
          <p:nvPr/>
        </p:nvGrpSpPr>
        <p:grpSpPr>
          <a:xfrm>
            <a:off x="6675256" y="1341919"/>
            <a:ext cx="327823" cy="357009"/>
            <a:chOff x="6675256" y="1516169"/>
            <a:chExt cx="327823" cy="357009"/>
          </a:xfrm>
        </p:grpSpPr>
        <p:sp>
          <p:nvSpPr>
            <p:cNvPr id="10280" name="Google Shape;10280;p64"/>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4"/>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4"/>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64"/>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64"/>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4"/>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4"/>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4"/>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4"/>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9" name="Google Shape;10289;p64"/>
          <p:cNvGrpSpPr/>
          <p:nvPr/>
        </p:nvGrpSpPr>
        <p:grpSpPr>
          <a:xfrm>
            <a:off x="8020159" y="1342301"/>
            <a:ext cx="300897" cy="356627"/>
            <a:chOff x="8020159" y="1516551"/>
            <a:chExt cx="300897" cy="356627"/>
          </a:xfrm>
        </p:grpSpPr>
        <p:sp>
          <p:nvSpPr>
            <p:cNvPr id="10290" name="Google Shape;10290;p64"/>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4"/>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4"/>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64"/>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64"/>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5" name="Google Shape;10295;p64"/>
          <p:cNvGrpSpPr/>
          <p:nvPr/>
        </p:nvGrpSpPr>
        <p:grpSpPr>
          <a:xfrm>
            <a:off x="5377363" y="1341919"/>
            <a:ext cx="257357" cy="356627"/>
            <a:chOff x="5377363" y="1516169"/>
            <a:chExt cx="257357" cy="356627"/>
          </a:xfrm>
        </p:grpSpPr>
        <p:sp>
          <p:nvSpPr>
            <p:cNvPr id="10296" name="Google Shape;10296;p64"/>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4"/>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64"/>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64"/>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4"/>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4"/>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4"/>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4"/>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4"/>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64"/>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64"/>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4"/>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64"/>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9" name="Google Shape;10309;p64"/>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64"/>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4"/>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4"/>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3" name="Google Shape;10313;p64"/>
          <p:cNvGrpSpPr/>
          <p:nvPr/>
        </p:nvGrpSpPr>
        <p:grpSpPr>
          <a:xfrm>
            <a:off x="4880567" y="1361620"/>
            <a:ext cx="356245" cy="317607"/>
            <a:chOff x="4880567" y="1535870"/>
            <a:chExt cx="356245" cy="317607"/>
          </a:xfrm>
        </p:grpSpPr>
        <p:sp>
          <p:nvSpPr>
            <p:cNvPr id="10314" name="Google Shape;10314;p64"/>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64"/>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64"/>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4"/>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64"/>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9" name="Google Shape;10319;p64"/>
          <p:cNvGrpSpPr/>
          <p:nvPr/>
        </p:nvGrpSpPr>
        <p:grpSpPr>
          <a:xfrm>
            <a:off x="5771483" y="1341537"/>
            <a:ext cx="357359" cy="357391"/>
            <a:chOff x="5771483" y="1515787"/>
            <a:chExt cx="357359" cy="357391"/>
          </a:xfrm>
        </p:grpSpPr>
        <p:sp>
          <p:nvSpPr>
            <p:cNvPr id="10320" name="Google Shape;10320;p64"/>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4"/>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64"/>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64"/>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4" name="Google Shape;10324;p64"/>
          <p:cNvGrpSpPr/>
          <p:nvPr/>
        </p:nvGrpSpPr>
        <p:grpSpPr>
          <a:xfrm>
            <a:off x="7121669" y="1359360"/>
            <a:ext cx="321362" cy="321362"/>
            <a:chOff x="7121669" y="1533610"/>
            <a:chExt cx="321362" cy="321362"/>
          </a:xfrm>
        </p:grpSpPr>
        <p:sp>
          <p:nvSpPr>
            <p:cNvPr id="10325" name="Google Shape;10325;p64"/>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4"/>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4"/>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4"/>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9" name="Google Shape;10329;p64"/>
          <p:cNvGrpSpPr/>
          <p:nvPr/>
        </p:nvGrpSpPr>
        <p:grpSpPr>
          <a:xfrm>
            <a:off x="7562766" y="1340614"/>
            <a:ext cx="327059" cy="360192"/>
            <a:chOff x="7562766" y="1514864"/>
            <a:chExt cx="327059" cy="360192"/>
          </a:xfrm>
        </p:grpSpPr>
        <p:sp>
          <p:nvSpPr>
            <p:cNvPr id="10330" name="Google Shape;10330;p64"/>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64"/>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64"/>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64"/>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4" name="Google Shape;10334;p64"/>
          <p:cNvGrpSpPr/>
          <p:nvPr/>
        </p:nvGrpSpPr>
        <p:grpSpPr>
          <a:xfrm>
            <a:off x="6221229" y="1324423"/>
            <a:ext cx="361636" cy="362183"/>
            <a:chOff x="6259175" y="1559008"/>
            <a:chExt cx="271743" cy="272093"/>
          </a:xfrm>
        </p:grpSpPr>
        <p:sp>
          <p:nvSpPr>
            <p:cNvPr id="10335" name="Google Shape;10335;p64"/>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64"/>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4"/>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4"/>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64"/>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64"/>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4"/>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64"/>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64"/>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64"/>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4"/>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4"/>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4"/>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64"/>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4"/>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4"/>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4"/>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2" name="Google Shape;10352;p64"/>
          <p:cNvGrpSpPr/>
          <p:nvPr/>
        </p:nvGrpSpPr>
        <p:grpSpPr>
          <a:xfrm>
            <a:off x="6671087" y="1835054"/>
            <a:ext cx="332757" cy="281833"/>
            <a:chOff x="6671087" y="2009304"/>
            <a:chExt cx="332757" cy="281833"/>
          </a:xfrm>
        </p:grpSpPr>
        <p:sp>
          <p:nvSpPr>
            <p:cNvPr id="10353" name="Google Shape;10353;p64"/>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4"/>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55" name="Google Shape;10355;p64"/>
          <p:cNvSpPr/>
          <p:nvPr/>
        </p:nvSpPr>
        <p:spPr>
          <a:xfrm>
            <a:off x="1745940" y="179288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56" name="Google Shape;10356;p64"/>
          <p:cNvGrpSpPr/>
          <p:nvPr/>
        </p:nvGrpSpPr>
        <p:grpSpPr>
          <a:xfrm>
            <a:off x="2201806" y="1802335"/>
            <a:ext cx="349784" cy="349434"/>
            <a:chOff x="2201806" y="1976585"/>
            <a:chExt cx="349784" cy="349434"/>
          </a:xfrm>
        </p:grpSpPr>
        <p:sp>
          <p:nvSpPr>
            <p:cNvPr id="10357" name="Google Shape;10357;p64"/>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64"/>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64"/>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4"/>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1" name="Google Shape;10361;p64"/>
          <p:cNvGrpSpPr/>
          <p:nvPr/>
        </p:nvGrpSpPr>
        <p:grpSpPr>
          <a:xfrm>
            <a:off x="3094217" y="1802335"/>
            <a:ext cx="350198" cy="350548"/>
            <a:chOff x="3094217" y="1976585"/>
            <a:chExt cx="350198" cy="350548"/>
          </a:xfrm>
        </p:grpSpPr>
        <p:sp>
          <p:nvSpPr>
            <p:cNvPr id="10362" name="Google Shape;10362;p64"/>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4"/>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64"/>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4"/>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64"/>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64"/>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64"/>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4"/>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4"/>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64"/>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64"/>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64"/>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64"/>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75" name="Google Shape;10375;p64"/>
          <p:cNvSpPr/>
          <p:nvPr/>
        </p:nvSpPr>
        <p:spPr>
          <a:xfrm>
            <a:off x="1276039" y="178756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76" name="Google Shape;10376;p64"/>
          <p:cNvGrpSpPr/>
          <p:nvPr/>
        </p:nvGrpSpPr>
        <p:grpSpPr>
          <a:xfrm>
            <a:off x="3979435" y="1802335"/>
            <a:ext cx="345265" cy="349848"/>
            <a:chOff x="3979435" y="1976585"/>
            <a:chExt cx="345265" cy="349848"/>
          </a:xfrm>
        </p:grpSpPr>
        <p:sp>
          <p:nvSpPr>
            <p:cNvPr id="10377" name="Google Shape;10377;p64"/>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4"/>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4"/>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4"/>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4"/>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4"/>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4"/>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4"/>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64"/>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64"/>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4"/>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64"/>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64"/>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4"/>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4"/>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4"/>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4"/>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4" name="Google Shape;10394;p64"/>
          <p:cNvGrpSpPr/>
          <p:nvPr/>
        </p:nvGrpSpPr>
        <p:grpSpPr>
          <a:xfrm>
            <a:off x="3576626" y="1801571"/>
            <a:ext cx="284251" cy="351694"/>
            <a:chOff x="3576626" y="1975821"/>
            <a:chExt cx="284251" cy="351694"/>
          </a:xfrm>
        </p:grpSpPr>
        <p:sp>
          <p:nvSpPr>
            <p:cNvPr id="10395" name="Google Shape;10395;p64"/>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64"/>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4"/>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8" name="Google Shape;10398;p64"/>
          <p:cNvGrpSpPr/>
          <p:nvPr/>
        </p:nvGrpSpPr>
        <p:grpSpPr>
          <a:xfrm>
            <a:off x="2722090" y="2715912"/>
            <a:ext cx="238770" cy="371841"/>
            <a:chOff x="2722090" y="2890162"/>
            <a:chExt cx="238770" cy="371841"/>
          </a:xfrm>
        </p:grpSpPr>
        <p:sp>
          <p:nvSpPr>
            <p:cNvPr id="10399" name="Google Shape;10399;p64"/>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4"/>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4"/>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02" name="Google Shape;10402;p64"/>
          <p:cNvSpPr/>
          <p:nvPr/>
        </p:nvSpPr>
        <p:spPr>
          <a:xfrm>
            <a:off x="5775652" y="179514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03" name="Google Shape;10403;p64"/>
          <p:cNvGrpSpPr/>
          <p:nvPr/>
        </p:nvGrpSpPr>
        <p:grpSpPr>
          <a:xfrm>
            <a:off x="6216367" y="1795906"/>
            <a:ext cx="361147" cy="361147"/>
            <a:chOff x="6216367" y="1970156"/>
            <a:chExt cx="361147" cy="361147"/>
          </a:xfrm>
        </p:grpSpPr>
        <p:sp>
          <p:nvSpPr>
            <p:cNvPr id="10404" name="Google Shape;10404;p64"/>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4"/>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4"/>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64"/>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8" name="Google Shape;10408;p64"/>
          <p:cNvGrpSpPr/>
          <p:nvPr/>
        </p:nvGrpSpPr>
        <p:grpSpPr>
          <a:xfrm>
            <a:off x="1289311" y="2751972"/>
            <a:ext cx="408156" cy="299783"/>
            <a:chOff x="1289311" y="2926222"/>
            <a:chExt cx="408156" cy="299783"/>
          </a:xfrm>
        </p:grpSpPr>
        <p:sp>
          <p:nvSpPr>
            <p:cNvPr id="10409" name="Google Shape;10409;p64"/>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64"/>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1" name="Google Shape;10411;p64"/>
          <p:cNvGrpSpPr/>
          <p:nvPr/>
        </p:nvGrpSpPr>
        <p:grpSpPr>
          <a:xfrm>
            <a:off x="7978465" y="1795142"/>
            <a:ext cx="361147" cy="360797"/>
            <a:chOff x="7978465" y="1969392"/>
            <a:chExt cx="361147" cy="360797"/>
          </a:xfrm>
        </p:grpSpPr>
        <p:sp>
          <p:nvSpPr>
            <p:cNvPr id="10412" name="Google Shape;10412;p64"/>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4"/>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64"/>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64"/>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4"/>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64"/>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64"/>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64"/>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64"/>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21" name="Google Shape;10421;p64"/>
          <p:cNvSpPr/>
          <p:nvPr/>
        </p:nvSpPr>
        <p:spPr>
          <a:xfrm>
            <a:off x="2206357" y="271635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22" name="Google Shape;10422;p64"/>
          <p:cNvGrpSpPr/>
          <p:nvPr/>
        </p:nvGrpSpPr>
        <p:grpSpPr>
          <a:xfrm>
            <a:off x="854261" y="2734563"/>
            <a:ext cx="377474" cy="335748"/>
            <a:chOff x="854261" y="2908813"/>
            <a:chExt cx="377474" cy="335748"/>
          </a:xfrm>
        </p:grpSpPr>
        <p:sp>
          <p:nvSpPr>
            <p:cNvPr id="10423" name="Google Shape;10423;p64"/>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4"/>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64"/>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64"/>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64"/>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8" name="Google Shape;10428;p64"/>
          <p:cNvGrpSpPr/>
          <p:nvPr/>
        </p:nvGrpSpPr>
        <p:grpSpPr>
          <a:xfrm>
            <a:off x="1749728" y="2720527"/>
            <a:ext cx="386927" cy="363438"/>
            <a:chOff x="1749728" y="2894777"/>
            <a:chExt cx="386927" cy="363438"/>
          </a:xfrm>
        </p:grpSpPr>
        <p:sp>
          <p:nvSpPr>
            <p:cNvPr id="10429" name="Google Shape;10429;p64"/>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64"/>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64"/>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4"/>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4"/>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64"/>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64"/>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6" name="Google Shape;10436;p64"/>
          <p:cNvGrpSpPr/>
          <p:nvPr/>
        </p:nvGrpSpPr>
        <p:grpSpPr>
          <a:xfrm>
            <a:off x="7098912" y="1795142"/>
            <a:ext cx="359651" cy="361560"/>
            <a:chOff x="7098912" y="1969392"/>
            <a:chExt cx="359651" cy="361560"/>
          </a:xfrm>
        </p:grpSpPr>
        <p:sp>
          <p:nvSpPr>
            <p:cNvPr id="10437" name="Google Shape;10437;p64"/>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4"/>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4"/>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64"/>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64"/>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64"/>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4"/>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64"/>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64"/>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64"/>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4"/>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4"/>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4"/>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50" name="Google Shape;10450;p64"/>
          <p:cNvSpPr/>
          <p:nvPr/>
        </p:nvSpPr>
        <p:spPr>
          <a:xfrm>
            <a:off x="3094217" y="272090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51" name="Google Shape;10451;p64"/>
          <p:cNvGrpSpPr/>
          <p:nvPr/>
        </p:nvGrpSpPr>
        <p:grpSpPr>
          <a:xfrm>
            <a:off x="5352728" y="1815989"/>
            <a:ext cx="327091" cy="322508"/>
            <a:chOff x="5352728" y="1990239"/>
            <a:chExt cx="327091" cy="322508"/>
          </a:xfrm>
        </p:grpSpPr>
        <p:sp>
          <p:nvSpPr>
            <p:cNvPr id="10452" name="Google Shape;10452;p64"/>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64"/>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4"/>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64"/>
          <p:cNvGrpSpPr/>
          <p:nvPr/>
        </p:nvGrpSpPr>
        <p:grpSpPr>
          <a:xfrm>
            <a:off x="7538896" y="1795906"/>
            <a:ext cx="361147" cy="361529"/>
            <a:chOff x="7538896" y="1970156"/>
            <a:chExt cx="361147" cy="361529"/>
          </a:xfrm>
        </p:grpSpPr>
        <p:sp>
          <p:nvSpPr>
            <p:cNvPr id="10456" name="Google Shape;10456;p64"/>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64"/>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64"/>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64"/>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64"/>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1" name="Google Shape;10461;p64"/>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2" name="Google Shape;10462;p64"/>
          <p:cNvGrpSpPr/>
          <p:nvPr/>
        </p:nvGrpSpPr>
        <p:grpSpPr>
          <a:xfrm>
            <a:off x="4896099" y="1796670"/>
            <a:ext cx="358155" cy="358123"/>
            <a:chOff x="4896099" y="1970920"/>
            <a:chExt cx="358155" cy="358123"/>
          </a:xfrm>
        </p:grpSpPr>
        <p:sp>
          <p:nvSpPr>
            <p:cNvPr id="10463" name="Google Shape;10463;p64"/>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4"/>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4"/>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6" name="Google Shape;10466;p64"/>
          <p:cNvGrpSpPr/>
          <p:nvPr/>
        </p:nvGrpSpPr>
        <p:grpSpPr>
          <a:xfrm>
            <a:off x="4048787" y="2802769"/>
            <a:ext cx="283488" cy="198604"/>
            <a:chOff x="4048787" y="2977019"/>
            <a:chExt cx="283488" cy="198604"/>
          </a:xfrm>
        </p:grpSpPr>
        <p:sp>
          <p:nvSpPr>
            <p:cNvPr id="10467" name="Google Shape;10467;p64"/>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64"/>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4"/>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64"/>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64"/>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4"/>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3" name="Google Shape;10473;p64"/>
          <p:cNvGrpSpPr/>
          <p:nvPr/>
        </p:nvGrpSpPr>
        <p:grpSpPr>
          <a:xfrm>
            <a:off x="4054103" y="2255941"/>
            <a:ext cx="218687" cy="349052"/>
            <a:chOff x="4054103" y="2430191"/>
            <a:chExt cx="218687" cy="349052"/>
          </a:xfrm>
        </p:grpSpPr>
        <p:sp>
          <p:nvSpPr>
            <p:cNvPr id="10474" name="Google Shape;10474;p64"/>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4"/>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6" name="Google Shape;10476;p64"/>
          <p:cNvGrpSpPr/>
          <p:nvPr/>
        </p:nvGrpSpPr>
        <p:grpSpPr>
          <a:xfrm>
            <a:off x="2185128" y="2253299"/>
            <a:ext cx="382758" cy="356595"/>
            <a:chOff x="2185128" y="2427549"/>
            <a:chExt cx="382758" cy="356595"/>
          </a:xfrm>
        </p:grpSpPr>
        <p:sp>
          <p:nvSpPr>
            <p:cNvPr id="10477" name="Google Shape;10477;p64"/>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64"/>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64"/>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64"/>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1" name="Google Shape;10481;p64"/>
          <p:cNvGrpSpPr/>
          <p:nvPr/>
        </p:nvGrpSpPr>
        <p:grpSpPr>
          <a:xfrm>
            <a:off x="3539102" y="2253299"/>
            <a:ext cx="355099" cy="355481"/>
            <a:chOff x="3539102" y="2427549"/>
            <a:chExt cx="355099" cy="355481"/>
          </a:xfrm>
        </p:grpSpPr>
        <p:sp>
          <p:nvSpPr>
            <p:cNvPr id="10482" name="Google Shape;10482;p64"/>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64"/>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4" name="Google Shape;10484;p64"/>
          <p:cNvGrpSpPr/>
          <p:nvPr/>
        </p:nvGrpSpPr>
        <p:grpSpPr>
          <a:xfrm>
            <a:off x="2656907" y="2265043"/>
            <a:ext cx="332757" cy="332343"/>
            <a:chOff x="2656907" y="2439293"/>
            <a:chExt cx="332757" cy="332343"/>
          </a:xfrm>
        </p:grpSpPr>
        <p:sp>
          <p:nvSpPr>
            <p:cNvPr id="10485" name="Google Shape;10485;p64"/>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4"/>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4"/>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4"/>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64"/>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64"/>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64"/>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2" name="Google Shape;10492;p64"/>
          <p:cNvGrpSpPr/>
          <p:nvPr/>
        </p:nvGrpSpPr>
        <p:grpSpPr>
          <a:xfrm>
            <a:off x="1731523" y="2248366"/>
            <a:ext cx="399435" cy="365698"/>
            <a:chOff x="1731523" y="2422616"/>
            <a:chExt cx="399435" cy="365698"/>
          </a:xfrm>
        </p:grpSpPr>
        <p:sp>
          <p:nvSpPr>
            <p:cNvPr id="10493" name="Google Shape;10493;p64"/>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4"/>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64"/>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6" name="Google Shape;10496;p64"/>
          <p:cNvGrpSpPr/>
          <p:nvPr/>
        </p:nvGrpSpPr>
        <p:grpSpPr>
          <a:xfrm>
            <a:off x="3097241" y="2259314"/>
            <a:ext cx="344883" cy="343387"/>
            <a:chOff x="3097241" y="2433564"/>
            <a:chExt cx="344883" cy="343387"/>
          </a:xfrm>
        </p:grpSpPr>
        <p:sp>
          <p:nvSpPr>
            <p:cNvPr id="10497" name="Google Shape;10497;p64"/>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4"/>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64"/>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64"/>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4"/>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4"/>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4"/>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4"/>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64"/>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6" name="Google Shape;10506;p64"/>
          <p:cNvGrpSpPr/>
          <p:nvPr/>
        </p:nvGrpSpPr>
        <p:grpSpPr>
          <a:xfrm>
            <a:off x="1278299" y="2265043"/>
            <a:ext cx="410829" cy="332343"/>
            <a:chOff x="1278299" y="2439293"/>
            <a:chExt cx="410829" cy="332343"/>
          </a:xfrm>
        </p:grpSpPr>
        <p:sp>
          <p:nvSpPr>
            <p:cNvPr id="10507" name="Google Shape;10507;p64"/>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4"/>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4"/>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4"/>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64"/>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64"/>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4"/>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4"/>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5" name="Google Shape;10515;p64"/>
          <p:cNvGrpSpPr/>
          <p:nvPr/>
        </p:nvGrpSpPr>
        <p:grpSpPr>
          <a:xfrm>
            <a:off x="2661459" y="1840751"/>
            <a:ext cx="322508" cy="273494"/>
            <a:chOff x="2661459" y="2015001"/>
            <a:chExt cx="322508" cy="273494"/>
          </a:xfrm>
        </p:grpSpPr>
        <p:sp>
          <p:nvSpPr>
            <p:cNvPr id="10516" name="Google Shape;10516;p64"/>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64"/>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8" name="Google Shape;10518;p64"/>
          <p:cNvGrpSpPr/>
          <p:nvPr/>
        </p:nvGrpSpPr>
        <p:grpSpPr>
          <a:xfrm>
            <a:off x="870939" y="2265043"/>
            <a:ext cx="331993" cy="331993"/>
            <a:chOff x="870939" y="2439293"/>
            <a:chExt cx="331993" cy="331993"/>
          </a:xfrm>
        </p:grpSpPr>
        <p:sp>
          <p:nvSpPr>
            <p:cNvPr id="10519" name="Google Shape;10519;p64"/>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4"/>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64"/>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64"/>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4"/>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4"/>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4"/>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64"/>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64"/>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4"/>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64"/>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64"/>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4"/>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64"/>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64"/>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64"/>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5" name="Google Shape;10535;p64"/>
          <p:cNvGrpSpPr/>
          <p:nvPr/>
        </p:nvGrpSpPr>
        <p:grpSpPr>
          <a:xfrm>
            <a:off x="6644957" y="2282103"/>
            <a:ext cx="371395" cy="278904"/>
            <a:chOff x="6644957" y="2456353"/>
            <a:chExt cx="371395" cy="278904"/>
          </a:xfrm>
        </p:grpSpPr>
        <p:sp>
          <p:nvSpPr>
            <p:cNvPr id="10536" name="Google Shape;10536;p64"/>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64"/>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4"/>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4"/>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4"/>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1" name="Google Shape;10541;p64"/>
          <p:cNvGrpSpPr/>
          <p:nvPr/>
        </p:nvGrpSpPr>
        <p:grpSpPr>
          <a:xfrm>
            <a:off x="5388757" y="2240409"/>
            <a:ext cx="260349" cy="362292"/>
            <a:chOff x="5388757" y="2414659"/>
            <a:chExt cx="260349" cy="362292"/>
          </a:xfrm>
        </p:grpSpPr>
        <p:sp>
          <p:nvSpPr>
            <p:cNvPr id="10542" name="Google Shape;10542;p64"/>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4"/>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4"/>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64"/>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64"/>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4"/>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4"/>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64"/>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0" name="Google Shape;10550;p64"/>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64"/>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4"/>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64"/>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64"/>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4"/>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64"/>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64"/>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4"/>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4"/>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64"/>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64"/>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2" name="Google Shape;10562;p64"/>
          <p:cNvGrpSpPr/>
          <p:nvPr/>
        </p:nvGrpSpPr>
        <p:grpSpPr>
          <a:xfrm>
            <a:off x="3567142" y="2731507"/>
            <a:ext cx="348288" cy="340331"/>
            <a:chOff x="3567142" y="2905757"/>
            <a:chExt cx="348288" cy="340331"/>
          </a:xfrm>
        </p:grpSpPr>
        <p:sp>
          <p:nvSpPr>
            <p:cNvPr id="10563" name="Google Shape;10563;p64"/>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4"/>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4"/>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64"/>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64"/>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8" name="Google Shape;10568;p64"/>
          <p:cNvGrpSpPr/>
          <p:nvPr/>
        </p:nvGrpSpPr>
        <p:grpSpPr>
          <a:xfrm>
            <a:off x="870939" y="1801571"/>
            <a:ext cx="332375" cy="350071"/>
            <a:chOff x="870939" y="1975821"/>
            <a:chExt cx="332375" cy="350071"/>
          </a:xfrm>
        </p:grpSpPr>
        <p:sp>
          <p:nvSpPr>
            <p:cNvPr id="10569" name="Google Shape;10569;p64"/>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64"/>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64"/>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64"/>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3" name="Google Shape;10573;p64"/>
          <p:cNvGrpSpPr/>
          <p:nvPr/>
        </p:nvGrpSpPr>
        <p:grpSpPr>
          <a:xfrm>
            <a:off x="7967103" y="2240791"/>
            <a:ext cx="355863" cy="361911"/>
            <a:chOff x="7967103" y="2415041"/>
            <a:chExt cx="355863" cy="361911"/>
          </a:xfrm>
        </p:grpSpPr>
        <p:sp>
          <p:nvSpPr>
            <p:cNvPr id="10574" name="Google Shape;10574;p64"/>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64"/>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64"/>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4"/>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64"/>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64"/>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4"/>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4"/>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64"/>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64"/>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4"/>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5" name="Google Shape;10585;p64"/>
          <p:cNvGrpSpPr/>
          <p:nvPr/>
        </p:nvGrpSpPr>
        <p:grpSpPr>
          <a:xfrm>
            <a:off x="7529411" y="2240409"/>
            <a:ext cx="355863" cy="362292"/>
            <a:chOff x="7529411" y="2414659"/>
            <a:chExt cx="355863" cy="362292"/>
          </a:xfrm>
        </p:grpSpPr>
        <p:sp>
          <p:nvSpPr>
            <p:cNvPr id="10586" name="Google Shape;10586;p64"/>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64"/>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64"/>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4"/>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4"/>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4"/>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4"/>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64"/>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64"/>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64"/>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4"/>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4"/>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8" name="Google Shape;10598;p64"/>
          <p:cNvGrpSpPr/>
          <p:nvPr/>
        </p:nvGrpSpPr>
        <p:grpSpPr>
          <a:xfrm>
            <a:off x="5733194" y="2257468"/>
            <a:ext cx="446826" cy="327059"/>
            <a:chOff x="5733194" y="2431718"/>
            <a:chExt cx="446826" cy="327059"/>
          </a:xfrm>
        </p:grpSpPr>
        <p:sp>
          <p:nvSpPr>
            <p:cNvPr id="10599" name="Google Shape;10599;p64"/>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64"/>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4"/>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2" name="Google Shape;10602;p64"/>
          <p:cNvGrpSpPr/>
          <p:nvPr/>
        </p:nvGrpSpPr>
        <p:grpSpPr>
          <a:xfrm>
            <a:off x="4876780" y="2243814"/>
            <a:ext cx="407774" cy="356627"/>
            <a:chOff x="4876780" y="2418064"/>
            <a:chExt cx="407774" cy="356627"/>
          </a:xfrm>
        </p:grpSpPr>
        <p:sp>
          <p:nvSpPr>
            <p:cNvPr id="10603" name="Google Shape;10603;p64"/>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4"/>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64"/>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64"/>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64"/>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64"/>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4"/>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4"/>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1" name="Google Shape;10611;p64"/>
          <p:cNvGrpSpPr/>
          <p:nvPr/>
        </p:nvGrpSpPr>
        <p:grpSpPr>
          <a:xfrm>
            <a:off x="7070872" y="2236621"/>
            <a:ext cx="398321" cy="371013"/>
            <a:chOff x="7070872" y="2410871"/>
            <a:chExt cx="398321" cy="371013"/>
          </a:xfrm>
        </p:grpSpPr>
        <p:sp>
          <p:nvSpPr>
            <p:cNvPr id="10612" name="Google Shape;10612;p64"/>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64"/>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4"/>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4"/>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16" name="Google Shape;10616;p64"/>
          <p:cNvSpPr/>
          <p:nvPr/>
        </p:nvSpPr>
        <p:spPr>
          <a:xfrm>
            <a:off x="6238328" y="225934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17" name="Google Shape;10617;p64"/>
          <p:cNvGrpSpPr/>
          <p:nvPr/>
        </p:nvGrpSpPr>
        <p:grpSpPr>
          <a:xfrm>
            <a:off x="5318259" y="2807861"/>
            <a:ext cx="371013" cy="220787"/>
            <a:chOff x="5318259" y="2982111"/>
            <a:chExt cx="371013" cy="220787"/>
          </a:xfrm>
        </p:grpSpPr>
        <p:sp>
          <p:nvSpPr>
            <p:cNvPr id="10618" name="Google Shape;10618;p64"/>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9" name="Google Shape;10619;p64"/>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64"/>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4"/>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4"/>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4"/>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64"/>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64"/>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6" name="Google Shape;10626;p64"/>
          <p:cNvGrpSpPr/>
          <p:nvPr/>
        </p:nvGrpSpPr>
        <p:grpSpPr>
          <a:xfrm>
            <a:off x="7073928" y="2731507"/>
            <a:ext cx="371395" cy="371809"/>
            <a:chOff x="7073928" y="2905757"/>
            <a:chExt cx="371395" cy="371809"/>
          </a:xfrm>
        </p:grpSpPr>
        <p:sp>
          <p:nvSpPr>
            <p:cNvPr id="10627" name="Google Shape;10627;p64"/>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4"/>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64"/>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0" name="Google Shape;10630;p64"/>
          <p:cNvGrpSpPr/>
          <p:nvPr/>
        </p:nvGrpSpPr>
        <p:grpSpPr>
          <a:xfrm>
            <a:off x="6188327" y="2781158"/>
            <a:ext cx="371395" cy="272857"/>
            <a:chOff x="6188327" y="2955408"/>
            <a:chExt cx="371395" cy="272857"/>
          </a:xfrm>
        </p:grpSpPr>
        <p:sp>
          <p:nvSpPr>
            <p:cNvPr id="10631" name="Google Shape;10631;p64"/>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4"/>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3" name="Google Shape;10633;p64"/>
          <p:cNvGrpSpPr/>
          <p:nvPr/>
        </p:nvGrpSpPr>
        <p:grpSpPr>
          <a:xfrm>
            <a:off x="7521454" y="2731889"/>
            <a:ext cx="359651" cy="371013"/>
            <a:chOff x="7521454" y="2906139"/>
            <a:chExt cx="359651" cy="371013"/>
          </a:xfrm>
        </p:grpSpPr>
        <p:sp>
          <p:nvSpPr>
            <p:cNvPr id="10634" name="Google Shape;10634;p64"/>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64"/>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64"/>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64"/>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4"/>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9" name="Google Shape;10639;p64"/>
          <p:cNvGrpSpPr/>
          <p:nvPr/>
        </p:nvGrpSpPr>
        <p:grpSpPr>
          <a:xfrm>
            <a:off x="5782845" y="2732271"/>
            <a:ext cx="301661" cy="371013"/>
            <a:chOff x="5782845" y="2906521"/>
            <a:chExt cx="301661" cy="371013"/>
          </a:xfrm>
        </p:grpSpPr>
        <p:sp>
          <p:nvSpPr>
            <p:cNvPr id="10640" name="Google Shape;10640;p64"/>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64"/>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64"/>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3" name="Google Shape;10643;p64"/>
          <p:cNvGrpSpPr/>
          <p:nvPr/>
        </p:nvGrpSpPr>
        <p:grpSpPr>
          <a:xfrm>
            <a:off x="6630539" y="2743252"/>
            <a:ext cx="371777" cy="349434"/>
            <a:chOff x="6630539" y="2917502"/>
            <a:chExt cx="371777" cy="349434"/>
          </a:xfrm>
        </p:grpSpPr>
        <p:sp>
          <p:nvSpPr>
            <p:cNvPr id="10644" name="Google Shape;10644;p64"/>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4"/>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4"/>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4"/>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4"/>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64"/>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64"/>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1" name="Google Shape;10651;p64"/>
          <p:cNvGrpSpPr/>
          <p:nvPr/>
        </p:nvGrpSpPr>
        <p:grpSpPr>
          <a:xfrm>
            <a:off x="2171474" y="3194979"/>
            <a:ext cx="408156" cy="343737"/>
            <a:chOff x="2171474" y="3369229"/>
            <a:chExt cx="408156" cy="343737"/>
          </a:xfrm>
        </p:grpSpPr>
        <p:sp>
          <p:nvSpPr>
            <p:cNvPr id="10652" name="Google Shape;10652;p64"/>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4"/>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64"/>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64"/>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6" name="Google Shape;10656;p64"/>
          <p:cNvGrpSpPr/>
          <p:nvPr/>
        </p:nvGrpSpPr>
        <p:grpSpPr>
          <a:xfrm>
            <a:off x="4891198" y="2750858"/>
            <a:ext cx="334634" cy="334634"/>
            <a:chOff x="4891198" y="2925108"/>
            <a:chExt cx="334634" cy="334634"/>
          </a:xfrm>
        </p:grpSpPr>
        <p:sp>
          <p:nvSpPr>
            <p:cNvPr id="10657" name="Google Shape;10657;p64"/>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64"/>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4"/>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4"/>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4"/>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4"/>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64"/>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64"/>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5" name="Google Shape;10665;p64"/>
          <p:cNvGrpSpPr/>
          <p:nvPr/>
        </p:nvGrpSpPr>
        <p:grpSpPr>
          <a:xfrm>
            <a:off x="7976174" y="2750858"/>
            <a:ext cx="334666" cy="334634"/>
            <a:chOff x="7976174" y="2925108"/>
            <a:chExt cx="334666" cy="334634"/>
          </a:xfrm>
        </p:grpSpPr>
        <p:sp>
          <p:nvSpPr>
            <p:cNvPr id="10666" name="Google Shape;10666;p64"/>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4"/>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4"/>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64"/>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64"/>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64"/>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4"/>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64"/>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64"/>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75" name="Google Shape;10675;p64"/>
          <p:cNvGrpSpPr/>
          <p:nvPr/>
        </p:nvGrpSpPr>
        <p:grpSpPr>
          <a:xfrm>
            <a:off x="3091957" y="3199881"/>
            <a:ext cx="354717" cy="332757"/>
            <a:chOff x="3091957" y="3374131"/>
            <a:chExt cx="354717" cy="332757"/>
          </a:xfrm>
        </p:grpSpPr>
        <p:sp>
          <p:nvSpPr>
            <p:cNvPr id="10676" name="Google Shape;10676;p64"/>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4"/>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64"/>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64"/>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64"/>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1" name="Google Shape;10681;p64"/>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2" name="Google Shape;10682;p64"/>
          <p:cNvGrpSpPr/>
          <p:nvPr/>
        </p:nvGrpSpPr>
        <p:grpSpPr>
          <a:xfrm>
            <a:off x="3988156" y="3205960"/>
            <a:ext cx="353954" cy="318880"/>
            <a:chOff x="3988156" y="3380210"/>
            <a:chExt cx="353954" cy="318880"/>
          </a:xfrm>
        </p:grpSpPr>
        <p:sp>
          <p:nvSpPr>
            <p:cNvPr id="10683" name="Google Shape;10683;p64"/>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64"/>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4"/>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4"/>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4"/>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8" name="Google Shape;10688;p64"/>
          <p:cNvGrpSpPr/>
          <p:nvPr/>
        </p:nvGrpSpPr>
        <p:grpSpPr>
          <a:xfrm>
            <a:off x="3541011" y="3193070"/>
            <a:ext cx="348257" cy="346188"/>
            <a:chOff x="3541011" y="3367320"/>
            <a:chExt cx="348257" cy="346188"/>
          </a:xfrm>
        </p:grpSpPr>
        <p:sp>
          <p:nvSpPr>
            <p:cNvPr id="10689" name="Google Shape;10689;p64"/>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64"/>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64"/>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64"/>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3" name="Google Shape;10693;p64"/>
          <p:cNvGrpSpPr/>
          <p:nvPr/>
        </p:nvGrpSpPr>
        <p:grpSpPr>
          <a:xfrm>
            <a:off x="1314678" y="3183967"/>
            <a:ext cx="334666" cy="365348"/>
            <a:chOff x="1314678" y="3358217"/>
            <a:chExt cx="334666" cy="365348"/>
          </a:xfrm>
        </p:grpSpPr>
        <p:sp>
          <p:nvSpPr>
            <p:cNvPr id="10694" name="Google Shape;10694;p64"/>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64"/>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64"/>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64"/>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64"/>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9" name="Google Shape;10699;p64"/>
          <p:cNvGrpSpPr/>
          <p:nvPr/>
        </p:nvGrpSpPr>
        <p:grpSpPr>
          <a:xfrm>
            <a:off x="1748582" y="3198385"/>
            <a:ext cx="359269" cy="335780"/>
            <a:chOff x="1748582" y="3372635"/>
            <a:chExt cx="359269" cy="335780"/>
          </a:xfrm>
        </p:grpSpPr>
        <p:sp>
          <p:nvSpPr>
            <p:cNvPr id="10700" name="Google Shape;10700;p64"/>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01" name="Google Shape;10701;p64"/>
            <p:cNvGrpSpPr/>
            <p:nvPr/>
          </p:nvGrpSpPr>
          <p:grpSpPr>
            <a:xfrm>
              <a:off x="1748582" y="3372635"/>
              <a:ext cx="333520" cy="335780"/>
              <a:chOff x="1748582" y="3372635"/>
              <a:chExt cx="333520" cy="335780"/>
            </a:xfrm>
          </p:grpSpPr>
          <p:sp>
            <p:nvSpPr>
              <p:cNvPr id="10702" name="Google Shape;10702;p64"/>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64"/>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4"/>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0705" name="Google Shape;10705;p64"/>
          <p:cNvGrpSpPr/>
          <p:nvPr/>
        </p:nvGrpSpPr>
        <p:grpSpPr>
          <a:xfrm>
            <a:off x="2640993" y="3183585"/>
            <a:ext cx="365348" cy="364966"/>
            <a:chOff x="2640993" y="3357835"/>
            <a:chExt cx="365348" cy="364966"/>
          </a:xfrm>
        </p:grpSpPr>
        <p:sp>
          <p:nvSpPr>
            <p:cNvPr id="10706" name="Google Shape;10706;p64"/>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4"/>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64"/>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64"/>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4"/>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4"/>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4"/>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64"/>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4" name="Google Shape;10714;p64"/>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64"/>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6" name="Google Shape;10716;p64"/>
          <p:cNvGrpSpPr/>
          <p:nvPr/>
        </p:nvGrpSpPr>
        <p:grpSpPr>
          <a:xfrm>
            <a:off x="4886264" y="3191924"/>
            <a:ext cx="350548" cy="350198"/>
            <a:chOff x="4886264" y="3366174"/>
            <a:chExt cx="350548" cy="350198"/>
          </a:xfrm>
        </p:grpSpPr>
        <p:sp>
          <p:nvSpPr>
            <p:cNvPr id="10717" name="Google Shape;10717;p64"/>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4"/>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9" name="Google Shape;10719;p64"/>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0" name="Google Shape;10720;p64"/>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64"/>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4"/>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4"/>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4"/>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64"/>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64"/>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4"/>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64"/>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9" name="Google Shape;10729;p64"/>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0" name="Google Shape;10730;p64"/>
          <p:cNvGrpSpPr/>
          <p:nvPr/>
        </p:nvGrpSpPr>
        <p:grpSpPr>
          <a:xfrm>
            <a:off x="5331913" y="3239697"/>
            <a:ext cx="347143" cy="254684"/>
            <a:chOff x="5331913" y="3413947"/>
            <a:chExt cx="347143" cy="254684"/>
          </a:xfrm>
        </p:grpSpPr>
        <p:sp>
          <p:nvSpPr>
            <p:cNvPr id="10731" name="Google Shape;10731;p64"/>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4"/>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4"/>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4"/>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4"/>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64"/>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7" name="Google Shape;10737;p64"/>
          <p:cNvGrpSpPr/>
          <p:nvPr/>
        </p:nvGrpSpPr>
        <p:grpSpPr>
          <a:xfrm>
            <a:off x="5776798" y="3235528"/>
            <a:ext cx="346379" cy="264518"/>
            <a:chOff x="5776798" y="3409778"/>
            <a:chExt cx="346379" cy="264518"/>
          </a:xfrm>
        </p:grpSpPr>
        <p:sp>
          <p:nvSpPr>
            <p:cNvPr id="10738" name="Google Shape;10738;p64"/>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4"/>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4"/>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4"/>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4"/>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4"/>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4" name="Google Shape;10744;p64"/>
          <p:cNvGrpSpPr/>
          <p:nvPr/>
        </p:nvGrpSpPr>
        <p:grpSpPr>
          <a:xfrm>
            <a:off x="7108015" y="3222255"/>
            <a:ext cx="344883" cy="290299"/>
            <a:chOff x="7108015" y="3396505"/>
            <a:chExt cx="344883" cy="290299"/>
          </a:xfrm>
        </p:grpSpPr>
        <p:sp>
          <p:nvSpPr>
            <p:cNvPr id="10745" name="Google Shape;10745;p64"/>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64"/>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4"/>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64"/>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9" name="Google Shape;10749;p64"/>
          <p:cNvGrpSpPr/>
          <p:nvPr/>
        </p:nvGrpSpPr>
        <p:grpSpPr>
          <a:xfrm>
            <a:off x="7551754" y="3216558"/>
            <a:ext cx="344883" cy="301311"/>
            <a:chOff x="7551754" y="3390808"/>
            <a:chExt cx="344883" cy="301311"/>
          </a:xfrm>
        </p:grpSpPr>
        <p:sp>
          <p:nvSpPr>
            <p:cNvPr id="10750" name="Google Shape;10750;p64"/>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64"/>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4"/>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64"/>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64"/>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4"/>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4"/>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64"/>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64"/>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4"/>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64"/>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1" name="Google Shape;10761;p64"/>
          <p:cNvGrpSpPr/>
          <p:nvPr/>
        </p:nvGrpSpPr>
        <p:grpSpPr>
          <a:xfrm>
            <a:off x="6707084" y="3213153"/>
            <a:ext cx="261145" cy="308504"/>
            <a:chOff x="6707084" y="3387403"/>
            <a:chExt cx="261145" cy="308504"/>
          </a:xfrm>
        </p:grpSpPr>
        <p:sp>
          <p:nvSpPr>
            <p:cNvPr id="10762" name="Google Shape;10762;p64"/>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4"/>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64"/>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64"/>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6" name="Google Shape;10766;p64"/>
          <p:cNvGrpSpPr/>
          <p:nvPr/>
        </p:nvGrpSpPr>
        <p:grpSpPr>
          <a:xfrm>
            <a:off x="848978" y="4123387"/>
            <a:ext cx="377824" cy="324418"/>
            <a:chOff x="848978" y="4297637"/>
            <a:chExt cx="377824" cy="324418"/>
          </a:xfrm>
        </p:grpSpPr>
        <p:sp>
          <p:nvSpPr>
            <p:cNvPr id="10767" name="Google Shape;10767;p64"/>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4"/>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9" name="Google Shape;10769;p64"/>
          <p:cNvGrpSpPr/>
          <p:nvPr/>
        </p:nvGrpSpPr>
        <p:grpSpPr>
          <a:xfrm>
            <a:off x="1754279" y="4112343"/>
            <a:ext cx="351439" cy="345965"/>
            <a:chOff x="1754279" y="4286593"/>
            <a:chExt cx="351439" cy="345965"/>
          </a:xfrm>
        </p:grpSpPr>
        <p:sp>
          <p:nvSpPr>
            <p:cNvPr id="10770" name="Google Shape;10770;p64"/>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64"/>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64"/>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4"/>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4"/>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5" name="Google Shape;10775;p64"/>
          <p:cNvGrpSpPr/>
          <p:nvPr/>
        </p:nvGrpSpPr>
        <p:grpSpPr>
          <a:xfrm>
            <a:off x="3996113" y="4116926"/>
            <a:ext cx="336512" cy="335048"/>
            <a:chOff x="3996113" y="4291176"/>
            <a:chExt cx="336512" cy="335048"/>
          </a:xfrm>
        </p:grpSpPr>
        <p:sp>
          <p:nvSpPr>
            <p:cNvPr id="10776" name="Google Shape;10776;p64"/>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7" name="Google Shape;10777;p64"/>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64"/>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779" name="Google Shape;10779;p64"/>
          <p:cNvSpPr/>
          <p:nvPr/>
        </p:nvSpPr>
        <p:spPr>
          <a:xfrm>
            <a:off x="1331737" y="413312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780" name="Google Shape;10780;p64"/>
          <p:cNvGrpSpPr/>
          <p:nvPr/>
        </p:nvGrpSpPr>
        <p:grpSpPr>
          <a:xfrm>
            <a:off x="2179081" y="4111261"/>
            <a:ext cx="397525" cy="348670"/>
            <a:chOff x="2179081" y="4285511"/>
            <a:chExt cx="397525" cy="348670"/>
          </a:xfrm>
        </p:grpSpPr>
        <p:sp>
          <p:nvSpPr>
            <p:cNvPr id="10781" name="Google Shape;10781;p64"/>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4"/>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3" name="Google Shape;10783;p64"/>
          <p:cNvGrpSpPr/>
          <p:nvPr/>
        </p:nvGrpSpPr>
        <p:grpSpPr>
          <a:xfrm>
            <a:off x="3584201" y="4120746"/>
            <a:ext cx="267574" cy="329415"/>
            <a:chOff x="3584201" y="4294996"/>
            <a:chExt cx="267574" cy="329415"/>
          </a:xfrm>
        </p:grpSpPr>
        <p:sp>
          <p:nvSpPr>
            <p:cNvPr id="10784" name="Google Shape;10784;p64"/>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4"/>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64"/>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64"/>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8" name="Google Shape;10788;p64"/>
          <p:cNvGrpSpPr/>
          <p:nvPr/>
        </p:nvGrpSpPr>
        <p:grpSpPr>
          <a:xfrm>
            <a:off x="3082855" y="4121478"/>
            <a:ext cx="375946" cy="327823"/>
            <a:chOff x="3082855" y="4295728"/>
            <a:chExt cx="375946" cy="327823"/>
          </a:xfrm>
        </p:grpSpPr>
        <p:sp>
          <p:nvSpPr>
            <p:cNvPr id="10789" name="Google Shape;10789;p64"/>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4"/>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64"/>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64"/>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4"/>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4"/>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4"/>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4"/>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64"/>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64"/>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4"/>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0" name="Google Shape;10800;p64"/>
          <p:cNvGrpSpPr/>
          <p:nvPr/>
        </p:nvGrpSpPr>
        <p:grpSpPr>
          <a:xfrm>
            <a:off x="2749016" y="4116926"/>
            <a:ext cx="150831" cy="336926"/>
            <a:chOff x="2749016" y="4291176"/>
            <a:chExt cx="150831" cy="336926"/>
          </a:xfrm>
        </p:grpSpPr>
        <p:sp>
          <p:nvSpPr>
            <p:cNvPr id="10801" name="Google Shape;10801;p64"/>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4"/>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4"/>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64"/>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5" name="Google Shape;10805;p64"/>
          <p:cNvGrpSpPr/>
          <p:nvPr/>
        </p:nvGrpSpPr>
        <p:grpSpPr>
          <a:xfrm>
            <a:off x="7127716" y="4105182"/>
            <a:ext cx="248254" cy="361942"/>
            <a:chOff x="7127716" y="4279432"/>
            <a:chExt cx="248254" cy="361942"/>
          </a:xfrm>
        </p:grpSpPr>
        <p:sp>
          <p:nvSpPr>
            <p:cNvPr id="10806" name="Google Shape;10806;p64"/>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64"/>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64"/>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64"/>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64"/>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64"/>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4"/>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64"/>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64"/>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5" name="Google Shape;10815;p64"/>
          <p:cNvGrpSpPr/>
          <p:nvPr/>
        </p:nvGrpSpPr>
        <p:grpSpPr>
          <a:xfrm>
            <a:off x="7565408" y="4105182"/>
            <a:ext cx="248255" cy="361942"/>
            <a:chOff x="7565408" y="4279432"/>
            <a:chExt cx="248255" cy="361942"/>
          </a:xfrm>
        </p:grpSpPr>
        <p:sp>
          <p:nvSpPr>
            <p:cNvPr id="10816" name="Google Shape;10816;p64"/>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64"/>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64"/>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64"/>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4"/>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4"/>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4"/>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4"/>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4" name="Google Shape;10824;p64"/>
          <p:cNvGrpSpPr/>
          <p:nvPr/>
        </p:nvGrpSpPr>
        <p:grpSpPr>
          <a:xfrm>
            <a:off x="6264109" y="4105182"/>
            <a:ext cx="225498" cy="361560"/>
            <a:chOff x="6264109" y="4279432"/>
            <a:chExt cx="225498" cy="361560"/>
          </a:xfrm>
        </p:grpSpPr>
        <p:sp>
          <p:nvSpPr>
            <p:cNvPr id="10825" name="Google Shape;10825;p64"/>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64"/>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7" name="Google Shape;10827;p64"/>
          <p:cNvGrpSpPr/>
          <p:nvPr/>
        </p:nvGrpSpPr>
        <p:grpSpPr>
          <a:xfrm>
            <a:off x="7929578" y="4110115"/>
            <a:ext cx="395266" cy="351312"/>
            <a:chOff x="7929578" y="4284365"/>
            <a:chExt cx="395266" cy="351312"/>
          </a:xfrm>
        </p:grpSpPr>
        <p:sp>
          <p:nvSpPr>
            <p:cNvPr id="10828" name="Google Shape;10828;p64"/>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4"/>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4"/>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4"/>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2" name="Google Shape;10832;p64"/>
          <p:cNvGrpSpPr/>
          <p:nvPr/>
        </p:nvGrpSpPr>
        <p:grpSpPr>
          <a:xfrm>
            <a:off x="6595502" y="4149527"/>
            <a:ext cx="426315" cy="332826"/>
            <a:chOff x="6639652" y="4323777"/>
            <a:chExt cx="426315" cy="332826"/>
          </a:xfrm>
        </p:grpSpPr>
        <p:sp>
          <p:nvSpPr>
            <p:cNvPr id="10833" name="Google Shape;10833;p64"/>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64"/>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4"/>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4"/>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64"/>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64"/>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4"/>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64"/>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64"/>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64"/>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3" name="Google Shape;10843;p64"/>
          <p:cNvGrpSpPr/>
          <p:nvPr/>
        </p:nvGrpSpPr>
        <p:grpSpPr>
          <a:xfrm>
            <a:off x="5357662" y="4123387"/>
            <a:ext cx="287275" cy="326296"/>
            <a:chOff x="5357662" y="4297637"/>
            <a:chExt cx="287275" cy="326296"/>
          </a:xfrm>
        </p:grpSpPr>
        <p:sp>
          <p:nvSpPr>
            <p:cNvPr id="10844" name="Google Shape;10844;p64"/>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4"/>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64"/>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64"/>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64"/>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9" name="Google Shape;10849;p64"/>
          <p:cNvGrpSpPr/>
          <p:nvPr/>
        </p:nvGrpSpPr>
        <p:grpSpPr>
          <a:xfrm>
            <a:off x="5774124" y="4120300"/>
            <a:ext cx="331611" cy="331674"/>
            <a:chOff x="5774124" y="4294550"/>
            <a:chExt cx="331611" cy="331674"/>
          </a:xfrm>
        </p:grpSpPr>
        <p:sp>
          <p:nvSpPr>
            <p:cNvPr id="10850" name="Google Shape;10850;p64"/>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64"/>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2" name="Google Shape;10852;p64"/>
          <p:cNvGrpSpPr/>
          <p:nvPr/>
        </p:nvGrpSpPr>
        <p:grpSpPr>
          <a:xfrm>
            <a:off x="4890434" y="4113139"/>
            <a:ext cx="345997" cy="346029"/>
            <a:chOff x="4890434" y="4287389"/>
            <a:chExt cx="345997" cy="346029"/>
          </a:xfrm>
        </p:grpSpPr>
        <p:sp>
          <p:nvSpPr>
            <p:cNvPr id="10853" name="Google Shape;10853;p64"/>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64"/>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64"/>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64"/>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64"/>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4"/>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4"/>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0" name="Google Shape;10860;p64"/>
          <p:cNvGrpSpPr/>
          <p:nvPr/>
        </p:nvGrpSpPr>
        <p:grpSpPr>
          <a:xfrm>
            <a:off x="2165809" y="3636809"/>
            <a:ext cx="422542" cy="342973"/>
            <a:chOff x="2165809" y="3811059"/>
            <a:chExt cx="422542" cy="342973"/>
          </a:xfrm>
        </p:grpSpPr>
        <p:sp>
          <p:nvSpPr>
            <p:cNvPr id="10861" name="Google Shape;10861;p64"/>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64"/>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3" name="Google Shape;10863;p64"/>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64"/>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4"/>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64"/>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7" name="Google Shape;10867;p64"/>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64"/>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64"/>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64"/>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64"/>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64"/>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64"/>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64"/>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4"/>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4"/>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4"/>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64"/>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79" name="Google Shape;10879;p64"/>
          <p:cNvSpPr/>
          <p:nvPr/>
        </p:nvSpPr>
        <p:spPr>
          <a:xfrm>
            <a:off x="6217513" y="322340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80" name="Google Shape;10880;p64"/>
          <p:cNvGrpSpPr/>
          <p:nvPr/>
        </p:nvGrpSpPr>
        <p:grpSpPr>
          <a:xfrm>
            <a:off x="903530" y="3631875"/>
            <a:ext cx="264550" cy="353222"/>
            <a:chOff x="903530" y="3806125"/>
            <a:chExt cx="264550" cy="353222"/>
          </a:xfrm>
        </p:grpSpPr>
        <p:sp>
          <p:nvSpPr>
            <p:cNvPr id="10881" name="Google Shape;10881;p64"/>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64"/>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64"/>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4"/>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5" name="Google Shape;10885;p64"/>
          <p:cNvGrpSpPr/>
          <p:nvPr/>
        </p:nvGrpSpPr>
        <p:grpSpPr>
          <a:xfrm>
            <a:off x="850092" y="3178684"/>
            <a:ext cx="369517" cy="375660"/>
            <a:chOff x="850092" y="3352934"/>
            <a:chExt cx="369517" cy="375660"/>
          </a:xfrm>
        </p:grpSpPr>
        <p:sp>
          <p:nvSpPr>
            <p:cNvPr id="10886" name="Google Shape;10886;p64"/>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64"/>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64"/>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64"/>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4"/>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91" name="Google Shape;10891;p64"/>
          <p:cNvGrpSpPr/>
          <p:nvPr/>
        </p:nvGrpSpPr>
        <p:grpSpPr>
          <a:xfrm>
            <a:off x="2611458" y="3642124"/>
            <a:ext cx="426329" cy="332375"/>
            <a:chOff x="2611458" y="3816374"/>
            <a:chExt cx="426329" cy="332375"/>
          </a:xfrm>
        </p:grpSpPr>
        <p:sp>
          <p:nvSpPr>
            <p:cNvPr id="10892" name="Google Shape;10892;p64"/>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64"/>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4"/>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4"/>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4"/>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4"/>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64"/>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64"/>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4"/>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4"/>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02" name="Google Shape;10902;p64"/>
          <p:cNvSpPr/>
          <p:nvPr/>
        </p:nvSpPr>
        <p:spPr>
          <a:xfrm>
            <a:off x="1752752" y="362961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03" name="Google Shape;10903;p64"/>
          <p:cNvGrpSpPr/>
          <p:nvPr/>
        </p:nvGrpSpPr>
        <p:grpSpPr>
          <a:xfrm>
            <a:off x="4019984" y="3631143"/>
            <a:ext cx="293704" cy="353954"/>
            <a:chOff x="4019984" y="3805393"/>
            <a:chExt cx="293704" cy="353954"/>
          </a:xfrm>
        </p:grpSpPr>
        <p:sp>
          <p:nvSpPr>
            <p:cNvPr id="10904" name="Google Shape;10904;p64"/>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64"/>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6" name="Google Shape;10906;p64"/>
          <p:cNvGrpSpPr/>
          <p:nvPr/>
        </p:nvGrpSpPr>
        <p:grpSpPr>
          <a:xfrm>
            <a:off x="8006505" y="3215794"/>
            <a:ext cx="323654" cy="303189"/>
            <a:chOff x="8006505" y="3390044"/>
            <a:chExt cx="323654" cy="303189"/>
          </a:xfrm>
        </p:grpSpPr>
        <p:sp>
          <p:nvSpPr>
            <p:cNvPr id="10907" name="Google Shape;10907;p64"/>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4"/>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64"/>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64"/>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64"/>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64"/>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3" name="Google Shape;10913;p64"/>
          <p:cNvGrpSpPr/>
          <p:nvPr/>
        </p:nvGrpSpPr>
        <p:grpSpPr>
          <a:xfrm>
            <a:off x="1299146" y="3632257"/>
            <a:ext cx="367990" cy="351312"/>
            <a:chOff x="1299146" y="3806507"/>
            <a:chExt cx="367990" cy="351312"/>
          </a:xfrm>
        </p:grpSpPr>
        <p:sp>
          <p:nvSpPr>
            <p:cNvPr id="10914" name="Google Shape;10914;p64"/>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64"/>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16" name="Google Shape;10916;p64"/>
          <p:cNvSpPr/>
          <p:nvPr/>
        </p:nvSpPr>
        <p:spPr>
          <a:xfrm>
            <a:off x="3524716" y="362993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17" name="Google Shape;10917;p64"/>
          <p:cNvGrpSpPr/>
          <p:nvPr/>
        </p:nvGrpSpPr>
        <p:grpSpPr>
          <a:xfrm>
            <a:off x="3095745" y="3631143"/>
            <a:ext cx="352840" cy="354717"/>
            <a:chOff x="3095745" y="3805393"/>
            <a:chExt cx="352840" cy="354717"/>
          </a:xfrm>
        </p:grpSpPr>
        <p:sp>
          <p:nvSpPr>
            <p:cNvPr id="10918" name="Google Shape;10918;p64"/>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4"/>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64"/>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64"/>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64"/>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64"/>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4" name="Google Shape;10924;p64"/>
          <p:cNvGrpSpPr/>
          <p:nvPr/>
        </p:nvGrpSpPr>
        <p:grpSpPr>
          <a:xfrm>
            <a:off x="7550258" y="3658420"/>
            <a:ext cx="371395" cy="301279"/>
            <a:chOff x="7550258" y="3832670"/>
            <a:chExt cx="371395" cy="301279"/>
          </a:xfrm>
        </p:grpSpPr>
        <p:sp>
          <p:nvSpPr>
            <p:cNvPr id="10925" name="Google Shape;10925;p64"/>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64"/>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64"/>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4"/>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4"/>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64"/>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64"/>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64"/>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64"/>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4"/>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4"/>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64"/>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64"/>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64"/>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64"/>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64"/>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64"/>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64"/>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43" name="Google Shape;10943;p64"/>
          <p:cNvSpPr/>
          <p:nvPr/>
        </p:nvSpPr>
        <p:spPr>
          <a:xfrm>
            <a:off x="7114476" y="363454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944" name="Google Shape;10944;p64"/>
          <p:cNvGrpSpPr/>
          <p:nvPr/>
        </p:nvGrpSpPr>
        <p:grpSpPr>
          <a:xfrm>
            <a:off x="6659725" y="3633785"/>
            <a:ext cx="367608" cy="350548"/>
            <a:chOff x="6659725" y="3808035"/>
            <a:chExt cx="367608" cy="350548"/>
          </a:xfrm>
        </p:grpSpPr>
        <p:sp>
          <p:nvSpPr>
            <p:cNvPr id="10945" name="Google Shape;10945;p64"/>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4"/>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7" name="Google Shape;10947;p64"/>
          <p:cNvGrpSpPr/>
          <p:nvPr/>
        </p:nvGrpSpPr>
        <p:grpSpPr>
          <a:xfrm>
            <a:off x="6219391" y="3642506"/>
            <a:ext cx="356627" cy="334252"/>
            <a:chOff x="6219391" y="3816756"/>
            <a:chExt cx="356627" cy="334252"/>
          </a:xfrm>
        </p:grpSpPr>
        <p:sp>
          <p:nvSpPr>
            <p:cNvPr id="10948" name="Google Shape;10948;p64"/>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64"/>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64"/>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64"/>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2" name="Google Shape;10952;p64"/>
          <p:cNvGrpSpPr/>
          <p:nvPr/>
        </p:nvGrpSpPr>
        <p:grpSpPr>
          <a:xfrm>
            <a:off x="5778676" y="3652722"/>
            <a:ext cx="349052" cy="313055"/>
            <a:chOff x="5778676" y="3826972"/>
            <a:chExt cx="349052" cy="313055"/>
          </a:xfrm>
        </p:grpSpPr>
        <p:sp>
          <p:nvSpPr>
            <p:cNvPr id="10953" name="Google Shape;10953;p64"/>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4"/>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64"/>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64"/>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64"/>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8" name="Google Shape;10958;p64"/>
          <p:cNvGrpSpPr/>
          <p:nvPr/>
        </p:nvGrpSpPr>
        <p:grpSpPr>
          <a:xfrm>
            <a:off x="5355784" y="3660297"/>
            <a:ext cx="299019" cy="297905"/>
            <a:chOff x="5355784" y="3834547"/>
            <a:chExt cx="299019" cy="297905"/>
          </a:xfrm>
        </p:grpSpPr>
        <p:sp>
          <p:nvSpPr>
            <p:cNvPr id="10959" name="Google Shape;10959;p64"/>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64"/>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64"/>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64"/>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3" name="Google Shape;10963;p64"/>
          <p:cNvGrpSpPr/>
          <p:nvPr/>
        </p:nvGrpSpPr>
        <p:grpSpPr>
          <a:xfrm>
            <a:off x="8036455" y="3633021"/>
            <a:ext cx="292176" cy="353985"/>
            <a:chOff x="8036455" y="3807271"/>
            <a:chExt cx="292176" cy="353985"/>
          </a:xfrm>
        </p:grpSpPr>
        <p:sp>
          <p:nvSpPr>
            <p:cNvPr id="10964" name="Google Shape;10964;p64"/>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4"/>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66" name="Google Shape;10966;p64"/>
          <p:cNvSpPr txBox="1"/>
          <p:nvPr/>
        </p:nvSpPr>
        <p:spPr>
          <a:xfrm>
            <a:off x="849675" y="71597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Business Icons</a:t>
            </a:r>
            <a:endParaRPr sz="2400">
              <a:solidFill>
                <a:srgbClr val="FFFFFF"/>
              </a:solidFill>
            </a:endParaRPr>
          </a:p>
        </p:txBody>
      </p:sp>
      <p:sp>
        <p:nvSpPr>
          <p:cNvPr id="10967" name="Google Shape;10967;p64"/>
          <p:cNvSpPr txBox="1"/>
          <p:nvPr/>
        </p:nvSpPr>
        <p:spPr>
          <a:xfrm>
            <a:off x="4858400" y="71597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Teamwork Icons</a:t>
            </a:r>
            <a:endParaRPr sz="2400">
              <a:solidFill>
                <a:srgbClr val="FFFFFF"/>
              </a:solidFill>
            </a:endParaRPr>
          </a:p>
        </p:txBody>
      </p:sp>
      <p:grpSp>
        <p:nvGrpSpPr>
          <p:cNvPr id="10968" name="Google Shape;10968;p64"/>
          <p:cNvGrpSpPr/>
          <p:nvPr/>
        </p:nvGrpSpPr>
        <p:grpSpPr>
          <a:xfrm>
            <a:off x="4874902" y="3634549"/>
            <a:ext cx="345615" cy="350835"/>
            <a:chOff x="4874902" y="3808799"/>
            <a:chExt cx="345615" cy="350835"/>
          </a:xfrm>
        </p:grpSpPr>
        <p:sp>
          <p:nvSpPr>
            <p:cNvPr id="10969" name="Google Shape;10969;p64"/>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64"/>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64"/>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64"/>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64"/>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4"/>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64"/>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64"/>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4"/>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4"/>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64"/>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64"/>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1" name="Google Shape;10981;p64"/>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64"/>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4"/>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4"/>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4"/>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989"/>
        <p:cNvGrpSpPr/>
        <p:nvPr/>
      </p:nvGrpSpPr>
      <p:grpSpPr>
        <a:xfrm>
          <a:off x="0" y="0"/>
          <a:ext cx="0" cy="0"/>
          <a:chOff x="0" y="0"/>
          <a:chExt cx="0" cy="0"/>
        </a:xfrm>
      </p:grpSpPr>
      <p:grpSp>
        <p:nvGrpSpPr>
          <p:cNvPr id="10990" name="Google Shape;10990;p65"/>
          <p:cNvGrpSpPr/>
          <p:nvPr/>
        </p:nvGrpSpPr>
        <p:grpSpPr>
          <a:xfrm>
            <a:off x="2704005" y="4083381"/>
            <a:ext cx="342144" cy="362704"/>
            <a:chOff x="2704005" y="4258781"/>
            <a:chExt cx="342144" cy="362704"/>
          </a:xfrm>
        </p:grpSpPr>
        <p:sp>
          <p:nvSpPr>
            <p:cNvPr id="10991" name="Google Shape;10991;p65"/>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65"/>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65"/>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65"/>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65"/>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5"/>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5"/>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8" name="Google Shape;10998;p65"/>
          <p:cNvGrpSpPr/>
          <p:nvPr/>
        </p:nvGrpSpPr>
        <p:grpSpPr>
          <a:xfrm>
            <a:off x="2157462" y="4083096"/>
            <a:ext cx="347435" cy="363370"/>
            <a:chOff x="2157462" y="4258496"/>
            <a:chExt cx="347435" cy="363370"/>
          </a:xfrm>
        </p:grpSpPr>
        <p:sp>
          <p:nvSpPr>
            <p:cNvPr id="10999" name="Google Shape;10999;p65"/>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65"/>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65"/>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2" name="Google Shape;11002;p65"/>
          <p:cNvGrpSpPr/>
          <p:nvPr/>
        </p:nvGrpSpPr>
        <p:grpSpPr>
          <a:xfrm>
            <a:off x="4010963" y="3588381"/>
            <a:ext cx="343665" cy="363211"/>
            <a:chOff x="4010963" y="3763781"/>
            <a:chExt cx="343665" cy="363211"/>
          </a:xfrm>
        </p:grpSpPr>
        <p:sp>
          <p:nvSpPr>
            <p:cNvPr id="11003" name="Google Shape;11003;p65"/>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65"/>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65"/>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5"/>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5"/>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8" name="Google Shape;11008;p65"/>
          <p:cNvGrpSpPr/>
          <p:nvPr/>
        </p:nvGrpSpPr>
        <p:grpSpPr>
          <a:xfrm>
            <a:off x="2214042" y="3635109"/>
            <a:ext cx="368153" cy="311193"/>
            <a:chOff x="2214042" y="3810509"/>
            <a:chExt cx="368153" cy="311193"/>
          </a:xfrm>
        </p:grpSpPr>
        <p:sp>
          <p:nvSpPr>
            <p:cNvPr id="11009" name="Google Shape;11009;p65"/>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5"/>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1" name="Google Shape;11011;p65"/>
          <p:cNvGrpSpPr/>
          <p:nvPr/>
        </p:nvGrpSpPr>
        <p:grpSpPr>
          <a:xfrm>
            <a:off x="1768938" y="3606819"/>
            <a:ext cx="367805" cy="367773"/>
            <a:chOff x="1768938" y="3782219"/>
            <a:chExt cx="367805" cy="367773"/>
          </a:xfrm>
        </p:grpSpPr>
        <p:sp>
          <p:nvSpPr>
            <p:cNvPr id="11012" name="Google Shape;11012;p65"/>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65"/>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65"/>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65"/>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65"/>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7" name="Google Shape;11017;p65"/>
          <p:cNvGrpSpPr/>
          <p:nvPr/>
        </p:nvGrpSpPr>
        <p:grpSpPr>
          <a:xfrm>
            <a:off x="2681385" y="3623039"/>
            <a:ext cx="325544" cy="327413"/>
            <a:chOff x="2681385" y="3798439"/>
            <a:chExt cx="325544" cy="327413"/>
          </a:xfrm>
        </p:grpSpPr>
        <p:sp>
          <p:nvSpPr>
            <p:cNvPr id="11018" name="Google Shape;11018;p65"/>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5"/>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5"/>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5"/>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5"/>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65"/>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65"/>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5" name="Google Shape;11025;p65"/>
          <p:cNvGrpSpPr/>
          <p:nvPr/>
        </p:nvGrpSpPr>
        <p:grpSpPr>
          <a:xfrm>
            <a:off x="6243928" y="4088102"/>
            <a:ext cx="274254" cy="350824"/>
            <a:chOff x="6243928" y="4263502"/>
            <a:chExt cx="274254" cy="350824"/>
          </a:xfrm>
        </p:grpSpPr>
        <p:sp>
          <p:nvSpPr>
            <p:cNvPr id="11026" name="Google Shape;11026;p65"/>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65"/>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65"/>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65"/>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65"/>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65"/>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5"/>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5"/>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4" name="Google Shape;11034;p65"/>
          <p:cNvGrpSpPr/>
          <p:nvPr/>
        </p:nvGrpSpPr>
        <p:grpSpPr>
          <a:xfrm>
            <a:off x="3560600" y="3587938"/>
            <a:ext cx="352345" cy="363655"/>
            <a:chOff x="3560600" y="3763338"/>
            <a:chExt cx="352345" cy="363655"/>
          </a:xfrm>
        </p:grpSpPr>
        <p:sp>
          <p:nvSpPr>
            <p:cNvPr id="11035" name="Google Shape;11035;p65"/>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5"/>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5"/>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8" name="Google Shape;11038;p65"/>
          <p:cNvGrpSpPr/>
          <p:nvPr/>
        </p:nvGrpSpPr>
        <p:grpSpPr>
          <a:xfrm>
            <a:off x="5790556" y="4085852"/>
            <a:ext cx="279513" cy="356083"/>
            <a:chOff x="5790556" y="4261252"/>
            <a:chExt cx="279513" cy="356083"/>
          </a:xfrm>
        </p:grpSpPr>
        <p:sp>
          <p:nvSpPr>
            <p:cNvPr id="11039" name="Google Shape;11039;p65"/>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65"/>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65"/>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65"/>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65"/>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5"/>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65"/>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6" name="Google Shape;11046;p65"/>
          <p:cNvGrpSpPr/>
          <p:nvPr/>
        </p:nvGrpSpPr>
        <p:grpSpPr>
          <a:xfrm>
            <a:off x="5341333" y="4085852"/>
            <a:ext cx="278752" cy="356463"/>
            <a:chOff x="5341333" y="4261252"/>
            <a:chExt cx="278752" cy="356463"/>
          </a:xfrm>
        </p:grpSpPr>
        <p:sp>
          <p:nvSpPr>
            <p:cNvPr id="11047" name="Google Shape;11047;p65"/>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5"/>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65"/>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65"/>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5"/>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2" name="Google Shape;11052;p65"/>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3" name="Google Shape;11053;p65"/>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54" name="Google Shape;11054;p65"/>
          <p:cNvSpPr/>
          <p:nvPr/>
        </p:nvSpPr>
        <p:spPr>
          <a:xfrm>
            <a:off x="1322345" y="366118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5" name="Google Shape;11055;p65"/>
          <p:cNvGrpSpPr/>
          <p:nvPr/>
        </p:nvGrpSpPr>
        <p:grpSpPr>
          <a:xfrm>
            <a:off x="3103646" y="3590676"/>
            <a:ext cx="360233" cy="362451"/>
            <a:chOff x="3107608" y="3763401"/>
            <a:chExt cx="360233" cy="362451"/>
          </a:xfrm>
        </p:grpSpPr>
        <p:sp>
          <p:nvSpPr>
            <p:cNvPr id="11056" name="Google Shape;11056;p65"/>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65"/>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65"/>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59" name="Google Shape;11059;p65"/>
          <p:cNvGrpSpPr/>
          <p:nvPr/>
        </p:nvGrpSpPr>
        <p:grpSpPr>
          <a:xfrm>
            <a:off x="889343" y="3625827"/>
            <a:ext cx="351585" cy="339705"/>
            <a:chOff x="889343" y="3801227"/>
            <a:chExt cx="351585" cy="339705"/>
          </a:xfrm>
        </p:grpSpPr>
        <p:sp>
          <p:nvSpPr>
            <p:cNvPr id="11060" name="Google Shape;11060;p65"/>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5"/>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5"/>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5"/>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65"/>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5" name="Google Shape;11065;p65"/>
          <p:cNvGrpSpPr/>
          <p:nvPr/>
        </p:nvGrpSpPr>
        <p:grpSpPr>
          <a:xfrm>
            <a:off x="4896609" y="4085472"/>
            <a:ext cx="278784" cy="355323"/>
            <a:chOff x="4896609" y="4260872"/>
            <a:chExt cx="278784" cy="355323"/>
          </a:xfrm>
        </p:grpSpPr>
        <p:sp>
          <p:nvSpPr>
            <p:cNvPr id="11066" name="Google Shape;11066;p65"/>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7" name="Google Shape;11067;p65"/>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65"/>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5"/>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5"/>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65"/>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2" name="Google Shape;11072;p65"/>
          <p:cNvGrpSpPr/>
          <p:nvPr/>
        </p:nvGrpSpPr>
        <p:grpSpPr>
          <a:xfrm>
            <a:off x="7598438" y="4090731"/>
            <a:ext cx="260283" cy="345914"/>
            <a:chOff x="7598438" y="4266131"/>
            <a:chExt cx="260283" cy="345914"/>
          </a:xfrm>
        </p:grpSpPr>
        <p:sp>
          <p:nvSpPr>
            <p:cNvPr id="11073" name="Google Shape;11073;p65"/>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5"/>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5"/>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5"/>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65"/>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65"/>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65"/>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0" name="Google Shape;11080;p65"/>
          <p:cNvGrpSpPr/>
          <p:nvPr/>
        </p:nvGrpSpPr>
        <p:grpSpPr>
          <a:xfrm>
            <a:off x="1767069" y="3184746"/>
            <a:ext cx="286324" cy="348163"/>
            <a:chOff x="1767069" y="3360146"/>
            <a:chExt cx="286324" cy="348163"/>
          </a:xfrm>
        </p:grpSpPr>
        <p:sp>
          <p:nvSpPr>
            <p:cNvPr id="11081" name="Google Shape;11081;p65"/>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65"/>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65"/>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5"/>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5"/>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5"/>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5"/>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88" name="Google Shape;11088;p65"/>
          <p:cNvGrpSpPr/>
          <p:nvPr/>
        </p:nvGrpSpPr>
        <p:grpSpPr>
          <a:xfrm>
            <a:off x="7149944" y="4090731"/>
            <a:ext cx="260283" cy="345914"/>
            <a:chOff x="7149944" y="4266131"/>
            <a:chExt cx="260283" cy="345914"/>
          </a:xfrm>
        </p:grpSpPr>
        <p:sp>
          <p:nvSpPr>
            <p:cNvPr id="11089" name="Google Shape;11089;p65"/>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65"/>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65"/>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65"/>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65"/>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5"/>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5" name="Google Shape;11095;p65"/>
          <p:cNvGrpSpPr/>
          <p:nvPr/>
        </p:nvGrpSpPr>
        <p:grpSpPr>
          <a:xfrm>
            <a:off x="6695051" y="4083951"/>
            <a:ext cx="270104" cy="360233"/>
            <a:chOff x="6695051" y="4259351"/>
            <a:chExt cx="270104" cy="360233"/>
          </a:xfrm>
        </p:grpSpPr>
        <p:sp>
          <p:nvSpPr>
            <p:cNvPr id="11096" name="Google Shape;11096;p65"/>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65"/>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65"/>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65"/>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0" name="Google Shape;11100;p65"/>
          <p:cNvGrpSpPr/>
          <p:nvPr/>
        </p:nvGrpSpPr>
        <p:grpSpPr>
          <a:xfrm>
            <a:off x="8047661" y="4082051"/>
            <a:ext cx="277263" cy="362514"/>
            <a:chOff x="8047661" y="4257451"/>
            <a:chExt cx="277263" cy="362514"/>
          </a:xfrm>
        </p:grpSpPr>
        <p:sp>
          <p:nvSpPr>
            <p:cNvPr id="11101" name="Google Shape;11101;p65"/>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65"/>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5"/>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65"/>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5" name="Google Shape;11105;p65"/>
          <p:cNvGrpSpPr/>
          <p:nvPr/>
        </p:nvGrpSpPr>
        <p:grpSpPr>
          <a:xfrm>
            <a:off x="6248078" y="3609068"/>
            <a:ext cx="277263" cy="356115"/>
            <a:chOff x="6248078" y="3784468"/>
            <a:chExt cx="277263" cy="356115"/>
          </a:xfrm>
        </p:grpSpPr>
        <p:sp>
          <p:nvSpPr>
            <p:cNvPr id="11106" name="Google Shape;11106;p65"/>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65"/>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8" name="Google Shape;11108;p65"/>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65"/>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65"/>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1" name="Google Shape;11111;p65"/>
          <p:cNvGrpSpPr/>
          <p:nvPr/>
        </p:nvGrpSpPr>
        <p:grpSpPr>
          <a:xfrm>
            <a:off x="5800725" y="3610589"/>
            <a:ext cx="277644" cy="354594"/>
            <a:chOff x="5800725" y="3785989"/>
            <a:chExt cx="277644" cy="354594"/>
          </a:xfrm>
        </p:grpSpPr>
        <p:sp>
          <p:nvSpPr>
            <p:cNvPr id="11112" name="Google Shape;11112;p65"/>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5"/>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65"/>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65"/>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65"/>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5"/>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65"/>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9" name="Google Shape;11119;p65"/>
          <p:cNvGrpSpPr/>
          <p:nvPr/>
        </p:nvGrpSpPr>
        <p:grpSpPr>
          <a:xfrm>
            <a:off x="2206122" y="3185348"/>
            <a:ext cx="308183" cy="347561"/>
            <a:chOff x="2206122" y="3360748"/>
            <a:chExt cx="308183" cy="347561"/>
          </a:xfrm>
        </p:grpSpPr>
        <p:sp>
          <p:nvSpPr>
            <p:cNvPr id="11120" name="Google Shape;11120;p65"/>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65"/>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65"/>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65"/>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65"/>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5" name="Google Shape;11125;p65"/>
          <p:cNvGrpSpPr/>
          <p:nvPr/>
        </p:nvGrpSpPr>
        <p:grpSpPr>
          <a:xfrm>
            <a:off x="5353403" y="3610209"/>
            <a:ext cx="277992" cy="354974"/>
            <a:chOff x="5353403" y="3785609"/>
            <a:chExt cx="277992" cy="354974"/>
          </a:xfrm>
        </p:grpSpPr>
        <p:sp>
          <p:nvSpPr>
            <p:cNvPr id="11126" name="Google Shape;11126;p65"/>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65"/>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65"/>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65"/>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65"/>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5"/>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2" name="Google Shape;11132;p65"/>
          <p:cNvGrpSpPr/>
          <p:nvPr/>
        </p:nvGrpSpPr>
        <p:grpSpPr>
          <a:xfrm>
            <a:off x="4896229" y="3610589"/>
            <a:ext cx="278784" cy="354594"/>
            <a:chOff x="4896229" y="3785989"/>
            <a:chExt cx="278784" cy="354594"/>
          </a:xfrm>
        </p:grpSpPr>
        <p:sp>
          <p:nvSpPr>
            <p:cNvPr id="11133" name="Google Shape;11133;p65"/>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5"/>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65"/>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65"/>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5"/>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65"/>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9" name="Google Shape;11139;p65"/>
          <p:cNvGrpSpPr/>
          <p:nvPr/>
        </p:nvGrpSpPr>
        <p:grpSpPr>
          <a:xfrm>
            <a:off x="7592387" y="3612458"/>
            <a:ext cx="273874" cy="351204"/>
            <a:chOff x="7592387" y="3787858"/>
            <a:chExt cx="273874" cy="351204"/>
          </a:xfrm>
        </p:grpSpPr>
        <p:sp>
          <p:nvSpPr>
            <p:cNvPr id="11140" name="Google Shape;11140;p65"/>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65"/>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65"/>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65"/>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4" name="Google Shape;11144;p65"/>
          <p:cNvGrpSpPr/>
          <p:nvPr/>
        </p:nvGrpSpPr>
        <p:grpSpPr>
          <a:xfrm>
            <a:off x="7145794" y="3612458"/>
            <a:ext cx="274254" cy="350444"/>
            <a:chOff x="7145794" y="3787858"/>
            <a:chExt cx="274254" cy="350444"/>
          </a:xfrm>
        </p:grpSpPr>
        <p:sp>
          <p:nvSpPr>
            <p:cNvPr id="11145" name="Google Shape;11145;p65"/>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65"/>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5"/>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5"/>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5"/>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65"/>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1" name="Google Shape;11151;p65"/>
          <p:cNvGrpSpPr/>
          <p:nvPr/>
        </p:nvGrpSpPr>
        <p:grpSpPr>
          <a:xfrm>
            <a:off x="8054060" y="3611698"/>
            <a:ext cx="266334" cy="353834"/>
            <a:chOff x="8054060" y="3787098"/>
            <a:chExt cx="266334" cy="353834"/>
          </a:xfrm>
        </p:grpSpPr>
        <p:sp>
          <p:nvSpPr>
            <p:cNvPr id="11152" name="Google Shape;11152;p65"/>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5"/>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65"/>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65"/>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6" name="Google Shape;11156;p65"/>
          <p:cNvGrpSpPr/>
          <p:nvPr/>
        </p:nvGrpSpPr>
        <p:grpSpPr>
          <a:xfrm>
            <a:off x="6702211" y="3607199"/>
            <a:ext cx="270104" cy="361754"/>
            <a:chOff x="6702211" y="3782599"/>
            <a:chExt cx="270104" cy="361754"/>
          </a:xfrm>
        </p:grpSpPr>
        <p:sp>
          <p:nvSpPr>
            <p:cNvPr id="11157" name="Google Shape;11157;p65"/>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5"/>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5"/>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65"/>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65"/>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2" name="Google Shape;11162;p65"/>
          <p:cNvGrpSpPr/>
          <p:nvPr/>
        </p:nvGrpSpPr>
        <p:grpSpPr>
          <a:xfrm>
            <a:off x="3516886" y="3263327"/>
            <a:ext cx="391854" cy="269922"/>
            <a:chOff x="3516850" y="3406526"/>
            <a:chExt cx="369674" cy="254644"/>
          </a:xfrm>
        </p:grpSpPr>
        <p:sp>
          <p:nvSpPr>
            <p:cNvPr id="11163" name="Google Shape;11163;p65"/>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65"/>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5"/>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5"/>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7" name="Google Shape;11167;p65"/>
          <p:cNvGrpSpPr/>
          <p:nvPr/>
        </p:nvGrpSpPr>
        <p:grpSpPr>
          <a:xfrm>
            <a:off x="1310655" y="3185127"/>
            <a:ext cx="306314" cy="347403"/>
            <a:chOff x="1310655" y="3360527"/>
            <a:chExt cx="306314" cy="347403"/>
          </a:xfrm>
        </p:grpSpPr>
        <p:sp>
          <p:nvSpPr>
            <p:cNvPr id="11168" name="Google Shape;11168;p65"/>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65"/>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5"/>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1" name="Google Shape;11171;p65"/>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2" name="Google Shape;11172;p65"/>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3" name="Google Shape;11173;p65"/>
          <p:cNvGrpSpPr/>
          <p:nvPr/>
        </p:nvGrpSpPr>
        <p:grpSpPr>
          <a:xfrm>
            <a:off x="3119678" y="3184746"/>
            <a:ext cx="269343" cy="348543"/>
            <a:chOff x="3119678" y="3360146"/>
            <a:chExt cx="269343" cy="348543"/>
          </a:xfrm>
        </p:grpSpPr>
        <p:sp>
          <p:nvSpPr>
            <p:cNvPr id="11174" name="Google Shape;11174;p65"/>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65"/>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5"/>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65"/>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65"/>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5"/>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65"/>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1" name="Google Shape;11181;p65"/>
          <p:cNvGrpSpPr/>
          <p:nvPr/>
        </p:nvGrpSpPr>
        <p:grpSpPr>
          <a:xfrm>
            <a:off x="3967213" y="3181547"/>
            <a:ext cx="368185" cy="354753"/>
            <a:chOff x="3967213" y="3356947"/>
            <a:chExt cx="368185" cy="354753"/>
          </a:xfrm>
        </p:grpSpPr>
        <p:sp>
          <p:nvSpPr>
            <p:cNvPr id="11182" name="Google Shape;11182;p65"/>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5"/>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65"/>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65"/>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65"/>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7" name="Google Shape;11187;p65"/>
          <p:cNvGrpSpPr/>
          <p:nvPr/>
        </p:nvGrpSpPr>
        <p:grpSpPr>
          <a:xfrm>
            <a:off x="871254" y="3184746"/>
            <a:ext cx="285183" cy="347023"/>
            <a:chOff x="871254" y="3360146"/>
            <a:chExt cx="285183" cy="347023"/>
          </a:xfrm>
        </p:grpSpPr>
        <p:sp>
          <p:nvSpPr>
            <p:cNvPr id="11188" name="Google Shape;11188;p65"/>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5"/>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5"/>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5"/>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2" name="Google Shape;11192;p65"/>
          <p:cNvGrpSpPr/>
          <p:nvPr/>
        </p:nvGrpSpPr>
        <p:grpSpPr>
          <a:xfrm>
            <a:off x="2665165" y="3184746"/>
            <a:ext cx="281794" cy="349684"/>
            <a:chOff x="2665165" y="3360146"/>
            <a:chExt cx="281794" cy="349684"/>
          </a:xfrm>
        </p:grpSpPr>
        <p:sp>
          <p:nvSpPr>
            <p:cNvPr id="11193" name="Google Shape;11193;p65"/>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65"/>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5"/>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65"/>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65"/>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8" name="Google Shape;11198;p65"/>
          <p:cNvGrpSpPr/>
          <p:nvPr/>
        </p:nvGrpSpPr>
        <p:grpSpPr>
          <a:xfrm>
            <a:off x="7156344" y="3172296"/>
            <a:ext cx="264465" cy="353074"/>
            <a:chOff x="7156344" y="3347696"/>
            <a:chExt cx="264465" cy="353074"/>
          </a:xfrm>
        </p:grpSpPr>
        <p:sp>
          <p:nvSpPr>
            <p:cNvPr id="11199" name="Google Shape;11199;p65"/>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65"/>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5"/>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5"/>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5"/>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4" name="Google Shape;11204;p65"/>
          <p:cNvGrpSpPr/>
          <p:nvPr/>
        </p:nvGrpSpPr>
        <p:grpSpPr>
          <a:xfrm>
            <a:off x="6703732" y="3171536"/>
            <a:ext cx="264813" cy="352693"/>
            <a:chOff x="6703732" y="3346936"/>
            <a:chExt cx="264813" cy="352693"/>
          </a:xfrm>
        </p:grpSpPr>
        <p:sp>
          <p:nvSpPr>
            <p:cNvPr id="11205" name="Google Shape;11205;p65"/>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65"/>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65"/>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65"/>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5"/>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0" name="Google Shape;11210;p65"/>
          <p:cNvGrpSpPr/>
          <p:nvPr/>
        </p:nvGrpSpPr>
        <p:grpSpPr>
          <a:xfrm>
            <a:off x="6252228" y="3171536"/>
            <a:ext cx="265193" cy="352693"/>
            <a:chOff x="6252228" y="3346936"/>
            <a:chExt cx="265193" cy="352693"/>
          </a:xfrm>
        </p:grpSpPr>
        <p:sp>
          <p:nvSpPr>
            <p:cNvPr id="11211" name="Google Shape;11211;p65"/>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65"/>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5"/>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4" name="Google Shape;11214;p65"/>
          <p:cNvGrpSpPr/>
          <p:nvPr/>
        </p:nvGrpSpPr>
        <p:grpSpPr>
          <a:xfrm>
            <a:off x="5801105" y="3172296"/>
            <a:ext cx="264813" cy="351933"/>
            <a:chOff x="5801105" y="3347696"/>
            <a:chExt cx="264813" cy="351933"/>
          </a:xfrm>
        </p:grpSpPr>
        <p:sp>
          <p:nvSpPr>
            <p:cNvPr id="11215" name="Google Shape;11215;p65"/>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65"/>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65"/>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5"/>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9" name="Google Shape;11219;p65"/>
          <p:cNvGrpSpPr/>
          <p:nvPr/>
        </p:nvGrpSpPr>
        <p:grpSpPr>
          <a:xfrm>
            <a:off x="5349253" y="3171536"/>
            <a:ext cx="265922" cy="352693"/>
            <a:chOff x="5349253" y="3346936"/>
            <a:chExt cx="265922" cy="352693"/>
          </a:xfrm>
        </p:grpSpPr>
        <p:sp>
          <p:nvSpPr>
            <p:cNvPr id="11220" name="Google Shape;11220;p65"/>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5"/>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5"/>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65"/>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65"/>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65"/>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6" name="Google Shape;11226;p65"/>
          <p:cNvGrpSpPr/>
          <p:nvPr/>
        </p:nvGrpSpPr>
        <p:grpSpPr>
          <a:xfrm>
            <a:off x="4907159" y="3171536"/>
            <a:ext cx="264845" cy="354214"/>
            <a:chOff x="4907159" y="3346936"/>
            <a:chExt cx="264845" cy="354214"/>
          </a:xfrm>
        </p:grpSpPr>
        <p:sp>
          <p:nvSpPr>
            <p:cNvPr id="11227" name="Google Shape;11227;p65"/>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65"/>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9" name="Google Shape;11229;p65"/>
          <p:cNvGrpSpPr/>
          <p:nvPr/>
        </p:nvGrpSpPr>
        <p:grpSpPr>
          <a:xfrm>
            <a:off x="8048421" y="3159086"/>
            <a:ext cx="276503" cy="369674"/>
            <a:chOff x="8048421" y="3334486"/>
            <a:chExt cx="276503" cy="369674"/>
          </a:xfrm>
        </p:grpSpPr>
        <p:sp>
          <p:nvSpPr>
            <p:cNvPr id="11230" name="Google Shape;11230;p65"/>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5"/>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5"/>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65"/>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65"/>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5"/>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6" name="Google Shape;11236;p65"/>
          <p:cNvGrpSpPr/>
          <p:nvPr/>
        </p:nvGrpSpPr>
        <p:grpSpPr>
          <a:xfrm>
            <a:off x="7575787" y="3154555"/>
            <a:ext cx="295384" cy="376834"/>
            <a:chOff x="7575787" y="3329955"/>
            <a:chExt cx="295384" cy="376834"/>
          </a:xfrm>
        </p:grpSpPr>
        <p:sp>
          <p:nvSpPr>
            <p:cNvPr id="11237" name="Google Shape;11237;p65"/>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5"/>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65"/>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65"/>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65"/>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65"/>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3" name="Google Shape;11243;p65"/>
          <p:cNvGrpSpPr/>
          <p:nvPr/>
        </p:nvGrpSpPr>
        <p:grpSpPr>
          <a:xfrm>
            <a:off x="864062" y="2709103"/>
            <a:ext cx="264084" cy="347783"/>
            <a:chOff x="864062" y="2884503"/>
            <a:chExt cx="264084" cy="347783"/>
          </a:xfrm>
        </p:grpSpPr>
        <p:sp>
          <p:nvSpPr>
            <p:cNvPr id="11244" name="Google Shape;11244;p65"/>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5"/>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5"/>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5"/>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65"/>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65"/>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65"/>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65"/>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5"/>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5"/>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4" name="Google Shape;11254;p65"/>
          <p:cNvGrpSpPr/>
          <p:nvPr/>
        </p:nvGrpSpPr>
        <p:grpSpPr>
          <a:xfrm>
            <a:off x="3978523" y="2709261"/>
            <a:ext cx="348955" cy="346516"/>
            <a:chOff x="3978523" y="2884661"/>
            <a:chExt cx="348955" cy="346516"/>
          </a:xfrm>
        </p:grpSpPr>
        <p:sp>
          <p:nvSpPr>
            <p:cNvPr id="11255" name="Google Shape;11255;p65"/>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5"/>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5"/>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65"/>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65"/>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5"/>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5"/>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65"/>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3" name="Google Shape;11263;p65"/>
          <p:cNvGrpSpPr/>
          <p:nvPr/>
        </p:nvGrpSpPr>
        <p:grpSpPr>
          <a:xfrm>
            <a:off x="3527780" y="2709863"/>
            <a:ext cx="347435" cy="345534"/>
            <a:chOff x="3527780" y="2885263"/>
            <a:chExt cx="347435" cy="345534"/>
          </a:xfrm>
        </p:grpSpPr>
        <p:sp>
          <p:nvSpPr>
            <p:cNvPr id="11264" name="Google Shape;11264;p65"/>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65"/>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65"/>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65"/>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5"/>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5"/>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5"/>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5"/>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5"/>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65"/>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65"/>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65"/>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65"/>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65"/>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5"/>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5"/>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65"/>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65"/>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65"/>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65"/>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5"/>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5"/>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5"/>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7" name="Google Shape;11287;p65"/>
          <p:cNvGrpSpPr/>
          <p:nvPr/>
        </p:nvGrpSpPr>
        <p:grpSpPr>
          <a:xfrm>
            <a:off x="2239671" y="2709103"/>
            <a:ext cx="218053" cy="348543"/>
            <a:chOff x="2239671" y="2884503"/>
            <a:chExt cx="218053" cy="348543"/>
          </a:xfrm>
        </p:grpSpPr>
        <p:sp>
          <p:nvSpPr>
            <p:cNvPr id="11288" name="Google Shape;11288;p65"/>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65"/>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5"/>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5"/>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5"/>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3" name="Google Shape;11293;p65"/>
          <p:cNvGrpSpPr/>
          <p:nvPr/>
        </p:nvGrpSpPr>
        <p:grpSpPr>
          <a:xfrm>
            <a:off x="2691555" y="2709103"/>
            <a:ext cx="215044" cy="348924"/>
            <a:chOff x="2691555" y="2884503"/>
            <a:chExt cx="215044" cy="348924"/>
          </a:xfrm>
        </p:grpSpPr>
        <p:sp>
          <p:nvSpPr>
            <p:cNvPr id="11294" name="Google Shape;11294;p65"/>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65"/>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65"/>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7" name="Google Shape;11297;p65"/>
          <p:cNvGrpSpPr/>
          <p:nvPr/>
        </p:nvGrpSpPr>
        <p:grpSpPr>
          <a:xfrm>
            <a:off x="1770459" y="2709103"/>
            <a:ext cx="254644" cy="348828"/>
            <a:chOff x="1770459" y="2884503"/>
            <a:chExt cx="254644" cy="348828"/>
          </a:xfrm>
        </p:grpSpPr>
        <p:sp>
          <p:nvSpPr>
            <p:cNvPr id="11298" name="Google Shape;11298;p65"/>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65"/>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65"/>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65"/>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65"/>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65"/>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5"/>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65"/>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6" name="Google Shape;11306;p65"/>
          <p:cNvGrpSpPr/>
          <p:nvPr/>
        </p:nvGrpSpPr>
        <p:grpSpPr>
          <a:xfrm>
            <a:off x="1317466" y="2709483"/>
            <a:ext cx="258382" cy="348543"/>
            <a:chOff x="1317466" y="2884883"/>
            <a:chExt cx="258382" cy="348543"/>
          </a:xfrm>
        </p:grpSpPr>
        <p:sp>
          <p:nvSpPr>
            <p:cNvPr id="11307" name="Google Shape;11307;p65"/>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65"/>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65"/>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5"/>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5"/>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5"/>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65"/>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65"/>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5" name="Google Shape;11315;p65"/>
          <p:cNvGrpSpPr/>
          <p:nvPr/>
        </p:nvGrpSpPr>
        <p:grpSpPr>
          <a:xfrm>
            <a:off x="3121167" y="2709483"/>
            <a:ext cx="258414" cy="348543"/>
            <a:chOff x="3121167" y="2884883"/>
            <a:chExt cx="258414" cy="348543"/>
          </a:xfrm>
        </p:grpSpPr>
        <p:sp>
          <p:nvSpPr>
            <p:cNvPr id="11316" name="Google Shape;11316;p65"/>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65"/>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5"/>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5"/>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5"/>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65"/>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65"/>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5"/>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4" name="Google Shape;11324;p65"/>
          <p:cNvGrpSpPr/>
          <p:nvPr/>
        </p:nvGrpSpPr>
        <p:grpSpPr>
          <a:xfrm>
            <a:off x="4899999" y="2706695"/>
            <a:ext cx="271244" cy="346801"/>
            <a:chOff x="4899999" y="2882095"/>
            <a:chExt cx="271244" cy="346801"/>
          </a:xfrm>
        </p:grpSpPr>
        <p:sp>
          <p:nvSpPr>
            <p:cNvPr id="11325" name="Google Shape;11325;p65"/>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65"/>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65"/>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65"/>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65"/>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5"/>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5"/>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65"/>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65"/>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5"/>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5" name="Google Shape;11335;p65"/>
          <p:cNvGrpSpPr/>
          <p:nvPr/>
        </p:nvGrpSpPr>
        <p:grpSpPr>
          <a:xfrm>
            <a:off x="7162775" y="2705713"/>
            <a:ext cx="259523" cy="346294"/>
            <a:chOff x="7162775" y="2881113"/>
            <a:chExt cx="259523" cy="346294"/>
          </a:xfrm>
        </p:grpSpPr>
        <p:sp>
          <p:nvSpPr>
            <p:cNvPr id="11336" name="Google Shape;11336;p65"/>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5"/>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65"/>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65"/>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5"/>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65"/>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2" name="Google Shape;11342;p65"/>
          <p:cNvGrpSpPr/>
          <p:nvPr/>
        </p:nvGrpSpPr>
        <p:grpSpPr>
          <a:xfrm>
            <a:off x="6709751" y="2706442"/>
            <a:ext cx="261075" cy="347815"/>
            <a:chOff x="6709751" y="2881842"/>
            <a:chExt cx="261075" cy="347815"/>
          </a:xfrm>
        </p:grpSpPr>
        <p:sp>
          <p:nvSpPr>
            <p:cNvPr id="11343" name="Google Shape;11343;p65"/>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4" name="Google Shape;11344;p65"/>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5" name="Google Shape;11345;p65"/>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65"/>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5"/>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65"/>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9" name="Google Shape;11349;p65"/>
          <p:cNvGrpSpPr/>
          <p:nvPr/>
        </p:nvGrpSpPr>
        <p:grpSpPr>
          <a:xfrm>
            <a:off x="5807156" y="2705713"/>
            <a:ext cx="261043" cy="348163"/>
            <a:chOff x="5807156" y="2881113"/>
            <a:chExt cx="261043" cy="348163"/>
          </a:xfrm>
        </p:grpSpPr>
        <p:sp>
          <p:nvSpPr>
            <p:cNvPr id="11350" name="Google Shape;11350;p65"/>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65"/>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65"/>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65"/>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5"/>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5" name="Google Shape;11355;p65"/>
          <p:cNvGrpSpPr/>
          <p:nvPr/>
        </p:nvGrpSpPr>
        <p:grpSpPr>
          <a:xfrm>
            <a:off x="5355653" y="2706093"/>
            <a:ext cx="262184" cy="346643"/>
            <a:chOff x="5355653" y="2881493"/>
            <a:chExt cx="262184" cy="346643"/>
          </a:xfrm>
        </p:grpSpPr>
        <p:sp>
          <p:nvSpPr>
            <p:cNvPr id="11356" name="Google Shape;11356;p65"/>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5"/>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65"/>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65"/>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5"/>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1" name="Google Shape;11361;p65"/>
          <p:cNvGrpSpPr/>
          <p:nvPr/>
        </p:nvGrpSpPr>
        <p:grpSpPr>
          <a:xfrm>
            <a:off x="8055961" y="2706442"/>
            <a:ext cx="260283" cy="345914"/>
            <a:chOff x="8055961" y="2881842"/>
            <a:chExt cx="260283" cy="345914"/>
          </a:xfrm>
        </p:grpSpPr>
        <p:sp>
          <p:nvSpPr>
            <p:cNvPr id="11362" name="Google Shape;11362;p65"/>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65"/>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65"/>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65"/>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6" name="Google Shape;11366;p65"/>
          <p:cNvGrpSpPr/>
          <p:nvPr/>
        </p:nvGrpSpPr>
        <p:grpSpPr>
          <a:xfrm>
            <a:off x="7609368" y="2718512"/>
            <a:ext cx="264813" cy="353105"/>
            <a:chOff x="7609368" y="2893912"/>
            <a:chExt cx="264813" cy="353105"/>
          </a:xfrm>
        </p:grpSpPr>
        <p:sp>
          <p:nvSpPr>
            <p:cNvPr id="11367" name="Google Shape;11367;p65"/>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65"/>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65"/>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65"/>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65"/>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65"/>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3" name="Google Shape;11373;p65"/>
          <p:cNvGrpSpPr/>
          <p:nvPr/>
        </p:nvGrpSpPr>
        <p:grpSpPr>
          <a:xfrm>
            <a:off x="6248458" y="2694372"/>
            <a:ext cx="270864" cy="360645"/>
            <a:chOff x="6248458" y="2869772"/>
            <a:chExt cx="270864" cy="360645"/>
          </a:xfrm>
        </p:grpSpPr>
        <p:sp>
          <p:nvSpPr>
            <p:cNvPr id="11374" name="Google Shape;11374;p65"/>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65"/>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5"/>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5"/>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65"/>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9" name="Google Shape;11379;p65"/>
          <p:cNvGrpSpPr/>
          <p:nvPr/>
        </p:nvGrpSpPr>
        <p:grpSpPr>
          <a:xfrm>
            <a:off x="3075928" y="2270398"/>
            <a:ext cx="363243" cy="300675"/>
            <a:chOff x="3075928" y="2445798"/>
            <a:chExt cx="363243" cy="300675"/>
          </a:xfrm>
        </p:grpSpPr>
        <p:sp>
          <p:nvSpPr>
            <p:cNvPr id="11380" name="Google Shape;11380;p65"/>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5"/>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65"/>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65"/>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65"/>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5"/>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65"/>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65"/>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5"/>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65"/>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0" name="Google Shape;11390;p65"/>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1" name="Google Shape;11391;p65"/>
          <p:cNvGrpSpPr/>
          <p:nvPr/>
        </p:nvGrpSpPr>
        <p:grpSpPr>
          <a:xfrm>
            <a:off x="2633105" y="2256459"/>
            <a:ext cx="363243" cy="328585"/>
            <a:chOff x="2633105" y="2431859"/>
            <a:chExt cx="363243" cy="328585"/>
          </a:xfrm>
        </p:grpSpPr>
        <p:sp>
          <p:nvSpPr>
            <p:cNvPr id="11392" name="Google Shape;11392;p65"/>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65"/>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5"/>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5"/>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5"/>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5"/>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5"/>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5"/>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0" name="Google Shape;11400;p65"/>
          <p:cNvGrpSpPr/>
          <p:nvPr/>
        </p:nvGrpSpPr>
        <p:grpSpPr>
          <a:xfrm>
            <a:off x="2189142" y="2245910"/>
            <a:ext cx="365904" cy="350064"/>
            <a:chOff x="2189142" y="2421310"/>
            <a:chExt cx="365904" cy="350064"/>
          </a:xfrm>
        </p:grpSpPr>
        <p:sp>
          <p:nvSpPr>
            <p:cNvPr id="11401" name="Google Shape;11401;p65"/>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5"/>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5"/>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65"/>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65"/>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5"/>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65"/>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65"/>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5"/>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10" name="Google Shape;11410;p65"/>
          <p:cNvSpPr/>
          <p:nvPr/>
        </p:nvSpPr>
        <p:spPr>
          <a:xfrm>
            <a:off x="3518751" y="223985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11" name="Google Shape;11411;p65"/>
          <p:cNvGrpSpPr/>
          <p:nvPr/>
        </p:nvGrpSpPr>
        <p:grpSpPr>
          <a:xfrm>
            <a:off x="3961923" y="2310917"/>
            <a:ext cx="364415" cy="220936"/>
            <a:chOff x="3961923" y="2486317"/>
            <a:chExt cx="364415" cy="220936"/>
          </a:xfrm>
        </p:grpSpPr>
        <p:sp>
          <p:nvSpPr>
            <p:cNvPr id="11412" name="Google Shape;11412;p65"/>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5"/>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5"/>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5"/>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16" name="Google Shape;11416;p65"/>
          <p:cNvSpPr/>
          <p:nvPr/>
        </p:nvSpPr>
        <p:spPr>
          <a:xfrm>
            <a:off x="1747839" y="223875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17" name="Google Shape;11417;p65"/>
          <p:cNvGrpSpPr/>
          <p:nvPr/>
        </p:nvGrpSpPr>
        <p:grpSpPr>
          <a:xfrm>
            <a:off x="1303876" y="2243977"/>
            <a:ext cx="363275" cy="354626"/>
            <a:chOff x="1303876" y="2419377"/>
            <a:chExt cx="363275" cy="354626"/>
          </a:xfrm>
        </p:grpSpPr>
        <p:sp>
          <p:nvSpPr>
            <p:cNvPr id="11418" name="Google Shape;11418;p65"/>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5"/>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5"/>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5"/>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5"/>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65"/>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65"/>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5"/>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6" name="Google Shape;11426;p65"/>
          <p:cNvGrpSpPr/>
          <p:nvPr/>
        </p:nvGrpSpPr>
        <p:grpSpPr>
          <a:xfrm>
            <a:off x="861053" y="2239510"/>
            <a:ext cx="362134" cy="363623"/>
            <a:chOff x="861053" y="2414910"/>
            <a:chExt cx="362134" cy="363623"/>
          </a:xfrm>
        </p:grpSpPr>
        <p:sp>
          <p:nvSpPr>
            <p:cNvPr id="11427" name="Google Shape;11427;p65"/>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65"/>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5"/>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5"/>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5"/>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2" name="Google Shape;11432;p65"/>
          <p:cNvGrpSpPr/>
          <p:nvPr/>
        </p:nvGrpSpPr>
        <p:grpSpPr>
          <a:xfrm>
            <a:off x="7594288" y="2239859"/>
            <a:ext cx="279513" cy="355735"/>
            <a:chOff x="7594288" y="2415259"/>
            <a:chExt cx="279513" cy="355735"/>
          </a:xfrm>
        </p:grpSpPr>
        <p:sp>
          <p:nvSpPr>
            <p:cNvPr id="11433" name="Google Shape;11433;p65"/>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65"/>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65"/>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5"/>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65"/>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65"/>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9" name="Google Shape;11439;p65"/>
          <p:cNvGrpSpPr/>
          <p:nvPr/>
        </p:nvGrpSpPr>
        <p:grpSpPr>
          <a:xfrm>
            <a:off x="7145794" y="2240239"/>
            <a:ext cx="278784" cy="355735"/>
            <a:chOff x="7145794" y="2415639"/>
            <a:chExt cx="278784" cy="355735"/>
          </a:xfrm>
        </p:grpSpPr>
        <p:sp>
          <p:nvSpPr>
            <p:cNvPr id="11440" name="Google Shape;11440;p65"/>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65"/>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65"/>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65"/>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65"/>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65"/>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5"/>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5"/>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5"/>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5"/>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0" name="Google Shape;11450;p65"/>
          <p:cNvGrpSpPr/>
          <p:nvPr/>
        </p:nvGrpSpPr>
        <p:grpSpPr>
          <a:xfrm>
            <a:off x="6698441" y="2239130"/>
            <a:ext cx="277644" cy="357984"/>
            <a:chOff x="6698441" y="2414530"/>
            <a:chExt cx="277644" cy="357984"/>
          </a:xfrm>
        </p:grpSpPr>
        <p:sp>
          <p:nvSpPr>
            <p:cNvPr id="11451" name="Google Shape;11451;p65"/>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65"/>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65"/>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65"/>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5"/>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65"/>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7" name="Google Shape;11457;p65"/>
          <p:cNvGrpSpPr/>
          <p:nvPr/>
        </p:nvGrpSpPr>
        <p:grpSpPr>
          <a:xfrm>
            <a:off x="4897750" y="2240239"/>
            <a:ext cx="279513" cy="357255"/>
            <a:chOff x="4897750" y="2415639"/>
            <a:chExt cx="279513" cy="357255"/>
          </a:xfrm>
        </p:grpSpPr>
        <p:sp>
          <p:nvSpPr>
            <p:cNvPr id="11458" name="Google Shape;11458;p65"/>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65"/>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65"/>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65"/>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65"/>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65"/>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65"/>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65"/>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6" name="Google Shape;11466;p65"/>
          <p:cNvGrpSpPr/>
          <p:nvPr/>
        </p:nvGrpSpPr>
        <p:grpSpPr>
          <a:xfrm>
            <a:off x="5812066" y="2240619"/>
            <a:ext cx="264813" cy="353454"/>
            <a:chOff x="5812066" y="2416019"/>
            <a:chExt cx="264813" cy="353454"/>
          </a:xfrm>
        </p:grpSpPr>
        <p:sp>
          <p:nvSpPr>
            <p:cNvPr id="11467" name="Google Shape;11467;p65"/>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5"/>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65"/>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65"/>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5"/>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5"/>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65"/>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4" name="Google Shape;11474;p65"/>
          <p:cNvGrpSpPr/>
          <p:nvPr/>
        </p:nvGrpSpPr>
        <p:grpSpPr>
          <a:xfrm>
            <a:off x="8054820" y="2240999"/>
            <a:ext cx="264433" cy="353454"/>
            <a:chOff x="8054820" y="2416399"/>
            <a:chExt cx="264433" cy="353454"/>
          </a:xfrm>
        </p:grpSpPr>
        <p:sp>
          <p:nvSpPr>
            <p:cNvPr id="11475" name="Google Shape;11475;p65"/>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5"/>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65"/>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65"/>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65"/>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65"/>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1" name="Google Shape;11481;p65"/>
          <p:cNvGrpSpPr/>
          <p:nvPr/>
        </p:nvGrpSpPr>
        <p:grpSpPr>
          <a:xfrm>
            <a:off x="5356413" y="2237990"/>
            <a:ext cx="271212" cy="361374"/>
            <a:chOff x="5356413" y="2413390"/>
            <a:chExt cx="271212" cy="361374"/>
          </a:xfrm>
        </p:grpSpPr>
        <p:sp>
          <p:nvSpPr>
            <p:cNvPr id="11482" name="Google Shape;11482;p65"/>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5"/>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65"/>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65"/>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65"/>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7" name="Google Shape;11487;p65"/>
          <p:cNvGrpSpPr/>
          <p:nvPr/>
        </p:nvGrpSpPr>
        <p:grpSpPr>
          <a:xfrm>
            <a:off x="6255238" y="2236849"/>
            <a:ext cx="271244" cy="360994"/>
            <a:chOff x="6255238" y="2412249"/>
            <a:chExt cx="271244" cy="360994"/>
          </a:xfrm>
        </p:grpSpPr>
        <p:sp>
          <p:nvSpPr>
            <p:cNvPr id="11488" name="Google Shape;11488;p65"/>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65"/>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65"/>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5"/>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65"/>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65"/>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4" name="Google Shape;11494;p65"/>
          <p:cNvGrpSpPr/>
          <p:nvPr/>
        </p:nvGrpSpPr>
        <p:grpSpPr>
          <a:xfrm>
            <a:off x="2185372" y="1782399"/>
            <a:ext cx="366664" cy="366981"/>
            <a:chOff x="2185372" y="1957799"/>
            <a:chExt cx="366664" cy="366981"/>
          </a:xfrm>
        </p:grpSpPr>
        <p:sp>
          <p:nvSpPr>
            <p:cNvPr id="11495" name="Google Shape;11495;p65"/>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5"/>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65"/>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65"/>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65"/>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65"/>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65"/>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65"/>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3" name="Google Shape;11503;p65"/>
          <p:cNvGrpSpPr/>
          <p:nvPr/>
        </p:nvGrpSpPr>
        <p:grpSpPr>
          <a:xfrm>
            <a:off x="1737258" y="1812971"/>
            <a:ext cx="370814" cy="307359"/>
            <a:chOff x="1737258" y="1988371"/>
            <a:chExt cx="370814" cy="307359"/>
          </a:xfrm>
        </p:grpSpPr>
        <p:sp>
          <p:nvSpPr>
            <p:cNvPr id="11504" name="Google Shape;11504;p65"/>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5"/>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5"/>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5"/>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8" name="Google Shape;11508;p65"/>
          <p:cNvGrpSpPr/>
          <p:nvPr/>
        </p:nvGrpSpPr>
        <p:grpSpPr>
          <a:xfrm>
            <a:off x="848983" y="1814111"/>
            <a:ext cx="369294" cy="304350"/>
            <a:chOff x="848983" y="1989511"/>
            <a:chExt cx="369294" cy="304350"/>
          </a:xfrm>
        </p:grpSpPr>
        <p:sp>
          <p:nvSpPr>
            <p:cNvPr id="11509" name="Google Shape;11509;p65"/>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65"/>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65"/>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65"/>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5"/>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4" name="Google Shape;11514;p65"/>
          <p:cNvGrpSpPr/>
          <p:nvPr/>
        </p:nvGrpSpPr>
        <p:grpSpPr>
          <a:xfrm>
            <a:off x="3074027" y="1808377"/>
            <a:ext cx="380604" cy="313854"/>
            <a:chOff x="3074027" y="1983777"/>
            <a:chExt cx="380604" cy="313854"/>
          </a:xfrm>
        </p:grpSpPr>
        <p:sp>
          <p:nvSpPr>
            <p:cNvPr id="11515" name="Google Shape;11515;p65"/>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65"/>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5"/>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65"/>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65"/>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0" name="Google Shape;11520;p65"/>
          <p:cNvGrpSpPr/>
          <p:nvPr/>
        </p:nvGrpSpPr>
        <p:grpSpPr>
          <a:xfrm>
            <a:off x="3522521" y="1800457"/>
            <a:ext cx="367013" cy="331278"/>
            <a:chOff x="3522521" y="1975857"/>
            <a:chExt cx="367013" cy="331278"/>
          </a:xfrm>
        </p:grpSpPr>
        <p:sp>
          <p:nvSpPr>
            <p:cNvPr id="11521" name="Google Shape;11521;p65"/>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5"/>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65"/>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65"/>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65"/>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65"/>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65"/>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8" name="Google Shape;11528;p65"/>
          <p:cNvGrpSpPr/>
          <p:nvPr/>
        </p:nvGrpSpPr>
        <p:grpSpPr>
          <a:xfrm>
            <a:off x="2630824" y="1801566"/>
            <a:ext cx="368185" cy="330454"/>
            <a:chOff x="2630824" y="1976966"/>
            <a:chExt cx="368185" cy="330454"/>
          </a:xfrm>
        </p:grpSpPr>
        <p:sp>
          <p:nvSpPr>
            <p:cNvPr id="11529" name="Google Shape;11529;p65"/>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5"/>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5"/>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65"/>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3" name="Google Shape;11533;p65"/>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4" name="Google Shape;11534;p65"/>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5"/>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5"/>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7" name="Google Shape;11537;p65"/>
          <p:cNvGrpSpPr/>
          <p:nvPr/>
        </p:nvGrpSpPr>
        <p:grpSpPr>
          <a:xfrm>
            <a:off x="1293706" y="1791016"/>
            <a:ext cx="369294" cy="350444"/>
            <a:chOff x="1293706" y="1966416"/>
            <a:chExt cx="369294" cy="350444"/>
          </a:xfrm>
        </p:grpSpPr>
        <p:sp>
          <p:nvSpPr>
            <p:cNvPr id="11538" name="Google Shape;11538;p65"/>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9" name="Google Shape;11539;p65"/>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65"/>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5"/>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65"/>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65"/>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5"/>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5"/>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6" name="Google Shape;11546;p65"/>
          <p:cNvGrpSpPr/>
          <p:nvPr/>
        </p:nvGrpSpPr>
        <p:grpSpPr>
          <a:xfrm>
            <a:off x="3967213" y="1800077"/>
            <a:ext cx="368185" cy="331816"/>
            <a:chOff x="3967213" y="1975477"/>
            <a:chExt cx="368185" cy="331816"/>
          </a:xfrm>
        </p:grpSpPr>
        <p:sp>
          <p:nvSpPr>
            <p:cNvPr id="11547" name="Google Shape;11547;p65"/>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65"/>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5"/>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0" name="Google Shape;11550;p65"/>
          <p:cNvGrpSpPr/>
          <p:nvPr/>
        </p:nvGrpSpPr>
        <p:grpSpPr>
          <a:xfrm>
            <a:off x="8047661" y="1793646"/>
            <a:ext cx="279132" cy="356875"/>
            <a:chOff x="8047661" y="1969046"/>
            <a:chExt cx="279132" cy="356875"/>
          </a:xfrm>
        </p:grpSpPr>
        <p:sp>
          <p:nvSpPr>
            <p:cNvPr id="11551" name="Google Shape;11551;p65"/>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5"/>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3" name="Google Shape;11553;p65"/>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65"/>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5" name="Google Shape;11555;p65"/>
          <p:cNvGrpSpPr/>
          <p:nvPr/>
        </p:nvGrpSpPr>
        <p:grpSpPr>
          <a:xfrm>
            <a:off x="7596157" y="1792759"/>
            <a:ext cx="279544" cy="358142"/>
            <a:chOff x="7596157" y="1968159"/>
            <a:chExt cx="279544" cy="358142"/>
          </a:xfrm>
        </p:grpSpPr>
        <p:sp>
          <p:nvSpPr>
            <p:cNvPr id="11556" name="Google Shape;11556;p65"/>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5"/>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65"/>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65"/>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65"/>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5"/>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2" name="Google Shape;11562;p65"/>
          <p:cNvGrpSpPr/>
          <p:nvPr/>
        </p:nvGrpSpPr>
        <p:grpSpPr>
          <a:xfrm>
            <a:off x="7147315" y="1793646"/>
            <a:ext cx="279513" cy="357636"/>
            <a:chOff x="7147315" y="1969046"/>
            <a:chExt cx="279513" cy="357636"/>
          </a:xfrm>
        </p:grpSpPr>
        <p:sp>
          <p:nvSpPr>
            <p:cNvPr id="11563" name="Google Shape;11563;p65"/>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65"/>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65"/>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5"/>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65"/>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65"/>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65"/>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0" name="Google Shape;11570;p65"/>
          <p:cNvGrpSpPr/>
          <p:nvPr/>
        </p:nvGrpSpPr>
        <p:grpSpPr>
          <a:xfrm>
            <a:off x="6697681" y="1792917"/>
            <a:ext cx="280305" cy="359093"/>
            <a:chOff x="6697681" y="1968317"/>
            <a:chExt cx="280305" cy="359093"/>
          </a:xfrm>
        </p:grpSpPr>
        <p:sp>
          <p:nvSpPr>
            <p:cNvPr id="11571" name="Google Shape;11571;p65"/>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65"/>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3" name="Google Shape;11573;p65"/>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65"/>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5"/>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65"/>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7" name="Google Shape;11577;p65"/>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8" name="Google Shape;11578;p65"/>
          <p:cNvGrpSpPr/>
          <p:nvPr/>
        </p:nvGrpSpPr>
        <p:grpSpPr>
          <a:xfrm>
            <a:off x="6248839" y="1792537"/>
            <a:ext cx="280273" cy="358744"/>
            <a:chOff x="6248839" y="1967937"/>
            <a:chExt cx="280273" cy="358744"/>
          </a:xfrm>
        </p:grpSpPr>
        <p:sp>
          <p:nvSpPr>
            <p:cNvPr id="11579" name="Google Shape;11579;p65"/>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65"/>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65"/>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65"/>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5"/>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5"/>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5" name="Google Shape;11585;p65"/>
          <p:cNvGrpSpPr/>
          <p:nvPr/>
        </p:nvGrpSpPr>
        <p:grpSpPr>
          <a:xfrm>
            <a:off x="5801485" y="1793646"/>
            <a:ext cx="279164" cy="357794"/>
            <a:chOff x="5801485" y="1969046"/>
            <a:chExt cx="279164" cy="357794"/>
          </a:xfrm>
        </p:grpSpPr>
        <p:sp>
          <p:nvSpPr>
            <p:cNvPr id="11586" name="Google Shape;11586;p65"/>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65"/>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65"/>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65"/>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65"/>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5"/>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65"/>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65"/>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5"/>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65"/>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65"/>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5"/>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65"/>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9" name="Google Shape;11599;p65"/>
          <p:cNvGrpSpPr/>
          <p:nvPr/>
        </p:nvGrpSpPr>
        <p:grpSpPr>
          <a:xfrm>
            <a:off x="5352643" y="1793646"/>
            <a:ext cx="278404" cy="358364"/>
            <a:chOff x="5352643" y="1969046"/>
            <a:chExt cx="278404" cy="358364"/>
          </a:xfrm>
        </p:grpSpPr>
        <p:sp>
          <p:nvSpPr>
            <p:cNvPr id="11600" name="Google Shape;11600;p65"/>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65"/>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65"/>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65"/>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4" name="Google Shape;11604;p65"/>
          <p:cNvGrpSpPr/>
          <p:nvPr/>
        </p:nvGrpSpPr>
        <p:grpSpPr>
          <a:xfrm>
            <a:off x="4897750" y="1792917"/>
            <a:ext cx="279132" cy="358364"/>
            <a:chOff x="4897750" y="1968317"/>
            <a:chExt cx="279132" cy="358364"/>
          </a:xfrm>
        </p:grpSpPr>
        <p:sp>
          <p:nvSpPr>
            <p:cNvPr id="11605" name="Google Shape;11605;p65"/>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5"/>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65"/>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65"/>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5"/>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65"/>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65"/>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5"/>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65"/>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65"/>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65"/>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5"/>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65"/>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18" name="Google Shape;11618;p65"/>
          <p:cNvSpPr/>
          <p:nvPr/>
        </p:nvSpPr>
        <p:spPr>
          <a:xfrm>
            <a:off x="872362" y="133764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19" name="Google Shape;11619;p65"/>
          <p:cNvGrpSpPr/>
          <p:nvPr/>
        </p:nvGrpSpPr>
        <p:grpSpPr>
          <a:xfrm>
            <a:off x="1767449" y="1337644"/>
            <a:ext cx="324403" cy="347783"/>
            <a:chOff x="1767449" y="1513044"/>
            <a:chExt cx="324403" cy="347783"/>
          </a:xfrm>
        </p:grpSpPr>
        <p:sp>
          <p:nvSpPr>
            <p:cNvPr id="11620" name="Google Shape;11620;p65"/>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1" name="Google Shape;11621;p65"/>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2" name="Google Shape;11622;p65"/>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65"/>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5"/>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65"/>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65"/>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65"/>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65"/>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9" name="Google Shape;11629;p65"/>
          <p:cNvGrpSpPr/>
          <p:nvPr/>
        </p:nvGrpSpPr>
        <p:grpSpPr>
          <a:xfrm>
            <a:off x="4007193" y="1337327"/>
            <a:ext cx="320633" cy="348100"/>
            <a:chOff x="4007193" y="1512727"/>
            <a:chExt cx="320633" cy="348100"/>
          </a:xfrm>
        </p:grpSpPr>
        <p:sp>
          <p:nvSpPr>
            <p:cNvPr id="11630" name="Google Shape;11630;p65"/>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65"/>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65"/>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65"/>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65"/>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5" name="Google Shape;11635;p65"/>
          <p:cNvGrpSpPr/>
          <p:nvPr/>
        </p:nvGrpSpPr>
        <p:grpSpPr>
          <a:xfrm>
            <a:off x="3530425" y="1333347"/>
            <a:ext cx="368175" cy="344594"/>
            <a:chOff x="3530425" y="1508747"/>
            <a:chExt cx="368175" cy="344594"/>
          </a:xfrm>
        </p:grpSpPr>
        <p:sp>
          <p:nvSpPr>
            <p:cNvPr id="11636" name="Google Shape;11636;p65"/>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65"/>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65"/>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65"/>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0" name="Google Shape;11640;p65"/>
          <p:cNvGrpSpPr/>
          <p:nvPr/>
        </p:nvGrpSpPr>
        <p:grpSpPr>
          <a:xfrm>
            <a:off x="3127598" y="1337834"/>
            <a:ext cx="289714" cy="347593"/>
            <a:chOff x="3127598" y="1513234"/>
            <a:chExt cx="289714" cy="347593"/>
          </a:xfrm>
        </p:grpSpPr>
        <p:sp>
          <p:nvSpPr>
            <p:cNvPr id="11641" name="Google Shape;11641;p65"/>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65"/>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65"/>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65"/>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65"/>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6" name="Google Shape;11646;p65"/>
          <p:cNvGrpSpPr/>
          <p:nvPr/>
        </p:nvGrpSpPr>
        <p:grpSpPr>
          <a:xfrm>
            <a:off x="2662884" y="1337644"/>
            <a:ext cx="322914" cy="348543"/>
            <a:chOff x="2662884" y="1513044"/>
            <a:chExt cx="322914" cy="348543"/>
          </a:xfrm>
        </p:grpSpPr>
        <p:sp>
          <p:nvSpPr>
            <p:cNvPr id="11647" name="Google Shape;11647;p65"/>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5"/>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65"/>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0" name="Google Shape;11650;p65"/>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65"/>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5"/>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5"/>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65"/>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65"/>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5"/>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65"/>
          <p:cNvGrpSpPr/>
          <p:nvPr/>
        </p:nvGrpSpPr>
        <p:grpSpPr>
          <a:xfrm>
            <a:off x="2232511" y="1337359"/>
            <a:ext cx="299534" cy="348068"/>
            <a:chOff x="2232511" y="1512759"/>
            <a:chExt cx="299534" cy="348068"/>
          </a:xfrm>
        </p:grpSpPr>
        <p:sp>
          <p:nvSpPr>
            <p:cNvPr id="11658" name="Google Shape;11658;p65"/>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65"/>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65"/>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65"/>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5"/>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5"/>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65"/>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65"/>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65"/>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65"/>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8" name="Google Shape;11668;p65"/>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9" name="Google Shape;11669;p65"/>
          <p:cNvGrpSpPr/>
          <p:nvPr/>
        </p:nvGrpSpPr>
        <p:grpSpPr>
          <a:xfrm>
            <a:off x="1331406" y="1337961"/>
            <a:ext cx="301784" cy="348607"/>
            <a:chOff x="1331406" y="1513361"/>
            <a:chExt cx="301784" cy="348607"/>
          </a:xfrm>
        </p:grpSpPr>
        <p:sp>
          <p:nvSpPr>
            <p:cNvPr id="11670" name="Google Shape;11670;p65"/>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65"/>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65"/>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5"/>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74" name="Google Shape;11674;p65"/>
          <p:cNvGrpSpPr/>
          <p:nvPr/>
        </p:nvGrpSpPr>
        <p:grpSpPr>
          <a:xfrm>
            <a:off x="7144274" y="1324814"/>
            <a:ext cx="282174" cy="355735"/>
            <a:chOff x="7144274" y="1500214"/>
            <a:chExt cx="282174" cy="355735"/>
          </a:xfrm>
        </p:grpSpPr>
        <p:sp>
          <p:nvSpPr>
            <p:cNvPr id="11675" name="Google Shape;11675;p65"/>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65"/>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5"/>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5"/>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5"/>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5"/>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1" name="Google Shape;11681;p65"/>
          <p:cNvGrpSpPr/>
          <p:nvPr/>
        </p:nvGrpSpPr>
        <p:grpSpPr>
          <a:xfrm>
            <a:off x="6685262" y="1324814"/>
            <a:ext cx="289682" cy="354594"/>
            <a:chOff x="6685262" y="1500214"/>
            <a:chExt cx="289682" cy="354594"/>
          </a:xfrm>
        </p:grpSpPr>
        <p:sp>
          <p:nvSpPr>
            <p:cNvPr id="11682" name="Google Shape;11682;p65"/>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65"/>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65"/>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65"/>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6" name="Google Shape;11686;p65"/>
          <p:cNvGrpSpPr/>
          <p:nvPr/>
        </p:nvGrpSpPr>
        <p:grpSpPr>
          <a:xfrm>
            <a:off x="6200938" y="1325194"/>
            <a:ext cx="322154" cy="355355"/>
            <a:chOff x="6200938" y="1500594"/>
            <a:chExt cx="322154" cy="355355"/>
          </a:xfrm>
        </p:grpSpPr>
        <p:sp>
          <p:nvSpPr>
            <p:cNvPr id="11687" name="Google Shape;11687;p65"/>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65"/>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65"/>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65"/>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65"/>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2" name="Google Shape;11692;p65"/>
          <p:cNvGrpSpPr/>
          <p:nvPr/>
        </p:nvGrpSpPr>
        <p:grpSpPr>
          <a:xfrm>
            <a:off x="5289631" y="1324814"/>
            <a:ext cx="332355" cy="354974"/>
            <a:chOff x="5289631" y="1500214"/>
            <a:chExt cx="332355" cy="354974"/>
          </a:xfrm>
        </p:grpSpPr>
        <p:sp>
          <p:nvSpPr>
            <p:cNvPr id="11693" name="Google Shape;11693;p65"/>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65"/>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65"/>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5"/>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5"/>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5"/>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9" name="Google Shape;11699;p65"/>
          <p:cNvGrpSpPr/>
          <p:nvPr/>
        </p:nvGrpSpPr>
        <p:grpSpPr>
          <a:xfrm>
            <a:off x="5748295" y="1324433"/>
            <a:ext cx="323294" cy="356115"/>
            <a:chOff x="5748295" y="1499833"/>
            <a:chExt cx="323294" cy="356115"/>
          </a:xfrm>
        </p:grpSpPr>
        <p:sp>
          <p:nvSpPr>
            <p:cNvPr id="11700" name="Google Shape;11700;p65"/>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5"/>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65"/>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65"/>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65"/>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5"/>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65"/>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7" name="Google Shape;11707;p65"/>
          <p:cNvGrpSpPr/>
          <p:nvPr/>
        </p:nvGrpSpPr>
        <p:grpSpPr>
          <a:xfrm>
            <a:off x="8047661" y="1325637"/>
            <a:ext cx="278404" cy="355260"/>
            <a:chOff x="8047661" y="1501037"/>
            <a:chExt cx="278404" cy="355260"/>
          </a:xfrm>
        </p:grpSpPr>
        <p:sp>
          <p:nvSpPr>
            <p:cNvPr id="11708" name="Google Shape;11708;p65"/>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65"/>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65"/>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5"/>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2" name="Google Shape;11712;p65"/>
          <p:cNvGrpSpPr/>
          <p:nvPr/>
        </p:nvGrpSpPr>
        <p:grpSpPr>
          <a:xfrm>
            <a:off x="4903389" y="1324814"/>
            <a:ext cx="267854" cy="355735"/>
            <a:chOff x="4903389" y="1500214"/>
            <a:chExt cx="267854" cy="355735"/>
          </a:xfrm>
        </p:grpSpPr>
        <p:sp>
          <p:nvSpPr>
            <p:cNvPr id="11713" name="Google Shape;11713;p65"/>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5"/>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65"/>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65"/>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65"/>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8" name="Google Shape;11718;p65"/>
          <p:cNvGrpSpPr/>
          <p:nvPr/>
        </p:nvGrpSpPr>
        <p:grpSpPr>
          <a:xfrm>
            <a:off x="7613518" y="1325954"/>
            <a:ext cx="264433" cy="353074"/>
            <a:chOff x="7613518" y="1501354"/>
            <a:chExt cx="264433" cy="353074"/>
          </a:xfrm>
        </p:grpSpPr>
        <p:sp>
          <p:nvSpPr>
            <p:cNvPr id="11719" name="Google Shape;11719;p65"/>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5"/>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5"/>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65"/>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65"/>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65"/>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25" name="Google Shape;11725;p65"/>
          <p:cNvSpPr txBox="1"/>
          <p:nvPr/>
        </p:nvSpPr>
        <p:spPr>
          <a:xfrm>
            <a:off x="849675" y="715988"/>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11726" name="Google Shape;11726;p65"/>
          <p:cNvSpPr txBox="1"/>
          <p:nvPr/>
        </p:nvSpPr>
        <p:spPr>
          <a:xfrm>
            <a:off x="4858400" y="715988"/>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730"/>
        <p:cNvGrpSpPr/>
        <p:nvPr/>
      </p:nvGrpSpPr>
      <p:grpSpPr>
        <a:xfrm>
          <a:off x="0" y="0"/>
          <a:ext cx="0" cy="0"/>
          <a:chOff x="0" y="0"/>
          <a:chExt cx="0" cy="0"/>
        </a:xfrm>
      </p:grpSpPr>
      <p:grpSp>
        <p:nvGrpSpPr>
          <p:cNvPr id="11731" name="Google Shape;11731;p66"/>
          <p:cNvGrpSpPr/>
          <p:nvPr/>
        </p:nvGrpSpPr>
        <p:grpSpPr>
          <a:xfrm>
            <a:off x="1757085" y="1325225"/>
            <a:ext cx="371069" cy="359396"/>
            <a:chOff x="1757085" y="1500675"/>
            <a:chExt cx="371069" cy="359396"/>
          </a:xfrm>
        </p:grpSpPr>
        <p:sp>
          <p:nvSpPr>
            <p:cNvPr id="11732" name="Google Shape;11732;p66"/>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66"/>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4" name="Google Shape;11734;p66"/>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66"/>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6"/>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66"/>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66"/>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66"/>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6"/>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6"/>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66"/>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66"/>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66"/>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66"/>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66"/>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6"/>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66"/>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6"/>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66"/>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66"/>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66"/>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66"/>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66"/>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66"/>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66"/>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66"/>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1" name="Google Shape;11761;p66"/>
          <p:cNvGrpSpPr/>
          <p:nvPr/>
        </p:nvGrpSpPr>
        <p:grpSpPr>
          <a:xfrm>
            <a:off x="2774209" y="1779241"/>
            <a:ext cx="116693" cy="374186"/>
            <a:chOff x="2774209" y="1954691"/>
            <a:chExt cx="116693" cy="374186"/>
          </a:xfrm>
        </p:grpSpPr>
        <p:sp>
          <p:nvSpPr>
            <p:cNvPr id="11762" name="Google Shape;11762;p66"/>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66"/>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4" name="Google Shape;11764;p66"/>
          <p:cNvGrpSpPr/>
          <p:nvPr/>
        </p:nvGrpSpPr>
        <p:grpSpPr>
          <a:xfrm>
            <a:off x="4017435" y="1324462"/>
            <a:ext cx="315092" cy="359397"/>
            <a:chOff x="4017435" y="1499912"/>
            <a:chExt cx="315092" cy="359397"/>
          </a:xfrm>
        </p:grpSpPr>
        <p:sp>
          <p:nvSpPr>
            <p:cNvPr id="11765" name="Google Shape;11765;p66"/>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6"/>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67" name="Google Shape;11767;p66"/>
          <p:cNvGrpSpPr/>
          <p:nvPr/>
        </p:nvGrpSpPr>
        <p:grpSpPr>
          <a:xfrm>
            <a:off x="3963652" y="1824309"/>
            <a:ext cx="374154" cy="284050"/>
            <a:chOff x="3963652" y="1999759"/>
            <a:chExt cx="374154" cy="284050"/>
          </a:xfrm>
        </p:grpSpPr>
        <p:sp>
          <p:nvSpPr>
            <p:cNvPr id="11768" name="Google Shape;11768;p66"/>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6"/>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66"/>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1" name="Google Shape;11771;p66"/>
          <p:cNvGrpSpPr/>
          <p:nvPr/>
        </p:nvGrpSpPr>
        <p:grpSpPr>
          <a:xfrm>
            <a:off x="1777536" y="1839416"/>
            <a:ext cx="376444" cy="253772"/>
            <a:chOff x="1777536" y="2014866"/>
            <a:chExt cx="376444" cy="253772"/>
          </a:xfrm>
        </p:grpSpPr>
        <p:sp>
          <p:nvSpPr>
            <p:cNvPr id="11772" name="Google Shape;11772;p66"/>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66"/>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66"/>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66"/>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66"/>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7" name="Google Shape;11777;p66"/>
          <p:cNvGrpSpPr/>
          <p:nvPr/>
        </p:nvGrpSpPr>
        <p:grpSpPr>
          <a:xfrm>
            <a:off x="1309875" y="1881876"/>
            <a:ext cx="374154" cy="169680"/>
            <a:chOff x="1309875" y="2057326"/>
            <a:chExt cx="374154" cy="169680"/>
          </a:xfrm>
        </p:grpSpPr>
        <p:sp>
          <p:nvSpPr>
            <p:cNvPr id="11778" name="Google Shape;11778;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66"/>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2" name="Google Shape;11782;p66"/>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66"/>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66"/>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66"/>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6"/>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6"/>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89" name="Google Shape;11789;p66"/>
          <p:cNvSpPr/>
          <p:nvPr/>
        </p:nvSpPr>
        <p:spPr>
          <a:xfrm>
            <a:off x="862283" y="190080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90" name="Google Shape;11790;p66"/>
          <p:cNvGrpSpPr/>
          <p:nvPr/>
        </p:nvGrpSpPr>
        <p:grpSpPr>
          <a:xfrm>
            <a:off x="2347450" y="1779114"/>
            <a:ext cx="113639" cy="373168"/>
            <a:chOff x="2347450" y="1954564"/>
            <a:chExt cx="113639" cy="373168"/>
          </a:xfrm>
        </p:grpSpPr>
        <p:sp>
          <p:nvSpPr>
            <p:cNvPr id="11791" name="Google Shape;11791;p66"/>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66"/>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93" name="Google Shape;11793;p66"/>
          <p:cNvSpPr/>
          <p:nvPr/>
        </p:nvSpPr>
        <p:spPr>
          <a:xfrm>
            <a:off x="861520" y="141138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94" name="Google Shape;11794;p66"/>
          <p:cNvGrpSpPr/>
          <p:nvPr/>
        </p:nvGrpSpPr>
        <p:grpSpPr>
          <a:xfrm>
            <a:off x="3110102" y="1324430"/>
            <a:ext cx="330613" cy="358379"/>
            <a:chOff x="3110102" y="1499880"/>
            <a:chExt cx="330613" cy="358379"/>
          </a:xfrm>
        </p:grpSpPr>
        <p:sp>
          <p:nvSpPr>
            <p:cNvPr id="11795" name="Google Shape;11795;p66"/>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66"/>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66"/>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66"/>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66"/>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66"/>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66"/>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2" name="Google Shape;11802;p66"/>
          <p:cNvSpPr/>
          <p:nvPr/>
        </p:nvSpPr>
        <p:spPr>
          <a:xfrm>
            <a:off x="3196834" y="177876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03" name="Google Shape;11803;p66"/>
          <p:cNvGrpSpPr/>
          <p:nvPr/>
        </p:nvGrpSpPr>
        <p:grpSpPr>
          <a:xfrm>
            <a:off x="3485575" y="1824309"/>
            <a:ext cx="373772" cy="284050"/>
            <a:chOff x="3531200" y="1999759"/>
            <a:chExt cx="373772" cy="284050"/>
          </a:xfrm>
        </p:grpSpPr>
        <p:sp>
          <p:nvSpPr>
            <p:cNvPr id="11804" name="Google Shape;11804;p66"/>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66"/>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6" name="Google Shape;11806;p66"/>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7" name="Google Shape;11807;p66"/>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8" name="Google Shape;11808;p66"/>
          <p:cNvGrpSpPr/>
          <p:nvPr/>
        </p:nvGrpSpPr>
        <p:grpSpPr>
          <a:xfrm>
            <a:off x="2667058" y="1324843"/>
            <a:ext cx="330231" cy="359015"/>
            <a:chOff x="2667058" y="1500293"/>
            <a:chExt cx="330231" cy="359015"/>
          </a:xfrm>
        </p:grpSpPr>
        <p:sp>
          <p:nvSpPr>
            <p:cNvPr id="11809" name="Google Shape;11809;p66"/>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6"/>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66"/>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66"/>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6"/>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66"/>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66"/>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6"/>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6"/>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66"/>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66"/>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66"/>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66"/>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66"/>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66"/>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7" name="Google Shape;11827;p66"/>
          <p:cNvGrpSpPr/>
          <p:nvPr/>
        </p:nvGrpSpPr>
        <p:grpSpPr>
          <a:xfrm>
            <a:off x="3567553" y="1324462"/>
            <a:ext cx="320022" cy="359778"/>
            <a:chOff x="3567553" y="1499912"/>
            <a:chExt cx="320022" cy="359778"/>
          </a:xfrm>
        </p:grpSpPr>
        <p:sp>
          <p:nvSpPr>
            <p:cNvPr id="11828" name="Google Shape;11828;p66"/>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66"/>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0" name="Google Shape;11830;p66"/>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66"/>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66"/>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6"/>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4" name="Google Shape;11834;p66"/>
          <p:cNvGrpSpPr/>
          <p:nvPr/>
        </p:nvGrpSpPr>
        <p:grpSpPr>
          <a:xfrm>
            <a:off x="1309875" y="1324462"/>
            <a:ext cx="359015" cy="358633"/>
            <a:chOff x="1309875" y="1499912"/>
            <a:chExt cx="359015" cy="358633"/>
          </a:xfrm>
        </p:grpSpPr>
        <p:sp>
          <p:nvSpPr>
            <p:cNvPr id="11835" name="Google Shape;11835;p66"/>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66"/>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66"/>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66"/>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66"/>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6"/>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6"/>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66"/>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66"/>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4" name="Google Shape;11844;p66"/>
          <p:cNvGrpSpPr/>
          <p:nvPr/>
        </p:nvGrpSpPr>
        <p:grpSpPr>
          <a:xfrm>
            <a:off x="2219466" y="1324843"/>
            <a:ext cx="330613" cy="359015"/>
            <a:chOff x="2219466" y="1500293"/>
            <a:chExt cx="330613" cy="359015"/>
          </a:xfrm>
        </p:grpSpPr>
        <p:sp>
          <p:nvSpPr>
            <p:cNvPr id="11845" name="Google Shape;11845;p66"/>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6"/>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7" name="Google Shape;11847;p66"/>
          <p:cNvGrpSpPr/>
          <p:nvPr/>
        </p:nvGrpSpPr>
        <p:grpSpPr>
          <a:xfrm>
            <a:off x="5343544" y="1333908"/>
            <a:ext cx="244676" cy="351095"/>
            <a:chOff x="5343544" y="1509358"/>
            <a:chExt cx="244676" cy="351095"/>
          </a:xfrm>
        </p:grpSpPr>
        <p:sp>
          <p:nvSpPr>
            <p:cNvPr id="11848" name="Google Shape;11848;p66"/>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66"/>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66"/>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1" name="Google Shape;11851;p66"/>
          <p:cNvGrpSpPr/>
          <p:nvPr/>
        </p:nvGrpSpPr>
        <p:grpSpPr>
          <a:xfrm>
            <a:off x="4882340" y="1333908"/>
            <a:ext cx="246171" cy="351095"/>
            <a:chOff x="4882340" y="1509358"/>
            <a:chExt cx="246171" cy="351095"/>
          </a:xfrm>
        </p:grpSpPr>
        <p:sp>
          <p:nvSpPr>
            <p:cNvPr id="11852" name="Google Shape;11852;p66"/>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66"/>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6"/>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66"/>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66"/>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7" name="Google Shape;11857;p66"/>
          <p:cNvGrpSpPr/>
          <p:nvPr/>
        </p:nvGrpSpPr>
        <p:grpSpPr>
          <a:xfrm>
            <a:off x="6273204" y="1333558"/>
            <a:ext cx="236343" cy="351445"/>
            <a:chOff x="6273204" y="1509008"/>
            <a:chExt cx="236343" cy="351445"/>
          </a:xfrm>
        </p:grpSpPr>
        <p:sp>
          <p:nvSpPr>
            <p:cNvPr id="11858" name="Google Shape;11858;p66"/>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66"/>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60" name="Google Shape;11860;p66"/>
          <p:cNvSpPr/>
          <p:nvPr/>
        </p:nvSpPr>
        <p:spPr>
          <a:xfrm>
            <a:off x="5809710" y="133428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61" name="Google Shape;11861;p66"/>
          <p:cNvGrpSpPr/>
          <p:nvPr/>
        </p:nvGrpSpPr>
        <p:grpSpPr>
          <a:xfrm>
            <a:off x="7219530" y="1332794"/>
            <a:ext cx="191625" cy="352209"/>
            <a:chOff x="7219530" y="1508244"/>
            <a:chExt cx="191625" cy="352209"/>
          </a:xfrm>
        </p:grpSpPr>
        <p:sp>
          <p:nvSpPr>
            <p:cNvPr id="11862" name="Google Shape;11862;p66"/>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6"/>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4" name="Google Shape;11864;p66"/>
          <p:cNvGrpSpPr/>
          <p:nvPr/>
        </p:nvGrpSpPr>
        <p:grpSpPr>
          <a:xfrm>
            <a:off x="7699309" y="1333176"/>
            <a:ext cx="154922" cy="351827"/>
            <a:chOff x="7699309" y="1508626"/>
            <a:chExt cx="154922" cy="351827"/>
          </a:xfrm>
        </p:grpSpPr>
        <p:sp>
          <p:nvSpPr>
            <p:cNvPr id="11865" name="Google Shape;11865;p66"/>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6"/>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66"/>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8" name="Google Shape;11868;p66"/>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66"/>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6"/>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6"/>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2" name="Google Shape;11872;p66"/>
          <p:cNvGrpSpPr/>
          <p:nvPr/>
        </p:nvGrpSpPr>
        <p:grpSpPr>
          <a:xfrm>
            <a:off x="8161690" y="1333558"/>
            <a:ext cx="153396" cy="351064"/>
            <a:chOff x="8161690" y="1509008"/>
            <a:chExt cx="153396" cy="351064"/>
          </a:xfrm>
        </p:grpSpPr>
        <p:sp>
          <p:nvSpPr>
            <p:cNvPr id="11873" name="Google Shape;11873;p66"/>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66"/>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6"/>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6"/>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7" name="Google Shape;11877;p66"/>
          <p:cNvGrpSpPr/>
          <p:nvPr/>
        </p:nvGrpSpPr>
        <p:grpSpPr>
          <a:xfrm>
            <a:off x="6746940" y="1333431"/>
            <a:ext cx="213221" cy="352304"/>
            <a:chOff x="6746940" y="1508881"/>
            <a:chExt cx="213221" cy="352304"/>
          </a:xfrm>
        </p:grpSpPr>
        <p:sp>
          <p:nvSpPr>
            <p:cNvPr id="11878" name="Google Shape;11878;p66"/>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66"/>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66"/>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6"/>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2" name="Google Shape;11882;p66"/>
          <p:cNvGrpSpPr/>
          <p:nvPr/>
        </p:nvGrpSpPr>
        <p:grpSpPr>
          <a:xfrm>
            <a:off x="5770336" y="1832165"/>
            <a:ext cx="350682" cy="292097"/>
            <a:chOff x="5770336" y="2007615"/>
            <a:chExt cx="350682" cy="292097"/>
          </a:xfrm>
        </p:grpSpPr>
        <p:sp>
          <p:nvSpPr>
            <p:cNvPr id="11883" name="Google Shape;11883;p66"/>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66"/>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66"/>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66"/>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7" name="Google Shape;11887;p66"/>
          <p:cNvGrpSpPr/>
          <p:nvPr/>
        </p:nvGrpSpPr>
        <p:grpSpPr>
          <a:xfrm>
            <a:off x="5326878" y="1804908"/>
            <a:ext cx="350332" cy="346229"/>
            <a:chOff x="5326878" y="1980358"/>
            <a:chExt cx="350332" cy="346229"/>
          </a:xfrm>
        </p:grpSpPr>
        <p:sp>
          <p:nvSpPr>
            <p:cNvPr id="11888" name="Google Shape;11888;p66"/>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66"/>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6"/>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6"/>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92" name="Google Shape;11892;p66"/>
          <p:cNvSpPr/>
          <p:nvPr/>
        </p:nvSpPr>
        <p:spPr>
          <a:xfrm>
            <a:off x="7992774" y="180233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93" name="Google Shape;11893;p66"/>
          <p:cNvGrpSpPr/>
          <p:nvPr/>
        </p:nvGrpSpPr>
        <p:grpSpPr>
          <a:xfrm>
            <a:off x="4883835" y="1817121"/>
            <a:ext cx="350300" cy="323043"/>
            <a:chOff x="4883835" y="1992571"/>
            <a:chExt cx="350300" cy="323043"/>
          </a:xfrm>
        </p:grpSpPr>
        <p:sp>
          <p:nvSpPr>
            <p:cNvPr id="11894" name="Google Shape;11894;p66"/>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6"/>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6"/>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66"/>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66"/>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66"/>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0" name="Google Shape;11900;p66"/>
          <p:cNvGrpSpPr/>
          <p:nvPr/>
        </p:nvGrpSpPr>
        <p:grpSpPr>
          <a:xfrm>
            <a:off x="7548967" y="1803477"/>
            <a:ext cx="333285" cy="349950"/>
            <a:chOff x="7548967" y="1978927"/>
            <a:chExt cx="333285" cy="349950"/>
          </a:xfrm>
        </p:grpSpPr>
        <p:sp>
          <p:nvSpPr>
            <p:cNvPr id="11901" name="Google Shape;11901;p66"/>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6"/>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6"/>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6"/>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6"/>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66"/>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66"/>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8" name="Google Shape;11908;p66"/>
          <p:cNvGrpSpPr/>
          <p:nvPr/>
        </p:nvGrpSpPr>
        <p:grpSpPr>
          <a:xfrm>
            <a:off x="6214142" y="1803477"/>
            <a:ext cx="346515" cy="350300"/>
            <a:chOff x="6214142" y="1978927"/>
            <a:chExt cx="346515" cy="350300"/>
          </a:xfrm>
        </p:grpSpPr>
        <p:sp>
          <p:nvSpPr>
            <p:cNvPr id="11909" name="Google Shape;11909;p66"/>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66"/>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1" name="Google Shape;11911;p66"/>
          <p:cNvGrpSpPr/>
          <p:nvPr/>
        </p:nvGrpSpPr>
        <p:grpSpPr>
          <a:xfrm>
            <a:off x="7105923" y="1803095"/>
            <a:ext cx="333285" cy="350682"/>
            <a:chOff x="7105923" y="1978545"/>
            <a:chExt cx="333285" cy="350682"/>
          </a:xfrm>
        </p:grpSpPr>
        <p:sp>
          <p:nvSpPr>
            <p:cNvPr id="11912" name="Google Shape;11912;p66"/>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66"/>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66"/>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66"/>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6"/>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66"/>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66"/>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19" name="Google Shape;11919;p66"/>
          <p:cNvSpPr/>
          <p:nvPr/>
        </p:nvSpPr>
        <p:spPr>
          <a:xfrm>
            <a:off x="6658713" y="180309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6"/>
          <p:cNvSpPr/>
          <p:nvPr/>
        </p:nvSpPr>
        <p:spPr>
          <a:xfrm>
            <a:off x="4104898" y="224680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21" name="Google Shape;11921;p66"/>
          <p:cNvGrpSpPr/>
          <p:nvPr/>
        </p:nvGrpSpPr>
        <p:grpSpPr>
          <a:xfrm>
            <a:off x="3616406" y="2246902"/>
            <a:ext cx="203393" cy="351827"/>
            <a:chOff x="3616406" y="2422352"/>
            <a:chExt cx="203393" cy="351827"/>
          </a:xfrm>
        </p:grpSpPr>
        <p:sp>
          <p:nvSpPr>
            <p:cNvPr id="11922" name="Google Shape;11922;p66"/>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6"/>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4" name="Google Shape;11924;p66"/>
          <p:cNvGrpSpPr/>
          <p:nvPr/>
        </p:nvGrpSpPr>
        <p:grpSpPr>
          <a:xfrm>
            <a:off x="878187" y="2246520"/>
            <a:ext cx="272696" cy="351827"/>
            <a:chOff x="913012" y="2421970"/>
            <a:chExt cx="272696" cy="351827"/>
          </a:xfrm>
        </p:grpSpPr>
        <p:sp>
          <p:nvSpPr>
            <p:cNvPr id="11925" name="Google Shape;11925;p66"/>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6"/>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66"/>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66"/>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9" name="Google Shape;11929;p66"/>
          <p:cNvGrpSpPr/>
          <p:nvPr/>
        </p:nvGrpSpPr>
        <p:grpSpPr>
          <a:xfrm>
            <a:off x="2274743" y="2246902"/>
            <a:ext cx="255649" cy="351445"/>
            <a:chOff x="2274743" y="2422352"/>
            <a:chExt cx="255649" cy="351445"/>
          </a:xfrm>
        </p:grpSpPr>
        <p:sp>
          <p:nvSpPr>
            <p:cNvPr id="11930" name="Google Shape;11930;p66"/>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66"/>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6"/>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3" name="Google Shape;11933;p66"/>
          <p:cNvGrpSpPr/>
          <p:nvPr/>
        </p:nvGrpSpPr>
        <p:grpSpPr>
          <a:xfrm>
            <a:off x="2708723" y="2245789"/>
            <a:ext cx="246552" cy="352558"/>
            <a:chOff x="2708723" y="2421239"/>
            <a:chExt cx="246552" cy="352558"/>
          </a:xfrm>
        </p:grpSpPr>
        <p:sp>
          <p:nvSpPr>
            <p:cNvPr id="11934" name="Google Shape;11934;p66"/>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66"/>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6" name="Google Shape;11936;p66"/>
          <p:cNvGrpSpPr/>
          <p:nvPr/>
        </p:nvGrpSpPr>
        <p:grpSpPr>
          <a:xfrm>
            <a:off x="1835485" y="2246902"/>
            <a:ext cx="259433" cy="350714"/>
            <a:chOff x="1835485" y="2422352"/>
            <a:chExt cx="259433" cy="350714"/>
          </a:xfrm>
        </p:grpSpPr>
        <p:sp>
          <p:nvSpPr>
            <p:cNvPr id="11937" name="Google Shape;11937;p66"/>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6"/>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66"/>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66"/>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6"/>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6"/>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66"/>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4" name="Google Shape;11944;p66"/>
          <p:cNvGrpSpPr/>
          <p:nvPr/>
        </p:nvGrpSpPr>
        <p:grpSpPr>
          <a:xfrm>
            <a:off x="3150240" y="2246902"/>
            <a:ext cx="212489" cy="351445"/>
            <a:chOff x="3150240" y="2422352"/>
            <a:chExt cx="212489" cy="351445"/>
          </a:xfrm>
        </p:grpSpPr>
        <p:sp>
          <p:nvSpPr>
            <p:cNvPr id="11945" name="Google Shape;11945;p66"/>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66"/>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7" name="Google Shape;11947;p66"/>
          <p:cNvGrpSpPr/>
          <p:nvPr/>
        </p:nvGrpSpPr>
        <p:grpSpPr>
          <a:xfrm>
            <a:off x="1367060" y="2246679"/>
            <a:ext cx="269261" cy="352050"/>
            <a:chOff x="1367060" y="2422129"/>
            <a:chExt cx="269261" cy="352050"/>
          </a:xfrm>
        </p:grpSpPr>
        <p:sp>
          <p:nvSpPr>
            <p:cNvPr id="11948" name="Google Shape;11948;p66"/>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6"/>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6"/>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66"/>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66"/>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6"/>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66"/>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66"/>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66"/>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66"/>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6"/>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66"/>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6"/>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66"/>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62" name="Google Shape;11962;p66"/>
          <p:cNvSpPr/>
          <p:nvPr/>
        </p:nvSpPr>
        <p:spPr>
          <a:xfrm>
            <a:off x="7075994" y="225046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63" name="Google Shape;11963;p66"/>
          <p:cNvGrpSpPr/>
          <p:nvPr/>
        </p:nvGrpSpPr>
        <p:grpSpPr>
          <a:xfrm>
            <a:off x="4882690" y="2249955"/>
            <a:ext cx="274573" cy="350682"/>
            <a:chOff x="4882690" y="2425405"/>
            <a:chExt cx="274573" cy="350682"/>
          </a:xfrm>
        </p:grpSpPr>
        <p:sp>
          <p:nvSpPr>
            <p:cNvPr id="11964" name="Google Shape;11964;p66"/>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66"/>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6" name="Google Shape;11966;p66"/>
          <p:cNvGrpSpPr/>
          <p:nvPr/>
        </p:nvGrpSpPr>
        <p:grpSpPr>
          <a:xfrm>
            <a:off x="6627639" y="2268434"/>
            <a:ext cx="355993" cy="313247"/>
            <a:chOff x="6627639" y="2443884"/>
            <a:chExt cx="355993" cy="313247"/>
          </a:xfrm>
        </p:grpSpPr>
        <p:sp>
          <p:nvSpPr>
            <p:cNvPr id="11967" name="Google Shape;11967;p66"/>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6"/>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66"/>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0" name="Google Shape;11970;p66"/>
          <p:cNvGrpSpPr/>
          <p:nvPr/>
        </p:nvGrpSpPr>
        <p:grpSpPr>
          <a:xfrm>
            <a:off x="6183451" y="2286690"/>
            <a:ext cx="351445" cy="277976"/>
            <a:chOff x="6183451" y="2462140"/>
            <a:chExt cx="351445" cy="277976"/>
          </a:xfrm>
        </p:grpSpPr>
        <p:sp>
          <p:nvSpPr>
            <p:cNvPr id="11971" name="Google Shape;11971;p66"/>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66"/>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66"/>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66"/>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6"/>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6"/>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6"/>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8" name="Google Shape;11978;p66"/>
          <p:cNvGrpSpPr/>
          <p:nvPr/>
        </p:nvGrpSpPr>
        <p:grpSpPr>
          <a:xfrm>
            <a:off x="5735477" y="2254408"/>
            <a:ext cx="353354" cy="341299"/>
            <a:chOff x="5735477" y="2429858"/>
            <a:chExt cx="353354" cy="341299"/>
          </a:xfrm>
        </p:grpSpPr>
        <p:sp>
          <p:nvSpPr>
            <p:cNvPr id="11979" name="Google Shape;11979;p66"/>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6"/>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6"/>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66"/>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66"/>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66"/>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5" name="Google Shape;11985;p66"/>
          <p:cNvGrpSpPr/>
          <p:nvPr/>
        </p:nvGrpSpPr>
        <p:grpSpPr>
          <a:xfrm>
            <a:off x="5243735" y="2271523"/>
            <a:ext cx="405255" cy="275499"/>
            <a:chOff x="5283337" y="2478774"/>
            <a:chExt cx="358633" cy="243913"/>
          </a:xfrm>
        </p:grpSpPr>
        <p:sp>
          <p:nvSpPr>
            <p:cNvPr id="11986" name="Google Shape;11986;p66"/>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66"/>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66"/>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66"/>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66"/>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66"/>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6"/>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66"/>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66"/>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66"/>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66"/>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66"/>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6"/>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6"/>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66"/>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66"/>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66"/>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3" name="Google Shape;12003;p66"/>
          <p:cNvGrpSpPr/>
          <p:nvPr/>
        </p:nvGrpSpPr>
        <p:grpSpPr>
          <a:xfrm>
            <a:off x="7964753" y="2295373"/>
            <a:ext cx="362068" cy="258670"/>
            <a:chOff x="7964753" y="2470823"/>
            <a:chExt cx="362068" cy="258670"/>
          </a:xfrm>
        </p:grpSpPr>
        <p:sp>
          <p:nvSpPr>
            <p:cNvPr id="12004" name="Google Shape;12004;p66"/>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66"/>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6"/>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6"/>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66"/>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66"/>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66"/>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1" name="Google Shape;12011;p66"/>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66"/>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3" name="Google Shape;12013;p66"/>
          <p:cNvGrpSpPr/>
          <p:nvPr/>
        </p:nvGrpSpPr>
        <p:grpSpPr>
          <a:xfrm>
            <a:off x="7524349" y="2280997"/>
            <a:ext cx="350332" cy="288948"/>
            <a:chOff x="7524349" y="2456447"/>
            <a:chExt cx="350332" cy="288948"/>
          </a:xfrm>
        </p:grpSpPr>
        <p:sp>
          <p:nvSpPr>
            <p:cNvPr id="12014" name="Google Shape;12014;p66"/>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66"/>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66"/>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66"/>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6"/>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9" name="Google Shape;12019;p66"/>
          <p:cNvGrpSpPr/>
          <p:nvPr/>
        </p:nvGrpSpPr>
        <p:grpSpPr>
          <a:xfrm>
            <a:off x="3972749" y="2718761"/>
            <a:ext cx="355230" cy="356725"/>
            <a:chOff x="3972749" y="2894211"/>
            <a:chExt cx="355230" cy="356725"/>
          </a:xfrm>
        </p:grpSpPr>
        <p:sp>
          <p:nvSpPr>
            <p:cNvPr id="12020" name="Google Shape;12020;p66"/>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6"/>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6"/>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6"/>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6"/>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5" name="Google Shape;12025;p66"/>
          <p:cNvGrpSpPr/>
          <p:nvPr/>
        </p:nvGrpSpPr>
        <p:grpSpPr>
          <a:xfrm>
            <a:off x="3527797" y="2743346"/>
            <a:ext cx="355993" cy="307904"/>
            <a:chOff x="3527797" y="2918796"/>
            <a:chExt cx="355993" cy="307904"/>
          </a:xfrm>
        </p:grpSpPr>
        <p:sp>
          <p:nvSpPr>
            <p:cNvPr id="12026" name="Google Shape;12026;p66"/>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7" name="Google Shape;12027;p66"/>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66"/>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6"/>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6"/>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66"/>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66"/>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66"/>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66"/>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6"/>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6" name="Google Shape;12036;p66"/>
          <p:cNvGrpSpPr/>
          <p:nvPr/>
        </p:nvGrpSpPr>
        <p:grpSpPr>
          <a:xfrm>
            <a:off x="3082845" y="2745509"/>
            <a:ext cx="356375" cy="302338"/>
            <a:chOff x="3082845" y="2920959"/>
            <a:chExt cx="356375" cy="302338"/>
          </a:xfrm>
        </p:grpSpPr>
        <p:sp>
          <p:nvSpPr>
            <p:cNvPr id="12037" name="Google Shape;12037;p66"/>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6"/>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9" name="Google Shape;12039;p66"/>
          <p:cNvGrpSpPr/>
          <p:nvPr/>
        </p:nvGrpSpPr>
        <p:grpSpPr>
          <a:xfrm>
            <a:off x="2639038" y="2719492"/>
            <a:ext cx="355612" cy="355612"/>
            <a:chOff x="2639038" y="2894942"/>
            <a:chExt cx="355612" cy="355612"/>
          </a:xfrm>
        </p:grpSpPr>
        <p:sp>
          <p:nvSpPr>
            <p:cNvPr id="12040" name="Google Shape;12040;p66"/>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6"/>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2" name="Google Shape;12042;p66"/>
          <p:cNvGrpSpPr/>
          <p:nvPr/>
        </p:nvGrpSpPr>
        <p:grpSpPr>
          <a:xfrm>
            <a:off x="2194468" y="2763415"/>
            <a:ext cx="355993" cy="267766"/>
            <a:chOff x="2194468" y="2938865"/>
            <a:chExt cx="355993" cy="267766"/>
          </a:xfrm>
        </p:grpSpPr>
        <p:sp>
          <p:nvSpPr>
            <p:cNvPr id="12043" name="Google Shape;12043;p66"/>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6"/>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5" name="Google Shape;12045;p66"/>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6" name="Google Shape;12046;p66"/>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6"/>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6"/>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6"/>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6"/>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66"/>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66"/>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66"/>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6"/>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6"/>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6"/>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66"/>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66"/>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6"/>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66"/>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66"/>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6"/>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3" name="Google Shape;12063;p66"/>
          <p:cNvGrpSpPr/>
          <p:nvPr/>
        </p:nvGrpSpPr>
        <p:grpSpPr>
          <a:xfrm>
            <a:off x="1749897" y="2719111"/>
            <a:ext cx="355993" cy="355612"/>
            <a:chOff x="1749897" y="2894561"/>
            <a:chExt cx="355993" cy="355612"/>
          </a:xfrm>
        </p:grpSpPr>
        <p:sp>
          <p:nvSpPr>
            <p:cNvPr id="12064" name="Google Shape;12064;p66"/>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66"/>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6"/>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6"/>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6"/>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6"/>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66"/>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66"/>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66"/>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66"/>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66"/>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5" name="Google Shape;12075;p66"/>
          <p:cNvGrpSpPr/>
          <p:nvPr/>
        </p:nvGrpSpPr>
        <p:grpSpPr>
          <a:xfrm>
            <a:off x="1305327" y="2718761"/>
            <a:ext cx="357520" cy="357488"/>
            <a:chOff x="1305327" y="2894211"/>
            <a:chExt cx="357520" cy="357488"/>
          </a:xfrm>
        </p:grpSpPr>
        <p:sp>
          <p:nvSpPr>
            <p:cNvPr id="12076" name="Google Shape;12076;p66"/>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66"/>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66"/>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6"/>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6"/>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1" name="Google Shape;12081;p66"/>
          <p:cNvGrpSpPr/>
          <p:nvPr/>
        </p:nvGrpSpPr>
        <p:grpSpPr>
          <a:xfrm>
            <a:off x="853950" y="2719270"/>
            <a:ext cx="364104" cy="353290"/>
            <a:chOff x="853950" y="2894720"/>
            <a:chExt cx="364104" cy="353290"/>
          </a:xfrm>
        </p:grpSpPr>
        <p:sp>
          <p:nvSpPr>
            <p:cNvPr id="12082" name="Google Shape;12082;p66"/>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66"/>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66"/>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6"/>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66"/>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66"/>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6"/>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9" name="Google Shape;12089;p66"/>
          <p:cNvGrpSpPr/>
          <p:nvPr/>
        </p:nvGrpSpPr>
        <p:grpSpPr>
          <a:xfrm>
            <a:off x="7066548" y="2737144"/>
            <a:ext cx="352209" cy="334938"/>
            <a:chOff x="7066548" y="2912594"/>
            <a:chExt cx="352209" cy="334938"/>
          </a:xfrm>
        </p:grpSpPr>
        <p:sp>
          <p:nvSpPr>
            <p:cNvPr id="12090" name="Google Shape;12090;p66"/>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6"/>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66"/>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66"/>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66"/>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66"/>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96" name="Google Shape;12096;p66"/>
          <p:cNvSpPr/>
          <p:nvPr/>
        </p:nvSpPr>
        <p:spPr>
          <a:xfrm>
            <a:off x="6591286" y="270852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6"/>
          <p:cNvSpPr/>
          <p:nvPr/>
        </p:nvSpPr>
        <p:spPr>
          <a:xfrm>
            <a:off x="6134980" y="272633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98" name="Google Shape;12098;p66"/>
          <p:cNvGrpSpPr/>
          <p:nvPr/>
        </p:nvGrpSpPr>
        <p:grpSpPr>
          <a:xfrm>
            <a:off x="7541397" y="2729352"/>
            <a:ext cx="318495" cy="352209"/>
            <a:chOff x="7541397" y="2904802"/>
            <a:chExt cx="318495" cy="352209"/>
          </a:xfrm>
        </p:grpSpPr>
        <p:sp>
          <p:nvSpPr>
            <p:cNvPr id="12099" name="Google Shape;12099;p66"/>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66"/>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66"/>
          <p:cNvGrpSpPr/>
          <p:nvPr/>
        </p:nvGrpSpPr>
        <p:grpSpPr>
          <a:xfrm>
            <a:off x="8003015" y="2728589"/>
            <a:ext cx="306759" cy="351445"/>
            <a:chOff x="8003015" y="2904039"/>
            <a:chExt cx="306759" cy="351445"/>
          </a:xfrm>
        </p:grpSpPr>
        <p:sp>
          <p:nvSpPr>
            <p:cNvPr id="12102" name="Google Shape;12102;p66"/>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6"/>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6"/>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66"/>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66"/>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66"/>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8" name="Google Shape;12108;p66"/>
          <p:cNvGrpSpPr/>
          <p:nvPr/>
        </p:nvGrpSpPr>
        <p:grpSpPr>
          <a:xfrm>
            <a:off x="5687770" y="2710046"/>
            <a:ext cx="369638" cy="369606"/>
            <a:chOff x="5687770" y="2885496"/>
            <a:chExt cx="369638" cy="369606"/>
          </a:xfrm>
        </p:grpSpPr>
        <p:sp>
          <p:nvSpPr>
            <p:cNvPr id="12109" name="Google Shape;12109;p66"/>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6"/>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66"/>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66"/>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6"/>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66"/>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66"/>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6" name="Google Shape;12116;p66"/>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66"/>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66"/>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9" name="Google Shape;12119;p66"/>
          <p:cNvGrpSpPr/>
          <p:nvPr/>
        </p:nvGrpSpPr>
        <p:grpSpPr>
          <a:xfrm>
            <a:off x="4881958" y="2729352"/>
            <a:ext cx="156417" cy="349537"/>
            <a:chOff x="4881958" y="2904802"/>
            <a:chExt cx="156417" cy="349537"/>
          </a:xfrm>
        </p:grpSpPr>
        <p:sp>
          <p:nvSpPr>
            <p:cNvPr id="12120" name="Google Shape;12120;p66"/>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6"/>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6"/>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66"/>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4" name="Google Shape;12124;p66"/>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66"/>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6"/>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7" name="Google Shape;12127;p66"/>
          <p:cNvGrpSpPr/>
          <p:nvPr/>
        </p:nvGrpSpPr>
        <p:grpSpPr>
          <a:xfrm>
            <a:off x="5230318" y="2711064"/>
            <a:ext cx="371133" cy="367443"/>
            <a:chOff x="5230318" y="2886514"/>
            <a:chExt cx="371133" cy="367443"/>
          </a:xfrm>
        </p:grpSpPr>
        <p:sp>
          <p:nvSpPr>
            <p:cNvPr id="12128" name="Google Shape;12128;p66"/>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6"/>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66"/>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66"/>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66"/>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6"/>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6"/>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66"/>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66"/>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7" name="Google Shape;12137;p66"/>
          <p:cNvGrpSpPr/>
          <p:nvPr/>
        </p:nvGrpSpPr>
        <p:grpSpPr>
          <a:xfrm>
            <a:off x="5748358" y="3259128"/>
            <a:ext cx="352590" cy="182561"/>
            <a:chOff x="5748358" y="3434578"/>
            <a:chExt cx="352590" cy="182561"/>
          </a:xfrm>
        </p:grpSpPr>
        <p:sp>
          <p:nvSpPr>
            <p:cNvPr id="12138" name="Google Shape;12138;p66"/>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6"/>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66"/>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66"/>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66"/>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66"/>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4" name="Google Shape;12144;p66"/>
          <p:cNvGrpSpPr/>
          <p:nvPr/>
        </p:nvGrpSpPr>
        <p:grpSpPr>
          <a:xfrm>
            <a:off x="862283" y="4099321"/>
            <a:ext cx="341204" cy="359301"/>
            <a:chOff x="862283" y="4274771"/>
            <a:chExt cx="341204" cy="359301"/>
          </a:xfrm>
        </p:grpSpPr>
        <p:sp>
          <p:nvSpPr>
            <p:cNvPr id="12145" name="Google Shape;12145;p66"/>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66"/>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66"/>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8" name="Google Shape;12148;p66"/>
          <p:cNvGrpSpPr/>
          <p:nvPr/>
        </p:nvGrpSpPr>
        <p:grpSpPr>
          <a:xfrm>
            <a:off x="1396957" y="4111915"/>
            <a:ext cx="301861" cy="332871"/>
            <a:chOff x="1396957" y="4287365"/>
            <a:chExt cx="301861" cy="332871"/>
          </a:xfrm>
        </p:grpSpPr>
        <p:sp>
          <p:nvSpPr>
            <p:cNvPr id="12149" name="Google Shape;12149;p66"/>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66"/>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6"/>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6"/>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6"/>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66"/>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66"/>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66"/>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6"/>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6"/>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6"/>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66"/>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66"/>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6"/>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6"/>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4" name="Google Shape;12164;p66"/>
          <p:cNvGrpSpPr/>
          <p:nvPr/>
        </p:nvGrpSpPr>
        <p:grpSpPr>
          <a:xfrm>
            <a:off x="1865381" y="4102056"/>
            <a:ext cx="396131" cy="355612"/>
            <a:chOff x="1865381" y="4277506"/>
            <a:chExt cx="396131" cy="355612"/>
          </a:xfrm>
        </p:grpSpPr>
        <p:sp>
          <p:nvSpPr>
            <p:cNvPr id="12165" name="Google Shape;12165;p66"/>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66"/>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66"/>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66"/>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66"/>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6"/>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1" name="Google Shape;12171;p66"/>
          <p:cNvGrpSpPr/>
          <p:nvPr/>
        </p:nvGrpSpPr>
        <p:grpSpPr>
          <a:xfrm>
            <a:off x="2411823" y="4128549"/>
            <a:ext cx="334398" cy="299953"/>
            <a:chOff x="2411823" y="4303999"/>
            <a:chExt cx="334398" cy="299953"/>
          </a:xfrm>
        </p:grpSpPr>
        <p:sp>
          <p:nvSpPr>
            <p:cNvPr id="12172" name="Google Shape;12172;p66"/>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6"/>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6"/>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6"/>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6"/>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6"/>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66"/>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79" name="Google Shape;12179;p66"/>
          <p:cNvGrpSpPr/>
          <p:nvPr/>
        </p:nvGrpSpPr>
        <p:grpSpPr>
          <a:xfrm>
            <a:off x="2903337" y="4103582"/>
            <a:ext cx="382519" cy="350682"/>
            <a:chOff x="2903337" y="4279032"/>
            <a:chExt cx="382519" cy="350682"/>
          </a:xfrm>
        </p:grpSpPr>
        <p:sp>
          <p:nvSpPr>
            <p:cNvPr id="12180" name="Google Shape;12180;p66"/>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1" name="Google Shape;12181;p66"/>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6"/>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66"/>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66"/>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66"/>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66"/>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6"/>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66"/>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66"/>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6"/>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66"/>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66"/>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66"/>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66"/>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5" name="Google Shape;12195;p66"/>
          <p:cNvGrpSpPr/>
          <p:nvPr/>
        </p:nvGrpSpPr>
        <p:grpSpPr>
          <a:xfrm>
            <a:off x="3933342" y="4140317"/>
            <a:ext cx="383632" cy="276449"/>
            <a:chOff x="3933342" y="4315767"/>
            <a:chExt cx="383632" cy="276449"/>
          </a:xfrm>
        </p:grpSpPr>
        <p:sp>
          <p:nvSpPr>
            <p:cNvPr id="12196" name="Google Shape;12196;p66"/>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66"/>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66"/>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66"/>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66"/>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66"/>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2" name="Google Shape;12202;p66"/>
          <p:cNvGrpSpPr/>
          <p:nvPr/>
        </p:nvGrpSpPr>
        <p:grpSpPr>
          <a:xfrm>
            <a:off x="3441065" y="4127055"/>
            <a:ext cx="337069" cy="302593"/>
            <a:chOff x="3441065" y="4302505"/>
            <a:chExt cx="337069" cy="302593"/>
          </a:xfrm>
        </p:grpSpPr>
        <p:sp>
          <p:nvSpPr>
            <p:cNvPr id="12203" name="Google Shape;12203;p66"/>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6"/>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6"/>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6"/>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6"/>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6"/>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6"/>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66"/>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1" name="Google Shape;12211;p66"/>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2" name="Google Shape;12212;p66"/>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6"/>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6"/>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6"/>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6" name="Google Shape;12216;p66"/>
          <p:cNvGrpSpPr/>
          <p:nvPr/>
        </p:nvGrpSpPr>
        <p:grpSpPr>
          <a:xfrm>
            <a:off x="3532345" y="3187185"/>
            <a:ext cx="339328" cy="336274"/>
            <a:chOff x="3532345" y="3362635"/>
            <a:chExt cx="339328" cy="336274"/>
          </a:xfrm>
        </p:grpSpPr>
        <p:sp>
          <p:nvSpPr>
            <p:cNvPr id="12217" name="Google Shape;12217;p66"/>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6"/>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6"/>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66"/>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66"/>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22" name="Google Shape;12222;p66"/>
          <p:cNvSpPr/>
          <p:nvPr/>
        </p:nvSpPr>
        <p:spPr>
          <a:xfrm>
            <a:off x="3968964" y="317449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23" name="Google Shape;12223;p66"/>
          <p:cNvGrpSpPr/>
          <p:nvPr/>
        </p:nvGrpSpPr>
        <p:grpSpPr>
          <a:xfrm>
            <a:off x="1883955" y="3633250"/>
            <a:ext cx="162873" cy="351445"/>
            <a:chOff x="1883955" y="3808700"/>
            <a:chExt cx="162873" cy="351445"/>
          </a:xfrm>
        </p:grpSpPr>
        <p:sp>
          <p:nvSpPr>
            <p:cNvPr id="12224" name="Google Shape;12224;p66"/>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66"/>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6" name="Google Shape;12226;p66"/>
          <p:cNvGrpSpPr/>
          <p:nvPr/>
        </p:nvGrpSpPr>
        <p:grpSpPr>
          <a:xfrm>
            <a:off x="939156" y="3633759"/>
            <a:ext cx="192007" cy="351318"/>
            <a:chOff x="939156" y="3809209"/>
            <a:chExt cx="192007" cy="351318"/>
          </a:xfrm>
        </p:grpSpPr>
        <p:sp>
          <p:nvSpPr>
            <p:cNvPr id="12227" name="Google Shape;12227;p66"/>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66"/>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9" name="Google Shape;12229;p66"/>
          <p:cNvGrpSpPr/>
          <p:nvPr/>
        </p:nvGrpSpPr>
        <p:grpSpPr>
          <a:xfrm>
            <a:off x="2306167" y="3634395"/>
            <a:ext cx="193915" cy="349155"/>
            <a:chOff x="2306167" y="3809845"/>
            <a:chExt cx="193915" cy="349155"/>
          </a:xfrm>
        </p:grpSpPr>
        <p:sp>
          <p:nvSpPr>
            <p:cNvPr id="12230" name="Google Shape;12230;p66"/>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6"/>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6"/>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66"/>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66"/>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66"/>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66"/>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7" name="Google Shape;12237;p66"/>
          <p:cNvGrpSpPr/>
          <p:nvPr/>
        </p:nvGrpSpPr>
        <p:grpSpPr>
          <a:xfrm>
            <a:off x="1323901" y="3631723"/>
            <a:ext cx="356343" cy="356757"/>
            <a:chOff x="1323901" y="3807173"/>
            <a:chExt cx="356343" cy="356757"/>
          </a:xfrm>
        </p:grpSpPr>
        <p:sp>
          <p:nvSpPr>
            <p:cNvPr id="12238" name="Google Shape;12238;p66"/>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66"/>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66"/>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6"/>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66"/>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66"/>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66"/>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66"/>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6"/>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66"/>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66"/>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66"/>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66"/>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66"/>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66"/>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6"/>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66"/>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66"/>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66"/>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66"/>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66"/>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66"/>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6"/>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6"/>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2" name="Google Shape;12262;p66"/>
          <p:cNvSpPr/>
          <p:nvPr/>
        </p:nvSpPr>
        <p:spPr>
          <a:xfrm>
            <a:off x="2787472" y="362946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3" name="Google Shape;12263;p66"/>
          <p:cNvGrpSpPr/>
          <p:nvPr/>
        </p:nvGrpSpPr>
        <p:grpSpPr>
          <a:xfrm>
            <a:off x="859262" y="3178470"/>
            <a:ext cx="306759" cy="351445"/>
            <a:chOff x="859262" y="3353920"/>
            <a:chExt cx="306759" cy="351445"/>
          </a:xfrm>
        </p:grpSpPr>
        <p:sp>
          <p:nvSpPr>
            <p:cNvPr id="12264" name="Google Shape;12264;p66"/>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6"/>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6"/>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66"/>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66"/>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9" name="Google Shape;12269;p66"/>
          <p:cNvSpPr/>
          <p:nvPr/>
        </p:nvSpPr>
        <p:spPr>
          <a:xfrm>
            <a:off x="1315918" y="318518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70" name="Google Shape;12270;p66"/>
          <p:cNvGrpSpPr/>
          <p:nvPr/>
        </p:nvGrpSpPr>
        <p:grpSpPr>
          <a:xfrm>
            <a:off x="3967437" y="3661652"/>
            <a:ext cx="364708" cy="295405"/>
            <a:chOff x="3967437" y="3837102"/>
            <a:chExt cx="364708" cy="295405"/>
          </a:xfrm>
        </p:grpSpPr>
        <p:sp>
          <p:nvSpPr>
            <p:cNvPr id="12271" name="Google Shape;12271;p66"/>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6"/>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6"/>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6"/>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6"/>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76" name="Google Shape;12276;p66"/>
          <p:cNvSpPr/>
          <p:nvPr/>
        </p:nvSpPr>
        <p:spPr>
          <a:xfrm>
            <a:off x="3216521" y="363248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66"/>
          <p:cNvSpPr/>
          <p:nvPr/>
        </p:nvSpPr>
        <p:spPr>
          <a:xfrm>
            <a:off x="3469466" y="365274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66"/>
          <p:cNvSpPr/>
          <p:nvPr/>
        </p:nvSpPr>
        <p:spPr>
          <a:xfrm>
            <a:off x="5314611" y="364311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79" name="Google Shape;12279;p66"/>
          <p:cNvGrpSpPr/>
          <p:nvPr/>
        </p:nvGrpSpPr>
        <p:grpSpPr>
          <a:xfrm>
            <a:off x="5811827" y="3631001"/>
            <a:ext cx="283743" cy="308444"/>
            <a:chOff x="5964227" y="3858701"/>
            <a:chExt cx="283743" cy="308444"/>
          </a:xfrm>
        </p:grpSpPr>
        <p:sp>
          <p:nvSpPr>
            <p:cNvPr id="12280" name="Google Shape;12280;p66"/>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6"/>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6"/>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66"/>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4" name="Google Shape;12284;p66"/>
          <p:cNvGrpSpPr/>
          <p:nvPr/>
        </p:nvGrpSpPr>
        <p:grpSpPr>
          <a:xfrm>
            <a:off x="6243508" y="3697623"/>
            <a:ext cx="320372" cy="213602"/>
            <a:chOff x="6395908" y="3873073"/>
            <a:chExt cx="320372" cy="213602"/>
          </a:xfrm>
        </p:grpSpPr>
        <p:sp>
          <p:nvSpPr>
            <p:cNvPr id="12285" name="Google Shape;12285;p66"/>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66"/>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6"/>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6"/>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6"/>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6"/>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66"/>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66"/>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6"/>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66"/>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5" name="Google Shape;12295;p66"/>
          <p:cNvGrpSpPr/>
          <p:nvPr/>
        </p:nvGrpSpPr>
        <p:grpSpPr>
          <a:xfrm>
            <a:off x="7262890" y="3627366"/>
            <a:ext cx="357138" cy="352018"/>
            <a:chOff x="7415290" y="3802816"/>
            <a:chExt cx="357138" cy="352018"/>
          </a:xfrm>
        </p:grpSpPr>
        <p:sp>
          <p:nvSpPr>
            <p:cNvPr id="12296" name="Google Shape;12296;p66"/>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6"/>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66"/>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66"/>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6"/>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6"/>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66"/>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66"/>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04" name="Google Shape;12304;p66"/>
          <p:cNvGrpSpPr/>
          <p:nvPr/>
        </p:nvGrpSpPr>
        <p:grpSpPr>
          <a:xfrm>
            <a:off x="6737312" y="3657963"/>
            <a:ext cx="355230" cy="293401"/>
            <a:chOff x="6889712" y="3833413"/>
            <a:chExt cx="355230" cy="293401"/>
          </a:xfrm>
        </p:grpSpPr>
        <p:sp>
          <p:nvSpPr>
            <p:cNvPr id="12305" name="Google Shape;12305;p66"/>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66"/>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6"/>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6"/>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6"/>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0" name="Google Shape;12310;p66"/>
          <p:cNvGrpSpPr/>
          <p:nvPr/>
        </p:nvGrpSpPr>
        <p:grpSpPr>
          <a:xfrm>
            <a:off x="7707152" y="3660420"/>
            <a:ext cx="282318" cy="337168"/>
            <a:chOff x="1635875" y="237775"/>
            <a:chExt cx="4370250" cy="5219325"/>
          </a:xfrm>
        </p:grpSpPr>
        <p:sp>
          <p:nvSpPr>
            <p:cNvPr id="12311" name="Google Shape;12311;p66"/>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2" name="Google Shape;12312;p66"/>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3" name="Google Shape;12313;p66"/>
          <p:cNvGrpSpPr/>
          <p:nvPr/>
        </p:nvGrpSpPr>
        <p:grpSpPr>
          <a:xfrm>
            <a:off x="3103963" y="3185690"/>
            <a:ext cx="297886" cy="337578"/>
            <a:chOff x="3103963" y="3361140"/>
            <a:chExt cx="297886" cy="337578"/>
          </a:xfrm>
        </p:grpSpPr>
        <p:sp>
          <p:nvSpPr>
            <p:cNvPr id="12314" name="Google Shape;12314;p66"/>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6"/>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6"/>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6"/>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6"/>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6"/>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6"/>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66"/>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66"/>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6"/>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66"/>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66"/>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66"/>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66"/>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66"/>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6"/>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3" name="Google Shape;12333;p66"/>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4" name="Google Shape;12334;p66"/>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66"/>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6"/>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6"/>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8" name="Google Shape;12338;p66"/>
          <p:cNvGrpSpPr/>
          <p:nvPr/>
        </p:nvGrpSpPr>
        <p:grpSpPr>
          <a:xfrm>
            <a:off x="2667821" y="3185658"/>
            <a:ext cx="273046" cy="337801"/>
            <a:chOff x="2667821" y="3361108"/>
            <a:chExt cx="273046" cy="337801"/>
          </a:xfrm>
        </p:grpSpPr>
        <p:sp>
          <p:nvSpPr>
            <p:cNvPr id="12339" name="Google Shape;12339;p66"/>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66"/>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6"/>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66"/>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66"/>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66"/>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66"/>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6"/>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6"/>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66"/>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66"/>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6"/>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66"/>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66"/>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66"/>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66"/>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6"/>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66"/>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66"/>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8" name="Google Shape;12358;p66"/>
          <p:cNvGrpSpPr/>
          <p:nvPr/>
        </p:nvGrpSpPr>
        <p:grpSpPr>
          <a:xfrm>
            <a:off x="2212469" y="3184863"/>
            <a:ext cx="282715" cy="338660"/>
            <a:chOff x="2212469" y="3360313"/>
            <a:chExt cx="282715" cy="338660"/>
          </a:xfrm>
        </p:grpSpPr>
        <p:sp>
          <p:nvSpPr>
            <p:cNvPr id="12359" name="Google Shape;12359;p66"/>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6"/>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6"/>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62" name="Google Shape;12362;p66"/>
          <p:cNvGrpSpPr/>
          <p:nvPr/>
        </p:nvGrpSpPr>
        <p:grpSpPr>
          <a:xfrm>
            <a:off x="1768821" y="3185658"/>
            <a:ext cx="278739" cy="339073"/>
            <a:chOff x="1768821" y="3361108"/>
            <a:chExt cx="278739" cy="339073"/>
          </a:xfrm>
        </p:grpSpPr>
        <p:sp>
          <p:nvSpPr>
            <p:cNvPr id="12363" name="Google Shape;12363;p66"/>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66"/>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66"/>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6"/>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66"/>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66"/>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6"/>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6"/>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66"/>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66"/>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66"/>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4" name="Google Shape;12374;p66"/>
          <p:cNvGrpSpPr/>
          <p:nvPr/>
        </p:nvGrpSpPr>
        <p:grpSpPr>
          <a:xfrm>
            <a:off x="5337883" y="3161423"/>
            <a:ext cx="307141" cy="376826"/>
            <a:chOff x="5337883" y="3336873"/>
            <a:chExt cx="307141" cy="376826"/>
          </a:xfrm>
        </p:grpSpPr>
        <p:sp>
          <p:nvSpPr>
            <p:cNvPr id="12375" name="Google Shape;12375;p66"/>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6"/>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7" name="Google Shape;12377;p66"/>
          <p:cNvGrpSpPr/>
          <p:nvPr/>
        </p:nvGrpSpPr>
        <p:grpSpPr>
          <a:xfrm>
            <a:off x="4883835" y="3161805"/>
            <a:ext cx="323425" cy="377557"/>
            <a:chOff x="4883835" y="3337255"/>
            <a:chExt cx="323425" cy="377557"/>
          </a:xfrm>
        </p:grpSpPr>
        <p:sp>
          <p:nvSpPr>
            <p:cNvPr id="12378" name="Google Shape;12378;p66"/>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66"/>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6"/>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1" name="Google Shape;12381;p66"/>
          <p:cNvGrpSpPr/>
          <p:nvPr/>
        </p:nvGrpSpPr>
        <p:grpSpPr>
          <a:xfrm>
            <a:off x="6193310" y="3231839"/>
            <a:ext cx="352590" cy="237488"/>
            <a:chOff x="6193310" y="3407289"/>
            <a:chExt cx="352590" cy="237488"/>
          </a:xfrm>
        </p:grpSpPr>
        <p:sp>
          <p:nvSpPr>
            <p:cNvPr id="12382" name="Google Shape;12382;p66"/>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6"/>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66"/>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66"/>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6"/>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7" name="Google Shape;12387;p66"/>
          <p:cNvGrpSpPr/>
          <p:nvPr/>
        </p:nvGrpSpPr>
        <p:grpSpPr>
          <a:xfrm>
            <a:off x="6637117" y="3222393"/>
            <a:ext cx="353735" cy="254504"/>
            <a:chOff x="6637117" y="3397843"/>
            <a:chExt cx="353735" cy="254504"/>
          </a:xfrm>
        </p:grpSpPr>
        <p:sp>
          <p:nvSpPr>
            <p:cNvPr id="12388" name="Google Shape;12388;p66"/>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6"/>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6"/>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6"/>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66"/>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66"/>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4" name="Google Shape;12394;p66"/>
          <p:cNvGrpSpPr/>
          <p:nvPr/>
        </p:nvGrpSpPr>
        <p:grpSpPr>
          <a:xfrm>
            <a:off x="7075994" y="3174081"/>
            <a:ext cx="360637" cy="352336"/>
            <a:chOff x="7075994" y="3349531"/>
            <a:chExt cx="360637" cy="352336"/>
          </a:xfrm>
        </p:grpSpPr>
        <p:sp>
          <p:nvSpPr>
            <p:cNvPr id="12395" name="Google Shape;12395;p66"/>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66"/>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66"/>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6"/>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6"/>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6"/>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6"/>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2" name="Google Shape;12402;p66"/>
          <p:cNvGrpSpPr/>
          <p:nvPr/>
        </p:nvGrpSpPr>
        <p:grpSpPr>
          <a:xfrm>
            <a:off x="7651983" y="3173731"/>
            <a:ext cx="107183" cy="352399"/>
            <a:chOff x="7651983" y="3349181"/>
            <a:chExt cx="107183" cy="352399"/>
          </a:xfrm>
        </p:grpSpPr>
        <p:sp>
          <p:nvSpPr>
            <p:cNvPr id="12403" name="Google Shape;12403;p66"/>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66"/>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5" name="Google Shape;12405;p66"/>
          <p:cNvGrpSpPr/>
          <p:nvPr/>
        </p:nvGrpSpPr>
        <p:grpSpPr>
          <a:xfrm>
            <a:off x="7973468" y="3206872"/>
            <a:ext cx="352590" cy="287072"/>
            <a:chOff x="7973468" y="3382322"/>
            <a:chExt cx="352590" cy="287072"/>
          </a:xfrm>
        </p:grpSpPr>
        <p:sp>
          <p:nvSpPr>
            <p:cNvPr id="12406" name="Google Shape;12406;p66"/>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6"/>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66"/>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66"/>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66"/>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6"/>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66"/>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66"/>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6"/>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66"/>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66"/>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66"/>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18" name="Google Shape;12418;p66"/>
          <p:cNvSpPr txBox="1"/>
          <p:nvPr/>
        </p:nvSpPr>
        <p:spPr>
          <a:xfrm>
            <a:off x="849675" y="715200"/>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12419" name="Google Shape;12419;p66"/>
          <p:cNvSpPr txBox="1"/>
          <p:nvPr/>
        </p:nvSpPr>
        <p:spPr>
          <a:xfrm>
            <a:off x="4858400" y="715200"/>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423"/>
        <p:cNvGrpSpPr/>
        <p:nvPr/>
      </p:nvGrpSpPr>
      <p:grpSpPr>
        <a:xfrm>
          <a:off x="0" y="0"/>
          <a:ext cx="0" cy="0"/>
          <a:chOff x="0" y="0"/>
          <a:chExt cx="0" cy="0"/>
        </a:xfrm>
      </p:grpSpPr>
      <p:grpSp>
        <p:nvGrpSpPr>
          <p:cNvPr id="12424" name="Google Shape;12424;p67"/>
          <p:cNvGrpSpPr/>
          <p:nvPr/>
        </p:nvGrpSpPr>
        <p:grpSpPr>
          <a:xfrm>
            <a:off x="849677" y="1576858"/>
            <a:ext cx="347872" cy="347488"/>
            <a:chOff x="849677" y="1500658"/>
            <a:chExt cx="347872" cy="347488"/>
          </a:xfrm>
        </p:grpSpPr>
        <p:sp>
          <p:nvSpPr>
            <p:cNvPr id="12425" name="Google Shape;12425;p67"/>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67"/>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67"/>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7"/>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67"/>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67"/>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1" name="Google Shape;12431;p67"/>
          <p:cNvGrpSpPr/>
          <p:nvPr/>
        </p:nvGrpSpPr>
        <p:grpSpPr>
          <a:xfrm>
            <a:off x="1415853" y="1576858"/>
            <a:ext cx="315872" cy="347488"/>
            <a:chOff x="1415853" y="1500658"/>
            <a:chExt cx="315872" cy="347488"/>
          </a:xfrm>
        </p:grpSpPr>
        <p:sp>
          <p:nvSpPr>
            <p:cNvPr id="12432" name="Google Shape;12432;p67"/>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7"/>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4" name="Google Shape;12434;p67"/>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5" name="Google Shape;12435;p67"/>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6" name="Google Shape;12436;p67"/>
          <p:cNvGrpSpPr/>
          <p:nvPr/>
        </p:nvGrpSpPr>
        <p:grpSpPr>
          <a:xfrm>
            <a:off x="4697389" y="1576858"/>
            <a:ext cx="347520" cy="347104"/>
            <a:chOff x="4697389" y="1500658"/>
            <a:chExt cx="347520" cy="347104"/>
          </a:xfrm>
        </p:grpSpPr>
        <p:sp>
          <p:nvSpPr>
            <p:cNvPr id="12437" name="Google Shape;12437;p67"/>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7"/>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67"/>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0" name="Google Shape;12440;p67"/>
          <p:cNvGrpSpPr/>
          <p:nvPr/>
        </p:nvGrpSpPr>
        <p:grpSpPr>
          <a:xfrm>
            <a:off x="3603533" y="2041146"/>
            <a:ext cx="347520" cy="353760"/>
            <a:chOff x="3603533" y="1964946"/>
            <a:chExt cx="347520" cy="353760"/>
          </a:xfrm>
        </p:grpSpPr>
        <p:sp>
          <p:nvSpPr>
            <p:cNvPr id="12441" name="Google Shape;12441;p67"/>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67"/>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67"/>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4" name="Google Shape;12444;p67"/>
          <p:cNvGrpSpPr/>
          <p:nvPr/>
        </p:nvGrpSpPr>
        <p:grpSpPr>
          <a:xfrm>
            <a:off x="1950765" y="2040538"/>
            <a:ext cx="357792" cy="352448"/>
            <a:chOff x="1950765" y="1964338"/>
            <a:chExt cx="357792" cy="352448"/>
          </a:xfrm>
        </p:grpSpPr>
        <p:sp>
          <p:nvSpPr>
            <p:cNvPr id="12445" name="Google Shape;12445;p67"/>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67"/>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67"/>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67"/>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9" name="Google Shape;12449;p67"/>
          <p:cNvGrpSpPr/>
          <p:nvPr/>
        </p:nvGrpSpPr>
        <p:grpSpPr>
          <a:xfrm>
            <a:off x="7435629" y="2040890"/>
            <a:ext cx="367712" cy="353248"/>
            <a:chOff x="7435629" y="1964690"/>
            <a:chExt cx="367712" cy="353248"/>
          </a:xfrm>
        </p:grpSpPr>
        <p:sp>
          <p:nvSpPr>
            <p:cNvPr id="12450" name="Google Shape;12450;p67"/>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67"/>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67"/>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67"/>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4" name="Google Shape;12454;p67"/>
          <p:cNvGrpSpPr/>
          <p:nvPr/>
        </p:nvGrpSpPr>
        <p:grpSpPr>
          <a:xfrm>
            <a:off x="2512749" y="2041242"/>
            <a:ext cx="333024" cy="352896"/>
            <a:chOff x="2512749" y="1965042"/>
            <a:chExt cx="333024" cy="352896"/>
          </a:xfrm>
        </p:grpSpPr>
        <p:sp>
          <p:nvSpPr>
            <p:cNvPr id="12455" name="Google Shape;12455;p67"/>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67"/>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67"/>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67"/>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67"/>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0" name="Google Shape;12460;p67"/>
          <p:cNvGrpSpPr/>
          <p:nvPr/>
        </p:nvGrpSpPr>
        <p:grpSpPr>
          <a:xfrm>
            <a:off x="1398317" y="2057978"/>
            <a:ext cx="365792" cy="335392"/>
            <a:chOff x="1398317" y="1981778"/>
            <a:chExt cx="365792" cy="335392"/>
          </a:xfrm>
        </p:grpSpPr>
        <p:sp>
          <p:nvSpPr>
            <p:cNvPr id="12461" name="Google Shape;12461;p67"/>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67"/>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67"/>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67"/>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67"/>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67"/>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7" name="Google Shape;12467;p67"/>
          <p:cNvGrpSpPr/>
          <p:nvPr/>
        </p:nvGrpSpPr>
        <p:grpSpPr>
          <a:xfrm>
            <a:off x="3052237" y="2079770"/>
            <a:ext cx="353600" cy="314752"/>
            <a:chOff x="3052237" y="2003570"/>
            <a:chExt cx="353600" cy="314752"/>
          </a:xfrm>
        </p:grpSpPr>
        <p:sp>
          <p:nvSpPr>
            <p:cNvPr id="12468" name="Google Shape;12468;p67"/>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67"/>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67"/>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71" name="Google Shape;12471;p67"/>
          <p:cNvGrpSpPr/>
          <p:nvPr/>
        </p:nvGrpSpPr>
        <p:grpSpPr>
          <a:xfrm>
            <a:off x="1404013" y="3034266"/>
            <a:ext cx="368096" cy="223968"/>
            <a:chOff x="1404013" y="2958066"/>
            <a:chExt cx="368096" cy="223968"/>
          </a:xfrm>
        </p:grpSpPr>
        <p:sp>
          <p:nvSpPr>
            <p:cNvPr id="12472" name="Google Shape;12472;p67"/>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3" name="Google Shape;12473;p67"/>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74" name="Google Shape;12474;p67"/>
          <p:cNvSpPr/>
          <p:nvPr/>
        </p:nvSpPr>
        <p:spPr>
          <a:xfrm>
            <a:off x="4147597" y="2962554"/>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67"/>
          <p:cNvSpPr/>
          <p:nvPr/>
        </p:nvSpPr>
        <p:spPr>
          <a:xfrm>
            <a:off x="880141" y="2962490"/>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76" name="Google Shape;12476;p67"/>
          <p:cNvGrpSpPr/>
          <p:nvPr/>
        </p:nvGrpSpPr>
        <p:grpSpPr>
          <a:xfrm>
            <a:off x="1951149" y="2961402"/>
            <a:ext cx="370368" cy="367328"/>
            <a:chOff x="1951149" y="2885202"/>
            <a:chExt cx="370368" cy="367328"/>
          </a:xfrm>
        </p:grpSpPr>
        <p:sp>
          <p:nvSpPr>
            <p:cNvPr id="12477" name="Google Shape;12477;p67"/>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67"/>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67"/>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0" name="Google Shape;12480;p67"/>
          <p:cNvGrpSpPr/>
          <p:nvPr/>
        </p:nvGrpSpPr>
        <p:grpSpPr>
          <a:xfrm>
            <a:off x="2501677" y="2982362"/>
            <a:ext cx="367328" cy="327296"/>
            <a:chOff x="2501677" y="2906162"/>
            <a:chExt cx="367328" cy="327296"/>
          </a:xfrm>
        </p:grpSpPr>
        <p:sp>
          <p:nvSpPr>
            <p:cNvPr id="12481" name="Google Shape;12481;p67"/>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67"/>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67"/>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84" name="Google Shape;12484;p67"/>
          <p:cNvSpPr/>
          <p:nvPr/>
        </p:nvSpPr>
        <p:spPr>
          <a:xfrm>
            <a:off x="3597837" y="3005594"/>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85" name="Google Shape;12485;p67"/>
          <p:cNvGrpSpPr/>
          <p:nvPr/>
        </p:nvGrpSpPr>
        <p:grpSpPr>
          <a:xfrm>
            <a:off x="3050317" y="2969914"/>
            <a:ext cx="367712" cy="354240"/>
            <a:chOff x="3050317" y="2893714"/>
            <a:chExt cx="367712" cy="354240"/>
          </a:xfrm>
        </p:grpSpPr>
        <p:sp>
          <p:nvSpPr>
            <p:cNvPr id="12486" name="Google Shape;12486;p67"/>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67"/>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88" name="Google Shape;12488;p67"/>
          <p:cNvSpPr/>
          <p:nvPr/>
        </p:nvSpPr>
        <p:spPr>
          <a:xfrm>
            <a:off x="4694733" y="2960634"/>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67"/>
          <p:cNvSpPr/>
          <p:nvPr/>
        </p:nvSpPr>
        <p:spPr>
          <a:xfrm>
            <a:off x="8046381" y="2962490"/>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90" name="Google Shape;12490;p67"/>
          <p:cNvGrpSpPr/>
          <p:nvPr/>
        </p:nvGrpSpPr>
        <p:grpSpPr>
          <a:xfrm>
            <a:off x="7531277" y="2962554"/>
            <a:ext cx="185184" cy="367296"/>
            <a:chOff x="7531277" y="2886354"/>
            <a:chExt cx="185184" cy="367296"/>
          </a:xfrm>
        </p:grpSpPr>
        <p:sp>
          <p:nvSpPr>
            <p:cNvPr id="12491" name="Google Shape;12491;p67"/>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67"/>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67"/>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4" name="Google Shape;12494;p67"/>
          <p:cNvGrpSpPr/>
          <p:nvPr/>
        </p:nvGrpSpPr>
        <p:grpSpPr>
          <a:xfrm>
            <a:off x="6926637" y="2962938"/>
            <a:ext cx="297184" cy="367296"/>
            <a:chOff x="6926637" y="2886738"/>
            <a:chExt cx="297184" cy="367296"/>
          </a:xfrm>
        </p:grpSpPr>
        <p:sp>
          <p:nvSpPr>
            <p:cNvPr id="12495" name="Google Shape;12495;p67"/>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67"/>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67"/>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98" name="Google Shape;12498;p67"/>
          <p:cNvSpPr/>
          <p:nvPr/>
        </p:nvSpPr>
        <p:spPr>
          <a:xfrm>
            <a:off x="5255565" y="2962170"/>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67"/>
          <p:cNvSpPr/>
          <p:nvPr/>
        </p:nvSpPr>
        <p:spPr>
          <a:xfrm>
            <a:off x="5834285" y="2962874"/>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00" name="Google Shape;12500;p67"/>
          <p:cNvGrpSpPr/>
          <p:nvPr/>
        </p:nvGrpSpPr>
        <p:grpSpPr>
          <a:xfrm>
            <a:off x="6340653" y="2962554"/>
            <a:ext cx="370368" cy="368064"/>
            <a:chOff x="6340653" y="2886354"/>
            <a:chExt cx="370368" cy="368064"/>
          </a:xfrm>
        </p:grpSpPr>
        <p:sp>
          <p:nvSpPr>
            <p:cNvPr id="12501" name="Google Shape;12501;p67"/>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67"/>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67"/>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67"/>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67"/>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67"/>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7" name="Google Shape;12507;p67"/>
          <p:cNvGrpSpPr/>
          <p:nvPr/>
        </p:nvGrpSpPr>
        <p:grpSpPr>
          <a:xfrm>
            <a:off x="5246797" y="2057626"/>
            <a:ext cx="354752" cy="336512"/>
            <a:chOff x="5246797" y="1981426"/>
            <a:chExt cx="354752" cy="336512"/>
          </a:xfrm>
        </p:grpSpPr>
        <p:sp>
          <p:nvSpPr>
            <p:cNvPr id="12508" name="Google Shape;12508;p67"/>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67"/>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0" name="Google Shape;12510;p67"/>
          <p:cNvGrpSpPr/>
          <p:nvPr/>
        </p:nvGrpSpPr>
        <p:grpSpPr>
          <a:xfrm>
            <a:off x="4148749" y="2178266"/>
            <a:ext cx="355136" cy="216256"/>
            <a:chOff x="4148749" y="2102066"/>
            <a:chExt cx="355136" cy="216256"/>
          </a:xfrm>
        </p:grpSpPr>
        <p:sp>
          <p:nvSpPr>
            <p:cNvPr id="12511" name="Google Shape;12511;p67"/>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67"/>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3" name="Google Shape;12513;p67"/>
          <p:cNvGrpSpPr/>
          <p:nvPr/>
        </p:nvGrpSpPr>
        <p:grpSpPr>
          <a:xfrm>
            <a:off x="5794669" y="2077626"/>
            <a:ext cx="354752" cy="315360"/>
            <a:chOff x="5794669" y="2001426"/>
            <a:chExt cx="354752" cy="315360"/>
          </a:xfrm>
        </p:grpSpPr>
        <p:sp>
          <p:nvSpPr>
            <p:cNvPr id="12514" name="Google Shape;12514;p67"/>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67"/>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6" name="Google Shape;12516;p67"/>
          <p:cNvGrpSpPr/>
          <p:nvPr/>
        </p:nvGrpSpPr>
        <p:grpSpPr>
          <a:xfrm>
            <a:off x="6345229" y="2106042"/>
            <a:ext cx="352832" cy="289216"/>
            <a:chOff x="6345229" y="2029842"/>
            <a:chExt cx="352832" cy="289216"/>
          </a:xfrm>
        </p:grpSpPr>
        <p:sp>
          <p:nvSpPr>
            <p:cNvPr id="12517" name="Google Shape;12517;p67"/>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8" name="Google Shape;12518;p67"/>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9" name="Google Shape;12519;p67"/>
          <p:cNvGrpSpPr/>
          <p:nvPr/>
        </p:nvGrpSpPr>
        <p:grpSpPr>
          <a:xfrm>
            <a:off x="4697389" y="2112538"/>
            <a:ext cx="354752" cy="281984"/>
            <a:chOff x="4697389" y="2036338"/>
            <a:chExt cx="354752" cy="281984"/>
          </a:xfrm>
        </p:grpSpPr>
        <p:sp>
          <p:nvSpPr>
            <p:cNvPr id="12520" name="Google Shape;12520;p67"/>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67"/>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2" name="Google Shape;12522;p67"/>
          <p:cNvGrpSpPr/>
          <p:nvPr/>
        </p:nvGrpSpPr>
        <p:grpSpPr>
          <a:xfrm>
            <a:off x="1404013" y="2500954"/>
            <a:ext cx="353600" cy="354944"/>
            <a:chOff x="1404013" y="2424754"/>
            <a:chExt cx="353600" cy="354944"/>
          </a:xfrm>
        </p:grpSpPr>
        <p:sp>
          <p:nvSpPr>
            <p:cNvPr id="12523" name="Google Shape;12523;p67"/>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67"/>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67"/>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67"/>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67"/>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8" name="Google Shape;12528;p67"/>
          <p:cNvGrpSpPr/>
          <p:nvPr/>
        </p:nvGrpSpPr>
        <p:grpSpPr>
          <a:xfrm>
            <a:off x="854253" y="2504474"/>
            <a:ext cx="355104" cy="351040"/>
            <a:chOff x="854253" y="2428274"/>
            <a:chExt cx="355104" cy="351040"/>
          </a:xfrm>
        </p:grpSpPr>
        <p:sp>
          <p:nvSpPr>
            <p:cNvPr id="12529" name="Google Shape;12529;p67"/>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67"/>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1" name="Google Shape;12531;p67"/>
          <p:cNvGrpSpPr/>
          <p:nvPr/>
        </p:nvGrpSpPr>
        <p:grpSpPr>
          <a:xfrm>
            <a:off x="6896909" y="2517146"/>
            <a:ext cx="354752" cy="275904"/>
            <a:chOff x="6896909" y="2440946"/>
            <a:chExt cx="354752" cy="275904"/>
          </a:xfrm>
        </p:grpSpPr>
        <p:sp>
          <p:nvSpPr>
            <p:cNvPr id="12532" name="Google Shape;12532;p67"/>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67"/>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34" name="Google Shape;12534;p67"/>
          <p:cNvSpPr/>
          <p:nvPr/>
        </p:nvSpPr>
        <p:spPr>
          <a:xfrm>
            <a:off x="6347501" y="2524954"/>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35" name="Google Shape;12535;p67"/>
          <p:cNvGrpSpPr/>
          <p:nvPr/>
        </p:nvGrpSpPr>
        <p:grpSpPr>
          <a:xfrm>
            <a:off x="5265069" y="2500954"/>
            <a:ext cx="321984" cy="354560"/>
            <a:chOff x="5265069" y="2424754"/>
            <a:chExt cx="321984" cy="354560"/>
          </a:xfrm>
        </p:grpSpPr>
        <p:sp>
          <p:nvSpPr>
            <p:cNvPr id="12536" name="Google Shape;12536;p67"/>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67"/>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8" name="Google Shape;12538;p67"/>
          <p:cNvGrpSpPr/>
          <p:nvPr/>
        </p:nvGrpSpPr>
        <p:grpSpPr>
          <a:xfrm>
            <a:off x="4150669" y="2542970"/>
            <a:ext cx="355104" cy="259584"/>
            <a:chOff x="4150669" y="2466770"/>
            <a:chExt cx="355104" cy="259584"/>
          </a:xfrm>
        </p:grpSpPr>
        <p:sp>
          <p:nvSpPr>
            <p:cNvPr id="12539" name="Google Shape;12539;p67"/>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67"/>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67"/>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67"/>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3" name="Google Shape;12543;p67"/>
          <p:cNvGrpSpPr/>
          <p:nvPr/>
        </p:nvGrpSpPr>
        <p:grpSpPr>
          <a:xfrm>
            <a:off x="4699693" y="2501146"/>
            <a:ext cx="354336" cy="353984"/>
            <a:chOff x="4699693" y="2424946"/>
            <a:chExt cx="354336" cy="353984"/>
          </a:xfrm>
        </p:grpSpPr>
        <p:sp>
          <p:nvSpPr>
            <p:cNvPr id="12544" name="Google Shape;12544;p67"/>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67"/>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46" name="Google Shape;12546;p67"/>
          <p:cNvSpPr/>
          <p:nvPr/>
        </p:nvSpPr>
        <p:spPr>
          <a:xfrm>
            <a:off x="5809901" y="2500794"/>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67"/>
          <p:cNvSpPr/>
          <p:nvPr/>
        </p:nvSpPr>
        <p:spPr>
          <a:xfrm>
            <a:off x="3051853" y="2539738"/>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48" name="Google Shape;12548;p67"/>
          <p:cNvGrpSpPr/>
          <p:nvPr/>
        </p:nvGrpSpPr>
        <p:grpSpPr>
          <a:xfrm>
            <a:off x="1953037" y="2628442"/>
            <a:ext cx="355136" cy="227072"/>
            <a:chOff x="1953037" y="2552242"/>
            <a:chExt cx="355136" cy="227072"/>
          </a:xfrm>
        </p:grpSpPr>
        <p:sp>
          <p:nvSpPr>
            <p:cNvPr id="12549" name="Google Shape;12549;p67"/>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67"/>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51" name="Google Shape;12551;p67"/>
          <p:cNvSpPr/>
          <p:nvPr/>
        </p:nvSpPr>
        <p:spPr>
          <a:xfrm>
            <a:off x="3603917" y="2500346"/>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52" name="Google Shape;12552;p67"/>
          <p:cNvGrpSpPr/>
          <p:nvPr/>
        </p:nvGrpSpPr>
        <p:grpSpPr>
          <a:xfrm>
            <a:off x="2500941" y="2603418"/>
            <a:ext cx="355104" cy="250944"/>
            <a:chOff x="2500941" y="2527218"/>
            <a:chExt cx="355104" cy="250944"/>
          </a:xfrm>
        </p:grpSpPr>
        <p:sp>
          <p:nvSpPr>
            <p:cNvPr id="12553" name="Google Shape;12553;p67"/>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67"/>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67"/>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67"/>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67"/>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58" name="Google Shape;12558;p67"/>
          <p:cNvSpPr/>
          <p:nvPr/>
        </p:nvSpPr>
        <p:spPr>
          <a:xfrm>
            <a:off x="7447437" y="2575482"/>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59" name="Google Shape;12559;p67"/>
          <p:cNvGrpSpPr/>
          <p:nvPr/>
        </p:nvGrpSpPr>
        <p:grpSpPr>
          <a:xfrm>
            <a:off x="7993805" y="2503322"/>
            <a:ext cx="356256" cy="351808"/>
            <a:chOff x="7993805" y="2427122"/>
            <a:chExt cx="356256" cy="351808"/>
          </a:xfrm>
        </p:grpSpPr>
        <p:sp>
          <p:nvSpPr>
            <p:cNvPr id="12560" name="Google Shape;12560;p67"/>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67"/>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67"/>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3" name="Google Shape;12563;p67"/>
          <p:cNvGrpSpPr/>
          <p:nvPr/>
        </p:nvGrpSpPr>
        <p:grpSpPr>
          <a:xfrm>
            <a:off x="878637" y="2041210"/>
            <a:ext cx="308640" cy="353312"/>
            <a:chOff x="878637" y="1965010"/>
            <a:chExt cx="308640" cy="353312"/>
          </a:xfrm>
        </p:grpSpPr>
        <p:sp>
          <p:nvSpPr>
            <p:cNvPr id="12564" name="Google Shape;12564;p67"/>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67"/>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67"/>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7" name="Google Shape;12567;p67"/>
          <p:cNvGrpSpPr/>
          <p:nvPr/>
        </p:nvGrpSpPr>
        <p:grpSpPr>
          <a:xfrm>
            <a:off x="6896141" y="2040922"/>
            <a:ext cx="348256" cy="352448"/>
            <a:chOff x="6896141" y="1964722"/>
            <a:chExt cx="348256" cy="352448"/>
          </a:xfrm>
        </p:grpSpPr>
        <p:sp>
          <p:nvSpPr>
            <p:cNvPr id="12568" name="Google Shape;12568;p67"/>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67"/>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67"/>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1" name="Google Shape;12571;p67"/>
          <p:cNvGrpSpPr/>
          <p:nvPr/>
        </p:nvGrpSpPr>
        <p:grpSpPr>
          <a:xfrm>
            <a:off x="7989997" y="2091578"/>
            <a:ext cx="355136" cy="303328"/>
            <a:chOff x="7989997" y="2015378"/>
            <a:chExt cx="355136" cy="303328"/>
          </a:xfrm>
        </p:grpSpPr>
        <p:sp>
          <p:nvSpPr>
            <p:cNvPr id="12572" name="Google Shape;12572;p67"/>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67"/>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67"/>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5" name="Google Shape;12575;p67"/>
          <p:cNvGrpSpPr/>
          <p:nvPr/>
        </p:nvGrpSpPr>
        <p:grpSpPr>
          <a:xfrm>
            <a:off x="3598221" y="1585562"/>
            <a:ext cx="348640" cy="330784"/>
            <a:chOff x="3598221" y="1509362"/>
            <a:chExt cx="348640" cy="330784"/>
          </a:xfrm>
        </p:grpSpPr>
        <p:sp>
          <p:nvSpPr>
            <p:cNvPr id="12576" name="Google Shape;12576;p67"/>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67"/>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67"/>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67"/>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0" name="Google Shape;12580;p67"/>
          <p:cNvGrpSpPr/>
          <p:nvPr/>
        </p:nvGrpSpPr>
        <p:grpSpPr>
          <a:xfrm>
            <a:off x="5246797" y="1576858"/>
            <a:ext cx="347872" cy="347488"/>
            <a:chOff x="5246797" y="1500658"/>
            <a:chExt cx="347872" cy="347488"/>
          </a:xfrm>
        </p:grpSpPr>
        <p:sp>
          <p:nvSpPr>
            <p:cNvPr id="12581" name="Google Shape;12581;p67"/>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67"/>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67"/>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67"/>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85" name="Google Shape;12585;p67"/>
          <p:cNvGrpSpPr/>
          <p:nvPr/>
        </p:nvGrpSpPr>
        <p:grpSpPr>
          <a:xfrm>
            <a:off x="5796589" y="1576858"/>
            <a:ext cx="349024" cy="346752"/>
            <a:chOff x="5796589" y="1500658"/>
            <a:chExt cx="349024" cy="346752"/>
          </a:xfrm>
        </p:grpSpPr>
        <p:sp>
          <p:nvSpPr>
            <p:cNvPr id="12586" name="Google Shape;12586;p67"/>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87" name="Google Shape;12587;p67"/>
            <p:cNvGrpSpPr/>
            <p:nvPr/>
          </p:nvGrpSpPr>
          <p:grpSpPr>
            <a:xfrm>
              <a:off x="5796589" y="1500658"/>
              <a:ext cx="349024" cy="346752"/>
              <a:chOff x="5796589" y="1500658"/>
              <a:chExt cx="349024" cy="346752"/>
            </a:xfrm>
          </p:grpSpPr>
          <p:sp>
            <p:nvSpPr>
              <p:cNvPr id="12588" name="Google Shape;12588;p67"/>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67"/>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0" name="Google Shape;12590;p67"/>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67"/>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592" name="Google Shape;12592;p67"/>
          <p:cNvGrpSpPr/>
          <p:nvPr/>
        </p:nvGrpSpPr>
        <p:grpSpPr>
          <a:xfrm>
            <a:off x="6895373" y="1578778"/>
            <a:ext cx="348640" cy="343296"/>
            <a:chOff x="6895373" y="1502578"/>
            <a:chExt cx="348640" cy="343296"/>
          </a:xfrm>
        </p:grpSpPr>
        <p:sp>
          <p:nvSpPr>
            <p:cNvPr id="12593" name="Google Shape;12593;p67"/>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67"/>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67"/>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6" name="Google Shape;12596;p67"/>
          <p:cNvGrpSpPr/>
          <p:nvPr/>
        </p:nvGrpSpPr>
        <p:grpSpPr>
          <a:xfrm>
            <a:off x="4147597" y="1581658"/>
            <a:ext cx="347904" cy="336992"/>
            <a:chOff x="4147597" y="1505458"/>
            <a:chExt cx="347904" cy="336992"/>
          </a:xfrm>
        </p:grpSpPr>
        <p:sp>
          <p:nvSpPr>
            <p:cNvPr id="12597" name="Google Shape;12597;p67"/>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67"/>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67"/>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67"/>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67"/>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67"/>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67"/>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4" name="Google Shape;12604;p67"/>
          <p:cNvGrpSpPr/>
          <p:nvPr/>
        </p:nvGrpSpPr>
        <p:grpSpPr>
          <a:xfrm>
            <a:off x="2499405" y="1576090"/>
            <a:ext cx="347488" cy="348256"/>
            <a:chOff x="2499405" y="1499890"/>
            <a:chExt cx="347488" cy="348256"/>
          </a:xfrm>
        </p:grpSpPr>
        <p:sp>
          <p:nvSpPr>
            <p:cNvPr id="12605" name="Google Shape;12605;p67"/>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67"/>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67"/>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67"/>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67"/>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0" name="Google Shape;12610;p67"/>
          <p:cNvGrpSpPr/>
          <p:nvPr/>
        </p:nvGrpSpPr>
        <p:grpSpPr>
          <a:xfrm>
            <a:off x="1956845" y="1576698"/>
            <a:ext cx="331520" cy="348032"/>
            <a:chOff x="1956845" y="1500498"/>
            <a:chExt cx="331520" cy="348032"/>
          </a:xfrm>
        </p:grpSpPr>
        <p:sp>
          <p:nvSpPr>
            <p:cNvPr id="12611" name="Google Shape;12611;p67"/>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67"/>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67"/>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67"/>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67"/>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67"/>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67"/>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67"/>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67"/>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67"/>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1" name="Google Shape;12621;p67"/>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2" name="Google Shape;12622;p67"/>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3" name="Google Shape;12623;p67"/>
          <p:cNvGrpSpPr/>
          <p:nvPr/>
        </p:nvGrpSpPr>
        <p:grpSpPr>
          <a:xfrm>
            <a:off x="6345613" y="1626074"/>
            <a:ext cx="348640" cy="250656"/>
            <a:chOff x="6345613" y="1549874"/>
            <a:chExt cx="348640" cy="250656"/>
          </a:xfrm>
        </p:grpSpPr>
        <p:sp>
          <p:nvSpPr>
            <p:cNvPr id="12624" name="Google Shape;12624;p67"/>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5" name="Google Shape;12625;p67"/>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67"/>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67"/>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67"/>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67"/>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0" name="Google Shape;12630;p67"/>
          <p:cNvGrpSpPr/>
          <p:nvPr/>
        </p:nvGrpSpPr>
        <p:grpSpPr>
          <a:xfrm>
            <a:off x="7444781" y="1583226"/>
            <a:ext cx="348640" cy="334272"/>
            <a:chOff x="7444781" y="1507026"/>
            <a:chExt cx="348640" cy="334272"/>
          </a:xfrm>
        </p:grpSpPr>
        <p:sp>
          <p:nvSpPr>
            <p:cNvPr id="12631" name="Google Shape;12631;p67"/>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67"/>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67"/>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67"/>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67"/>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6" name="Google Shape;12636;p67"/>
          <p:cNvGrpSpPr/>
          <p:nvPr/>
        </p:nvGrpSpPr>
        <p:grpSpPr>
          <a:xfrm>
            <a:off x="7995341" y="1582938"/>
            <a:ext cx="347872" cy="334944"/>
            <a:chOff x="7995341" y="1506738"/>
            <a:chExt cx="347872" cy="334944"/>
          </a:xfrm>
        </p:grpSpPr>
        <p:sp>
          <p:nvSpPr>
            <p:cNvPr id="12637" name="Google Shape;12637;p67"/>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67"/>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67"/>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67"/>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67"/>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67"/>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43" name="Google Shape;12643;p67"/>
          <p:cNvGrpSpPr/>
          <p:nvPr/>
        </p:nvGrpSpPr>
        <p:grpSpPr>
          <a:xfrm>
            <a:off x="3048045" y="1599130"/>
            <a:ext cx="347872" cy="303904"/>
            <a:chOff x="3048045" y="1522930"/>
            <a:chExt cx="347872" cy="303904"/>
          </a:xfrm>
        </p:grpSpPr>
        <p:sp>
          <p:nvSpPr>
            <p:cNvPr id="12644" name="Google Shape;12644;p67"/>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45" name="Google Shape;12645;p67"/>
            <p:cNvGrpSpPr/>
            <p:nvPr/>
          </p:nvGrpSpPr>
          <p:grpSpPr>
            <a:xfrm>
              <a:off x="3048045" y="1522930"/>
              <a:ext cx="347872" cy="303904"/>
              <a:chOff x="3048045" y="1522930"/>
              <a:chExt cx="347872" cy="303904"/>
            </a:xfrm>
          </p:grpSpPr>
          <p:sp>
            <p:nvSpPr>
              <p:cNvPr id="12646" name="Google Shape;12646;p67"/>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67"/>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648" name="Google Shape;12648;p67"/>
          <p:cNvGrpSpPr/>
          <p:nvPr/>
        </p:nvGrpSpPr>
        <p:grpSpPr>
          <a:xfrm>
            <a:off x="1133133" y="3428122"/>
            <a:ext cx="313984" cy="358560"/>
            <a:chOff x="1133133" y="3351922"/>
            <a:chExt cx="313984" cy="358560"/>
          </a:xfrm>
        </p:grpSpPr>
        <p:sp>
          <p:nvSpPr>
            <p:cNvPr id="12649" name="Google Shape;12649;p67"/>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0" name="Google Shape;12650;p67"/>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1" name="Google Shape;12651;p67"/>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67"/>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67"/>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67"/>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67"/>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67"/>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67"/>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67"/>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67"/>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67"/>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1" name="Google Shape;12661;p67"/>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2" name="Google Shape;12662;p67"/>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67"/>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67"/>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65" name="Google Shape;12665;p67"/>
          <p:cNvSpPr/>
          <p:nvPr/>
        </p:nvSpPr>
        <p:spPr>
          <a:xfrm>
            <a:off x="1709197" y="3430042"/>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66" name="Google Shape;12666;p67"/>
          <p:cNvGrpSpPr/>
          <p:nvPr/>
        </p:nvGrpSpPr>
        <p:grpSpPr>
          <a:xfrm>
            <a:off x="2795053" y="3428794"/>
            <a:ext cx="288448" cy="357120"/>
            <a:chOff x="2795053" y="3352594"/>
            <a:chExt cx="288448" cy="357120"/>
          </a:xfrm>
        </p:grpSpPr>
        <p:sp>
          <p:nvSpPr>
            <p:cNvPr id="12667" name="Google Shape;12667;p67"/>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67"/>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67"/>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67"/>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67"/>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2" name="Google Shape;12672;p67"/>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3" name="Google Shape;12673;p67"/>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67"/>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67"/>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6" name="Google Shape;12676;p67"/>
          <p:cNvGrpSpPr/>
          <p:nvPr/>
        </p:nvGrpSpPr>
        <p:grpSpPr>
          <a:xfrm>
            <a:off x="2236525" y="3429402"/>
            <a:ext cx="304832" cy="356512"/>
            <a:chOff x="2236525" y="3353202"/>
            <a:chExt cx="304832" cy="356512"/>
          </a:xfrm>
        </p:grpSpPr>
        <p:sp>
          <p:nvSpPr>
            <p:cNvPr id="12677" name="Google Shape;12677;p67"/>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8" name="Google Shape;12678;p67"/>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9" name="Google Shape;12679;p67"/>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0" name="Google Shape;12680;p67"/>
          <p:cNvGrpSpPr/>
          <p:nvPr/>
        </p:nvGrpSpPr>
        <p:grpSpPr>
          <a:xfrm>
            <a:off x="3910637" y="3428890"/>
            <a:ext cx="256800" cy="357024"/>
            <a:chOff x="3910637" y="3352690"/>
            <a:chExt cx="256800" cy="357024"/>
          </a:xfrm>
        </p:grpSpPr>
        <p:sp>
          <p:nvSpPr>
            <p:cNvPr id="12681" name="Google Shape;12681;p67"/>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67"/>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67"/>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4" name="Google Shape;12684;p67"/>
          <p:cNvGrpSpPr/>
          <p:nvPr/>
        </p:nvGrpSpPr>
        <p:grpSpPr>
          <a:xfrm>
            <a:off x="6056429" y="3428122"/>
            <a:ext cx="360064" cy="360096"/>
            <a:chOff x="6056429" y="3351922"/>
            <a:chExt cx="360064" cy="360096"/>
          </a:xfrm>
        </p:grpSpPr>
        <p:sp>
          <p:nvSpPr>
            <p:cNvPr id="12685" name="Google Shape;12685;p67"/>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67"/>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67"/>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88" name="Google Shape;12688;p67"/>
          <p:cNvGrpSpPr/>
          <p:nvPr/>
        </p:nvGrpSpPr>
        <p:grpSpPr>
          <a:xfrm>
            <a:off x="6608877" y="3429274"/>
            <a:ext cx="357408" cy="357408"/>
            <a:chOff x="6608877" y="3353074"/>
            <a:chExt cx="357408" cy="357408"/>
          </a:xfrm>
        </p:grpSpPr>
        <p:sp>
          <p:nvSpPr>
            <p:cNvPr id="12689" name="Google Shape;12689;p67"/>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67"/>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1" name="Google Shape;12691;p67"/>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67"/>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67"/>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67"/>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67"/>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96" name="Google Shape;12696;p67"/>
          <p:cNvSpPr/>
          <p:nvPr/>
        </p:nvSpPr>
        <p:spPr>
          <a:xfrm>
            <a:off x="7708045" y="3427738"/>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67"/>
          <p:cNvSpPr/>
          <p:nvPr/>
        </p:nvSpPr>
        <p:spPr>
          <a:xfrm>
            <a:off x="4423085" y="3429274"/>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698" name="Google Shape;12698;p67"/>
          <p:cNvGrpSpPr/>
          <p:nvPr/>
        </p:nvGrpSpPr>
        <p:grpSpPr>
          <a:xfrm>
            <a:off x="4959533" y="3446426"/>
            <a:ext cx="357408" cy="323488"/>
            <a:chOff x="4959533" y="3370226"/>
            <a:chExt cx="357408" cy="323488"/>
          </a:xfrm>
        </p:grpSpPr>
        <p:sp>
          <p:nvSpPr>
            <p:cNvPr id="12699" name="Google Shape;12699;p67"/>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0" name="Google Shape;12700;p67"/>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1" name="Google Shape;12701;p67"/>
          <p:cNvGrpSpPr/>
          <p:nvPr/>
        </p:nvGrpSpPr>
        <p:grpSpPr>
          <a:xfrm>
            <a:off x="7158637" y="3429274"/>
            <a:ext cx="357056" cy="357408"/>
            <a:chOff x="7158637" y="3353074"/>
            <a:chExt cx="357056" cy="357408"/>
          </a:xfrm>
        </p:grpSpPr>
        <p:sp>
          <p:nvSpPr>
            <p:cNvPr id="12702" name="Google Shape;12702;p67"/>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67"/>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4" name="Google Shape;12704;p67"/>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5" name="Google Shape;12705;p67"/>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6" name="Google Shape;12706;p67"/>
          <p:cNvGrpSpPr/>
          <p:nvPr/>
        </p:nvGrpSpPr>
        <p:grpSpPr>
          <a:xfrm>
            <a:off x="3316269" y="3428602"/>
            <a:ext cx="344832" cy="356544"/>
            <a:chOff x="3316269" y="3352402"/>
            <a:chExt cx="344832" cy="356544"/>
          </a:xfrm>
        </p:grpSpPr>
        <p:sp>
          <p:nvSpPr>
            <p:cNvPr id="12707" name="Google Shape;12707;p67"/>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67"/>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67"/>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0" name="Google Shape;12710;p67"/>
          <p:cNvGrpSpPr/>
          <p:nvPr/>
        </p:nvGrpSpPr>
        <p:grpSpPr>
          <a:xfrm>
            <a:off x="5508909" y="3447706"/>
            <a:ext cx="358560" cy="319552"/>
            <a:chOff x="5508909" y="3371506"/>
            <a:chExt cx="358560" cy="319552"/>
          </a:xfrm>
        </p:grpSpPr>
        <p:sp>
          <p:nvSpPr>
            <p:cNvPr id="12711" name="Google Shape;12711;p67"/>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67"/>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67"/>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67"/>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67"/>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67"/>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7" name="Google Shape;12717;p67"/>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8" name="Google Shape;12718;p67"/>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67"/>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67"/>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21" name="Google Shape;12721;p67"/>
          <p:cNvSpPr txBox="1"/>
          <p:nvPr/>
        </p:nvSpPr>
        <p:spPr>
          <a:xfrm>
            <a:off x="1048350" y="721025"/>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Nature Icons</a:t>
            </a:r>
            <a:endParaRPr sz="2400">
              <a:solidFill>
                <a:srgbClr val="FFFFFF"/>
              </a:solidFil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725"/>
        <p:cNvGrpSpPr/>
        <p:nvPr/>
      </p:nvGrpSpPr>
      <p:grpSpPr>
        <a:xfrm>
          <a:off x="0" y="0"/>
          <a:ext cx="0" cy="0"/>
          <a:chOff x="0" y="0"/>
          <a:chExt cx="0" cy="0"/>
        </a:xfrm>
      </p:grpSpPr>
      <p:sp>
        <p:nvSpPr>
          <p:cNvPr id="12726" name="Google Shape;12726;p68"/>
          <p:cNvSpPr/>
          <p:nvPr/>
        </p:nvSpPr>
        <p:spPr>
          <a:xfrm>
            <a:off x="2601855" y="3893161"/>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27" name="Google Shape;12727;p68"/>
          <p:cNvGrpSpPr/>
          <p:nvPr/>
        </p:nvGrpSpPr>
        <p:grpSpPr>
          <a:xfrm>
            <a:off x="3051327" y="3893352"/>
            <a:ext cx="346056" cy="345674"/>
            <a:chOff x="3303268" y="3817349"/>
            <a:chExt cx="346056" cy="345674"/>
          </a:xfrm>
        </p:grpSpPr>
        <p:sp>
          <p:nvSpPr>
            <p:cNvPr id="12728" name="Google Shape;12728;p68"/>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68"/>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68"/>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68"/>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2" name="Google Shape;12732;p68"/>
          <p:cNvGrpSpPr/>
          <p:nvPr/>
        </p:nvGrpSpPr>
        <p:grpSpPr>
          <a:xfrm>
            <a:off x="3500416" y="3893352"/>
            <a:ext cx="346056" cy="345674"/>
            <a:chOff x="3752358" y="3817349"/>
            <a:chExt cx="346056" cy="345674"/>
          </a:xfrm>
        </p:grpSpPr>
        <p:sp>
          <p:nvSpPr>
            <p:cNvPr id="12733" name="Google Shape;12733;p68"/>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4" name="Google Shape;12734;p68"/>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68"/>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68"/>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7" name="Google Shape;12737;p68"/>
          <p:cNvGrpSpPr/>
          <p:nvPr/>
        </p:nvGrpSpPr>
        <p:grpSpPr>
          <a:xfrm>
            <a:off x="4848066" y="3893352"/>
            <a:ext cx="346024" cy="345674"/>
            <a:chOff x="5100008" y="3817349"/>
            <a:chExt cx="346024" cy="345674"/>
          </a:xfrm>
        </p:grpSpPr>
        <p:sp>
          <p:nvSpPr>
            <p:cNvPr id="12738" name="Google Shape;12738;p68"/>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9" name="Google Shape;12739;p68"/>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0" name="Google Shape;12740;p68"/>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1" name="Google Shape;12741;p68"/>
          <p:cNvGrpSpPr/>
          <p:nvPr/>
        </p:nvGrpSpPr>
        <p:grpSpPr>
          <a:xfrm>
            <a:off x="5746977" y="3893352"/>
            <a:ext cx="345674" cy="345674"/>
            <a:chOff x="5998919" y="3817349"/>
            <a:chExt cx="345674" cy="345674"/>
          </a:xfrm>
        </p:grpSpPr>
        <p:sp>
          <p:nvSpPr>
            <p:cNvPr id="12742" name="Google Shape;12742;p68"/>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68"/>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68"/>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5" name="Google Shape;12745;p68"/>
          <p:cNvGrpSpPr/>
          <p:nvPr/>
        </p:nvGrpSpPr>
        <p:grpSpPr>
          <a:xfrm>
            <a:off x="3949506" y="3893352"/>
            <a:ext cx="346024" cy="345674"/>
            <a:chOff x="4201447" y="3817349"/>
            <a:chExt cx="346024" cy="345674"/>
          </a:xfrm>
        </p:grpSpPr>
        <p:sp>
          <p:nvSpPr>
            <p:cNvPr id="12746" name="Google Shape;12746;p68"/>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68"/>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48" name="Google Shape;12748;p68"/>
          <p:cNvGrpSpPr/>
          <p:nvPr/>
        </p:nvGrpSpPr>
        <p:grpSpPr>
          <a:xfrm>
            <a:off x="4398977" y="3893352"/>
            <a:ext cx="346024" cy="345674"/>
            <a:chOff x="4650919" y="3817349"/>
            <a:chExt cx="346024" cy="345674"/>
          </a:xfrm>
        </p:grpSpPr>
        <p:sp>
          <p:nvSpPr>
            <p:cNvPr id="12749" name="Google Shape;12749;p68"/>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68"/>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68"/>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2" name="Google Shape;12752;p68"/>
          <p:cNvGrpSpPr/>
          <p:nvPr/>
        </p:nvGrpSpPr>
        <p:grpSpPr>
          <a:xfrm>
            <a:off x="5297920" y="3893352"/>
            <a:ext cx="345642" cy="345674"/>
            <a:chOff x="5549861" y="3817349"/>
            <a:chExt cx="345642" cy="345674"/>
          </a:xfrm>
        </p:grpSpPr>
        <p:sp>
          <p:nvSpPr>
            <p:cNvPr id="12753" name="Google Shape;12753;p68"/>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68"/>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68"/>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6" name="Google Shape;12756;p68"/>
          <p:cNvGrpSpPr/>
          <p:nvPr/>
        </p:nvGrpSpPr>
        <p:grpSpPr>
          <a:xfrm>
            <a:off x="1306445" y="3474029"/>
            <a:ext cx="367255" cy="269855"/>
            <a:chOff x="1306445" y="3397829"/>
            <a:chExt cx="367255" cy="269855"/>
          </a:xfrm>
        </p:grpSpPr>
        <p:sp>
          <p:nvSpPr>
            <p:cNvPr id="12757" name="Google Shape;12757;p68"/>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68"/>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68"/>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68"/>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68"/>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68"/>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3" name="Google Shape;12763;p68"/>
          <p:cNvGrpSpPr/>
          <p:nvPr/>
        </p:nvGrpSpPr>
        <p:grpSpPr>
          <a:xfrm>
            <a:off x="1781317" y="3467600"/>
            <a:ext cx="367255" cy="282364"/>
            <a:chOff x="1781317" y="3391400"/>
            <a:chExt cx="367255" cy="282364"/>
          </a:xfrm>
        </p:grpSpPr>
        <p:sp>
          <p:nvSpPr>
            <p:cNvPr id="12764" name="Google Shape;12764;p68"/>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68"/>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6" name="Google Shape;12766;p68"/>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7" name="Google Shape;12767;p68"/>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68"/>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68"/>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70" name="Google Shape;12770;p68"/>
          <p:cNvGrpSpPr/>
          <p:nvPr/>
        </p:nvGrpSpPr>
        <p:grpSpPr>
          <a:xfrm>
            <a:off x="3678830" y="3447133"/>
            <a:ext cx="369164" cy="323297"/>
            <a:chOff x="3678830" y="3370933"/>
            <a:chExt cx="369164" cy="323297"/>
          </a:xfrm>
        </p:grpSpPr>
        <p:sp>
          <p:nvSpPr>
            <p:cNvPr id="12771" name="Google Shape;12771;p68"/>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68"/>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68"/>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68"/>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68"/>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68"/>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68"/>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68"/>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68"/>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68"/>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1" name="Google Shape;12781;p68"/>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2" name="Google Shape;12782;p68"/>
          <p:cNvGrpSpPr/>
          <p:nvPr/>
        </p:nvGrpSpPr>
        <p:grpSpPr>
          <a:xfrm>
            <a:off x="859265" y="3424375"/>
            <a:ext cx="312316" cy="368400"/>
            <a:chOff x="859265" y="3348175"/>
            <a:chExt cx="312316" cy="368400"/>
          </a:xfrm>
        </p:grpSpPr>
        <p:sp>
          <p:nvSpPr>
            <p:cNvPr id="12783" name="Google Shape;12783;p68"/>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68"/>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5" name="Google Shape;12785;p68"/>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6" name="Google Shape;12786;p68"/>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68"/>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88" name="Google Shape;12788;p68"/>
          <p:cNvSpPr/>
          <p:nvPr/>
        </p:nvSpPr>
        <p:spPr>
          <a:xfrm>
            <a:off x="2256921" y="3454327"/>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89" name="Google Shape;12789;p68"/>
          <p:cNvGrpSpPr/>
          <p:nvPr/>
        </p:nvGrpSpPr>
        <p:grpSpPr>
          <a:xfrm>
            <a:off x="2766374" y="3437213"/>
            <a:ext cx="330110" cy="308908"/>
            <a:chOff x="2766264" y="3394042"/>
            <a:chExt cx="294873" cy="275934"/>
          </a:xfrm>
        </p:grpSpPr>
        <p:sp>
          <p:nvSpPr>
            <p:cNvPr id="12790" name="Google Shape;12790;p68"/>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68"/>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2" name="Google Shape;12792;p68"/>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3" name="Google Shape;12793;p68"/>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94" name="Google Shape;12794;p68"/>
          <p:cNvGrpSpPr/>
          <p:nvPr/>
        </p:nvGrpSpPr>
        <p:grpSpPr>
          <a:xfrm>
            <a:off x="3214972" y="3435388"/>
            <a:ext cx="346406" cy="347552"/>
            <a:chOff x="3214972" y="3359188"/>
            <a:chExt cx="346406" cy="347552"/>
          </a:xfrm>
        </p:grpSpPr>
        <p:sp>
          <p:nvSpPr>
            <p:cNvPr id="12795" name="Google Shape;12795;p68"/>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68"/>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68"/>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68"/>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68"/>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68"/>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1" name="Google Shape;12801;p68"/>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2" name="Google Shape;12802;p68"/>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68"/>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68"/>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68"/>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68"/>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68"/>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68"/>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9" name="Google Shape;12809;p68"/>
          <p:cNvGrpSpPr/>
          <p:nvPr/>
        </p:nvGrpSpPr>
        <p:grpSpPr>
          <a:xfrm>
            <a:off x="4629306" y="3485393"/>
            <a:ext cx="367255" cy="244486"/>
            <a:chOff x="4629306" y="3409193"/>
            <a:chExt cx="367255" cy="244486"/>
          </a:xfrm>
        </p:grpSpPr>
        <p:sp>
          <p:nvSpPr>
            <p:cNvPr id="12810" name="Google Shape;12810;p68"/>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68"/>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68"/>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68"/>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68"/>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68"/>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68"/>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68"/>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68"/>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68"/>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0" name="Google Shape;12820;p68"/>
          <p:cNvGrpSpPr/>
          <p:nvPr/>
        </p:nvGrpSpPr>
        <p:grpSpPr>
          <a:xfrm>
            <a:off x="4193490" y="3426284"/>
            <a:ext cx="289939" cy="334661"/>
            <a:chOff x="4193490" y="3350084"/>
            <a:chExt cx="289939" cy="334661"/>
          </a:xfrm>
        </p:grpSpPr>
        <p:sp>
          <p:nvSpPr>
            <p:cNvPr id="12821" name="Google Shape;12821;p68"/>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2" name="Google Shape;12822;p68"/>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3" name="Google Shape;12823;p68"/>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68"/>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68"/>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68"/>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68"/>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68"/>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68"/>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68"/>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1" name="Google Shape;12831;p68"/>
          <p:cNvGrpSpPr/>
          <p:nvPr/>
        </p:nvGrpSpPr>
        <p:grpSpPr>
          <a:xfrm>
            <a:off x="6533281" y="3427430"/>
            <a:ext cx="357037" cy="357005"/>
            <a:chOff x="6533281" y="3351230"/>
            <a:chExt cx="357037" cy="357005"/>
          </a:xfrm>
        </p:grpSpPr>
        <p:sp>
          <p:nvSpPr>
            <p:cNvPr id="12832" name="Google Shape;12832;p68"/>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68"/>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68"/>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5" name="Google Shape;12835;p68"/>
          <p:cNvGrpSpPr/>
          <p:nvPr/>
        </p:nvGrpSpPr>
        <p:grpSpPr>
          <a:xfrm>
            <a:off x="6058441" y="3427430"/>
            <a:ext cx="357387" cy="357005"/>
            <a:chOff x="6058441" y="3351230"/>
            <a:chExt cx="357387" cy="357005"/>
          </a:xfrm>
        </p:grpSpPr>
        <p:sp>
          <p:nvSpPr>
            <p:cNvPr id="12836" name="Google Shape;12836;p68"/>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7" name="Google Shape;12837;p68"/>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8" name="Google Shape;12838;p68"/>
          <p:cNvGrpSpPr/>
          <p:nvPr/>
        </p:nvGrpSpPr>
        <p:grpSpPr>
          <a:xfrm>
            <a:off x="7957483" y="3427048"/>
            <a:ext cx="357387" cy="357387"/>
            <a:chOff x="7957483" y="3350848"/>
            <a:chExt cx="357387" cy="357387"/>
          </a:xfrm>
        </p:grpSpPr>
        <p:sp>
          <p:nvSpPr>
            <p:cNvPr id="12839" name="Google Shape;12839;p68"/>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68"/>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68"/>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2" name="Google Shape;12842;p68"/>
          <p:cNvGrpSpPr/>
          <p:nvPr/>
        </p:nvGrpSpPr>
        <p:grpSpPr>
          <a:xfrm>
            <a:off x="7007771" y="3427430"/>
            <a:ext cx="357387" cy="357005"/>
            <a:chOff x="7007771" y="3351230"/>
            <a:chExt cx="357387" cy="357005"/>
          </a:xfrm>
        </p:grpSpPr>
        <p:sp>
          <p:nvSpPr>
            <p:cNvPr id="12843" name="Google Shape;12843;p68"/>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4" name="Google Shape;12844;p68"/>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68"/>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68"/>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68"/>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8" name="Google Shape;12848;p68"/>
          <p:cNvGrpSpPr/>
          <p:nvPr/>
        </p:nvGrpSpPr>
        <p:grpSpPr>
          <a:xfrm>
            <a:off x="5108729" y="3427430"/>
            <a:ext cx="357005" cy="357005"/>
            <a:chOff x="5108729" y="3351230"/>
            <a:chExt cx="357005" cy="357005"/>
          </a:xfrm>
        </p:grpSpPr>
        <p:sp>
          <p:nvSpPr>
            <p:cNvPr id="12849" name="Google Shape;12849;p68"/>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68"/>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1" name="Google Shape;12851;p68"/>
          <p:cNvGrpSpPr/>
          <p:nvPr/>
        </p:nvGrpSpPr>
        <p:grpSpPr>
          <a:xfrm>
            <a:off x="5583569" y="3427430"/>
            <a:ext cx="357419" cy="357005"/>
            <a:chOff x="5583569" y="3351230"/>
            <a:chExt cx="357419" cy="357005"/>
          </a:xfrm>
        </p:grpSpPr>
        <p:sp>
          <p:nvSpPr>
            <p:cNvPr id="12852" name="Google Shape;12852;p68"/>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68"/>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54" name="Google Shape;12854;p68"/>
          <p:cNvGrpSpPr/>
          <p:nvPr/>
        </p:nvGrpSpPr>
        <p:grpSpPr>
          <a:xfrm>
            <a:off x="7482229" y="3427430"/>
            <a:ext cx="357419" cy="357005"/>
            <a:chOff x="7482229" y="3351230"/>
            <a:chExt cx="357419" cy="357005"/>
          </a:xfrm>
        </p:grpSpPr>
        <p:sp>
          <p:nvSpPr>
            <p:cNvPr id="12855" name="Google Shape;12855;p68"/>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68"/>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68"/>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68"/>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68"/>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0" name="Google Shape;12860;p68"/>
          <p:cNvGrpSpPr/>
          <p:nvPr/>
        </p:nvGrpSpPr>
        <p:grpSpPr>
          <a:xfrm>
            <a:off x="3764485" y="2966882"/>
            <a:ext cx="222874" cy="345737"/>
            <a:chOff x="3764485" y="2890682"/>
            <a:chExt cx="222874" cy="345737"/>
          </a:xfrm>
        </p:grpSpPr>
        <p:sp>
          <p:nvSpPr>
            <p:cNvPr id="12861" name="Google Shape;12861;p68"/>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2" name="Google Shape;12862;p68"/>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3" name="Google Shape;12863;p68"/>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4" name="Google Shape;12864;p68"/>
          <p:cNvGrpSpPr/>
          <p:nvPr/>
        </p:nvGrpSpPr>
        <p:grpSpPr>
          <a:xfrm>
            <a:off x="2238616" y="2984331"/>
            <a:ext cx="422596" cy="310382"/>
            <a:chOff x="2278533" y="2937377"/>
            <a:chExt cx="346788" cy="254704"/>
          </a:xfrm>
        </p:grpSpPr>
        <p:sp>
          <p:nvSpPr>
            <p:cNvPr id="12865" name="Google Shape;12865;p68"/>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68"/>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67" name="Google Shape;12867;p68"/>
          <p:cNvSpPr/>
          <p:nvPr/>
        </p:nvSpPr>
        <p:spPr>
          <a:xfrm>
            <a:off x="3227863" y="2967328"/>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68" name="Google Shape;12868;p68"/>
          <p:cNvGrpSpPr/>
          <p:nvPr/>
        </p:nvGrpSpPr>
        <p:grpSpPr>
          <a:xfrm>
            <a:off x="1836637" y="2967710"/>
            <a:ext cx="286152" cy="346438"/>
            <a:chOff x="1836637" y="2891510"/>
            <a:chExt cx="286152" cy="346438"/>
          </a:xfrm>
        </p:grpSpPr>
        <p:sp>
          <p:nvSpPr>
            <p:cNvPr id="12869" name="Google Shape;12869;p68"/>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0" name="Google Shape;12870;p68"/>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1" name="Google Shape;12871;p68"/>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2" name="Google Shape;12872;p68"/>
          <p:cNvGrpSpPr/>
          <p:nvPr/>
        </p:nvGrpSpPr>
        <p:grpSpPr>
          <a:xfrm>
            <a:off x="5585861" y="2982129"/>
            <a:ext cx="379764" cy="337684"/>
            <a:chOff x="5585861" y="2905929"/>
            <a:chExt cx="379764" cy="337684"/>
          </a:xfrm>
        </p:grpSpPr>
        <p:sp>
          <p:nvSpPr>
            <p:cNvPr id="12873" name="Google Shape;12873;p68"/>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68"/>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68"/>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68"/>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7" name="Google Shape;12877;p68"/>
          <p:cNvGrpSpPr/>
          <p:nvPr/>
        </p:nvGrpSpPr>
        <p:grpSpPr>
          <a:xfrm>
            <a:off x="1327676" y="2986680"/>
            <a:ext cx="347934" cy="310024"/>
            <a:chOff x="1327676" y="2910480"/>
            <a:chExt cx="347934" cy="310024"/>
          </a:xfrm>
        </p:grpSpPr>
        <p:sp>
          <p:nvSpPr>
            <p:cNvPr id="12878" name="Google Shape;12878;p68"/>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68"/>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0" name="Google Shape;12880;p68"/>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68"/>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68"/>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883" name="Google Shape;12883;p68"/>
          <p:cNvSpPr/>
          <p:nvPr/>
        </p:nvSpPr>
        <p:spPr>
          <a:xfrm>
            <a:off x="2785967" y="3271272"/>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884" name="Google Shape;12884;p68"/>
          <p:cNvGrpSpPr/>
          <p:nvPr/>
        </p:nvGrpSpPr>
        <p:grpSpPr>
          <a:xfrm>
            <a:off x="2753401" y="2945764"/>
            <a:ext cx="382828" cy="358601"/>
            <a:chOff x="2753373" y="2902523"/>
            <a:chExt cx="347552" cy="325557"/>
          </a:xfrm>
        </p:grpSpPr>
        <p:sp>
          <p:nvSpPr>
            <p:cNvPr id="12885" name="Google Shape;12885;p68"/>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68"/>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68"/>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68"/>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68"/>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0" name="Google Shape;12890;p68"/>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1" name="Google Shape;12891;p68"/>
          <p:cNvGrpSpPr/>
          <p:nvPr/>
        </p:nvGrpSpPr>
        <p:grpSpPr>
          <a:xfrm>
            <a:off x="849016" y="2979455"/>
            <a:ext cx="356655" cy="335425"/>
            <a:chOff x="849016" y="2903255"/>
            <a:chExt cx="356655" cy="335425"/>
          </a:xfrm>
        </p:grpSpPr>
        <p:sp>
          <p:nvSpPr>
            <p:cNvPr id="12892" name="Google Shape;12892;p68"/>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68"/>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68"/>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68"/>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68"/>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68"/>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68"/>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68"/>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0" name="Google Shape;12900;p68"/>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1" name="Google Shape;12901;p68"/>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68"/>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3" name="Google Shape;12903;p68"/>
          <p:cNvGrpSpPr/>
          <p:nvPr/>
        </p:nvGrpSpPr>
        <p:grpSpPr>
          <a:xfrm>
            <a:off x="4210933" y="3002977"/>
            <a:ext cx="280072" cy="275520"/>
            <a:chOff x="4210933" y="2926777"/>
            <a:chExt cx="280072" cy="275520"/>
          </a:xfrm>
        </p:grpSpPr>
        <p:sp>
          <p:nvSpPr>
            <p:cNvPr id="12904" name="Google Shape;12904;p68"/>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68"/>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68"/>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68"/>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68"/>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68"/>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68"/>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68"/>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68"/>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3" name="Google Shape;12913;p68"/>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4" name="Google Shape;12914;p68"/>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68"/>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68"/>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7" name="Google Shape;12917;p68"/>
          <p:cNvGrpSpPr/>
          <p:nvPr/>
        </p:nvGrpSpPr>
        <p:grpSpPr>
          <a:xfrm>
            <a:off x="4667216" y="2991582"/>
            <a:ext cx="320273" cy="318395"/>
            <a:chOff x="4667216" y="2915382"/>
            <a:chExt cx="320273" cy="318395"/>
          </a:xfrm>
        </p:grpSpPr>
        <p:sp>
          <p:nvSpPr>
            <p:cNvPr id="12918" name="Google Shape;12918;p68"/>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68"/>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68"/>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68"/>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2" name="Google Shape;12922;p68"/>
          <p:cNvGrpSpPr/>
          <p:nvPr/>
        </p:nvGrpSpPr>
        <p:grpSpPr>
          <a:xfrm>
            <a:off x="5170480" y="3010839"/>
            <a:ext cx="261929" cy="280550"/>
            <a:chOff x="5170480" y="2934639"/>
            <a:chExt cx="261929" cy="280550"/>
          </a:xfrm>
        </p:grpSpPr>
        <p:sp>
          <p:nvSpPr>
            <p:cNvPr id="12923" name="Google Shape;12923;p68"/>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68"/>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5" name="Google Shape;12925;p68"/>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6" name="Google Shape;12926;p68"/>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68"/>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68"/>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68"/>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0" name="Google Shape;12930;p68"/>
          <p:cNvGrpSpPr/>
          <p:nvPr/>
        </p:nvGrpSpPr>
        <p:grpSpPr>
          <a:xfrm>
            <a:off x="6069423" y="2968091"/>
            <a:ext cx="362321" cy="364231"/>
            <a:chOff x="6069423" y="2891892"/>
            <a:chExt cx="362321" cy="364231"/>
          </a:xfrm>
        </p:grpSpPr>
        <p:sp>
          <p:nvSpPr>
            <p:cNvPr id="12931" name="Google Shape;12931;p68"/>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2" name="Google Shape;12932;p68"/>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3" name="Google Shape;12933;p68"/>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68"/>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68"/>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68"/>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7" name="Google Shape;12937;p68"/>
          <p:cNvGrpSpPr/>
          <p:nvPr/>
        </p:nvGrpSpPr>
        <p:grpSpPr>
          <a:xfrm>
            <a:off x="6571955" y="2995370"/>
            <a:ext cx="308878" cy="311170"/>
            <a:chOff x="6571955" y="2919170"/>
            <a:chExt cx="308878" cy="311170"/>
          </a:xfrm>
        </p:grpSpPr>
        <p:sp>
          <p:nvSpPr>
            <p:cNvPr id="12938" name="Google Shape;12938;p68"/>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68"/>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0" name="Google Shape;12940;p68"/>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1" name="Google Shape;12941;p68"/>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68"/>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68"/>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68"/>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68"/>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68"/>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68"/>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48" name="Google Shape;12948;p68"/>
          <p:cNvGrpSpPr/>
          <p:nvPr/>
        </p:nvGrpSpPr>
        <p:grpSpPr>
          <a:xfrm>
            <a:off x="7500054" y="3010935"/>
            <a:ext cx="350576" cy="280454"/>
            <a:chOff x="7500054" y="2934735"/>
            <a:chExt cx="350576" cy="280454"/>
          </a:xfrm>
        </p:grpSpPr>
        <p:sp>
          <p:nvSpPr>
            <p:cNvPr id="12949" name="Google Shape;12949;p68"/>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68"/>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68"/>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68"/>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68"/>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4" name="Google Shape;12954;p68"/>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5" name="Google Shape;12955;p68"/>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68"/>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7" name="Google Shape;12957;p68"/>
          <p:cNvGrpSpPr/>
          <p:nvPr/>
        </p:nvGrpSpPr>
        <p:grpSpPr>
          <a:xfrm>
            <a:off x="7024430" y="2950862"/>
            <a:ext cx="332012" cy="355454"/>
            <a:chOff x="7055134" y="2919170"/>
            <a:chExt cx="290321" cy="310820"/>
          </a:xfrm>
        </p:grpSpPr>
        <p:sp>
          <p:nvSpPr>
            <p:cNvPr id="12958" name="Google Shape;12958;p68"/>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68"/>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68"/>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1" name="Google Shape;12961;p68"/>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2" name="Google Shape;12962;p68"/>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68"/>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68"/>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68"/>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68"/>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68"/>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68"/>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68"/>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0" name="Google Shape;12970;p68"/>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1" name="Google Shape;12971;p68"/>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2" name="Google Shape;12972;p68"/>
          <p:cNvGrpSpPr/>
          <p:nvPr/>
        </p:nvGrpSpPr>
        <p:grpSpPr>
          <a:xfrm>
            <a:off x="7985143" y="2976813"/>
            <a:ext cx="330109" cy="347552"/>
            <a:chOff x="7985143" y="2900613"/>
            <a:chExt cx="330109" cy="347552"/>
          </a:xfrm>
        </p:grpSpPr>
        <p:sp>
          <p:nvSpPr>
            <p:cNvPr id="12973" name="Google Shape;12973;p68"/>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68"/>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68"/>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68"/>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7" name="Google Shape;12977;p68"/>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8" name="Google Shape;12978;p68"/>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68"/>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68"/>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1" name="Google Shape;12981;p68"/>
          <p:cNvGrpSpPr/>
          <p:nvPr/>
        </p:nvGrpSpPr>
        <p:grpSpPr>
          <a:xfrm>
            <a:off x="7990840" y="2511426"/>
            <a:ext cx="354363" cy="353631"/>
            <a:chOff x="7990840" y="2435226"/>
            <a:chExt cx="354363" cy="353631"/>
          </a:xfrm>
        </p:grpSpPr>
        <p:sp>
          <p:nvSpPr>
            <p:cNvPr id="12982" name="Google Shape;12982;p68"/>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68"/>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68"/>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5" name="Google Shape;12985;p68"/>
          <p:cNvGrpSpPr/>
          <p:nvPr/>
        </p:nvGrpSpPr>
        <p:grpSpPr>
          <a:xfrm>
            <a:off x="1817317" y="2556530"/>
            <a:ext cx="350958" cy="263043"/>
            <a:chOff x="1817317" y="2480330"/>
            <a:chExt cx="350958" cy="263043"/>
          </a:xfrm>
        </p:grpSpPr>
        <p:sp>
          <p:nvSpPr>
            <p:cNvPr id="12986" name="Google Shape;12986;p68"/>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68"/>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68"/>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9" name="Google Shape;12989;p68"/>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0" name="Google Shape;12990;p68"/>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91" name="Google Shape;12991;p68"/>
          <p:cNvGrpSpPr/>
          <p:nvPr/>
        </p:nvGrpSpPr>
        <p:grpSpPr>
          <a:xfrm>
            <a:off x="1341727" y="2559549"/>
            <a:ext cx="419913" cy="308109"/>
            <a:chOff x="1341727" y="2483349"/>
            <a:chExt cx="419913" cy="308109"/>
          </a:xfrm>
        </p:grpSpPr>
        <p:sp>
          <p:nvSpPr>
            <p:cNvPr id="12992" name="Google Shape;12992;p68"/>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68"/>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68"/>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95" name="Google Shape;12995;p68"/>
          <p:cNvGrpSpPr/>
          <p:nvPr/>
        </p:nvGrpSpPr>
        <p:grpSpPr>
          <a:xfrm>
            <a:off x="854332" y="2523936"/>
            <a:ext cx="376358" cy="330109"/>
            <a:chOff x="854332" y="2447736"/>
            <a:chExt cx="376358" cy="330109"/>
          </a:xfrm>
        </p:grpSpPr>
        <p:sp>
          <p:nvSpPr>
            <p:cNvPr id="12996" name="Google Shape;12996;p68"/>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68"/>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68"/>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68"/>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68"/>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68"/>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68"/>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3" name="Google Shape;13003;p68"/>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4" name="Google Shape;13004;p68"/>
          <p:cNvGrpSpPr/>
          <p:nvPr/>
        </p:nvGrpSpPr>
        <p:grpSpPr>
          <a:xfrm>
            <a:off x="4206763" y="2527151"/>
            <a:ext cx="322151" cy="322374"/>
            <a:chOff x="4206763" y="2450951"/>
            <a:chExt cx="322151" cy="322374"/>
          </a:xfrm>
        </p:grpSpPr>
        <p:sp>
          <p:nvSpPr>
            <p:cNvPr id="13005" name="Google Shape;13005;p68"/>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68"/>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07" name="Google Shape;13007;p68"/>
          <p:cNvGrpSpPr/>
          <p:nvPr/>
        </p:nvGrpSpPr>
        <p:grpSpPr>
          <a:xfrm>
            <a:off x="7528096" y="2526259"/>
            <a:ext cx="327976" cy="324316"/>
            <a:chOff x="7528096" y="2450059"/>
            <a:chExt cx="327976" cy="324316"/>
          </a:xfrm>
        </p:grpSpPr>
        <p:sp>
          <p:nvSpPr>
            <p:cNvPr id="13008" name="Google Shape;13008;p68"/>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68"/>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0" name="Google Shape;13010;p68"/>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1" name="Google Shape;13011;p68"/>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68"/>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3" name="Google Shape;13013;p68"/>
          <p:cNvGrpSpPr/>
          <p:nvPr/>
        </p:nvGrpSpPr>
        <p:grpSpPr>
          <a:xfrm>
            <a:off x="7077129" y="2588742"/>
            <a:ext cx="282364" cy="198619"/>
            <a:chOff x="7077129" y="2512542"/>
            <a:chExt cx="282364" cy="198619"/>
          </a:xfrm>
        </p:grpSpPr>
        <p:sp>
          <p:nvSpPr>
            <p:cNvPr id="13014" name="Google Shape;13014;p68"/>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68"/>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68"/>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68"/>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68"/>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68"/>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0" name="Google Shape;13020;p68"/>
          <p:cNvGrpSpPr/>
          <p:nvPr/>
        </p:nvGrpSpPr>
        <p:grpSpPr>
          <a:xfrm>
            <a:off x="3725461" y="2520912"/>
            <a:ext cx="334279" cy="334661"/>
            <a:chOff x="3725461" y="2444712"/>
            <a:chExt cx="334279" cy="334661"/>
          </a:xfrm>
        </p:grpSpPr>
        <p:sp>
          <p:nvSpPr>
            <p:cNvPr id="13021" name="Google Shape;13021;p68"/>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68"/>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68"/>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68"/>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68"/>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6" name="Google Shape;13026;p68"/>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68"/>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8" name="Google Shape;13028;p68"/>
          <p:cNvGrpSpPr/>
          <p:nvPr/>
        </p:nvGrpSpPr>
        <p:grpSpPr>
          <a:xfrm>
            <a:off x="6577238" y="2533421"/>
            <a:ext cx="332019" cy="310788"/>
            <a:chOff x="6577238" y="2457221"/>
            <a:chExt cx="332019" cy="310788"/>
          </a:xfrm>
        </p:grpSpPr>
        <p:sp>
          <p:nvSpPr>
            <p:cNvPr id="13029" name="Google Shape;13029;p68"/>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68"/>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68"/>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68"/>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68"/>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68"/>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35" name="Google Shape;13035;p68"/>
          <p:cNvGrpSpPr/>
          <p:nvPr/>
        </p:nvGrpSpPr>
        <p:grpSpPr>
          <a:xfrm>
            <a:off x="2818561" y="2515978"/>
            <a:ext cx="247892" cy="346024"/>
            <a:chOff x="2818561" y="2439778"/>
            <a:chExt cx="247892" cy="346024"/>
          </a:xfrm>
        </p:grpSpPr>
        <p:sp>
          <p:nvSpPr>
            <p:cNvPr id="13036" name="Google Shape;13036;p68"/>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68"/>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68"/>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68"/>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68"/>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68"/>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68"/>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3" name="Google Shape;13043;p68"/>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68"/>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68"/>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68"/>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68"/>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48" name="Google Shape;13048;p68"/>
          <p:cNvGrpSpPr/>
          <p:nvPr/>
        </p:nvGrpSpPr>
        <p:grpSpPr>
          <a:xfrm>
            <a:off x="3207778" y="2550832"/>
            <a:ext cx="419933" cy="275170"/>
            <a:chOff x="3207778" y="2474632"/>
            <a:chExt cx="419933" cy="275170"/>
          </a:xfrm>
        </p:grpSpPr>
        <p:sp>
          <p:nvSpPr>
            <p:cNvPr id="13049" name="Google Shape;13049;p68"/>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68"/>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68"/>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68"/>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68"/>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68"/>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68"/>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68"/>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68"/>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68"/>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9" name="Google Shape;13059;p68"/>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0" name="Google Shape;13060;p68"/>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68"/>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68"/>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3" name="Google Shape;13063;p68"/>
          <p:cNvGrpSpPr/>
          <p:nvPr/>
        </p:nvGrpSpPr>
        <p:grpSpPr>
          <a:xfrm>
            <a:off x="6099375" y="2532275"/>
            <a:ext cx="337684" cy="314194"/>
            <a:chOff x="6099375" y="2456075"/>
            <a:chExt cx="337684" cy="314194"/>
          </a:xfrm>
        </p:grpSpPr>
        <p:sp>
          <p:nvSpPr>
            <p:cNvPr id="13064" name="Google Shape;13064;p68"/>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68"/>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66" name="Google Shape;13066;p68"/>
          <p:cNvGrpSpPr/>
          <p:nvPr/>
        </p:nvGrpSpPr>
        <p:grpSpPr>
          <a:xfrm>
            <a:off x="2312623" y="2544784"/>
            <a:ext cx="312698" cy="286534"/>
            <a:chOff x="2312623" y="2468584"/>
            <a:chExt cx="312698" cy="286534"/>
          </a:xfrm>
        </p:grpSpPr>
        <p:sp>
          <p:nvSpPr>
            <p:cNvPr id="13067" name="Google Shape;13067;p68"/>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68"/>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68"/>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0" name="Google Shape;13070;p68"/>
          <p:cNvGrpSpPr/>
          <p:nvPr/>
        </p:nvGrpSpPr>
        <p:grpSpPr>
          <a:xfrm>
            <a:off x="5618805" y="2517124"/>
            <a:ext cx="345292" cy="342618"/>
            <a:chOff x="5618805" y="2440924"/>
            <a:chExt cx="345292" cy="342618"/>
          </a:xfrm>
        </p:grpSpPr>
        <p:sp>
          <p:nvSpPr>
            <p:cNvPr id="13071" name="Google Shape;13071;p68"/>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2" name="Google Shape;13072;p68"/>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68"/>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4" name="Google Shape;13074;p68"/>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5" name="Google Shape;13075;p68"/>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6" name="Google Shape;13076;p68"/>
          <p:cNvGrpSpPr/>
          <p:nvPr/>
        </p:nvGrpSpPr>
        <p:grpSpPr>
          <a:xfrm>
            <a:off x="4653179" y="2522790"/>
            <a:ext cx="377886" cy="331255"/>
            <a:chOff x="4653179" y="2446590"/>
            <a:chExt cx="377886" cy="331255"/>
          </a:xfrm>
        </p:grpSpPr>
        <p:sp>
          <p:nvSpPr>
            <p:cNvPr id="13077" name="Google Shape;13077;p68"/>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68"/>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68"/>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68"/>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81" name="Google Shape;13081;p68"/>
          <p:cNvGrpSpPr/>
          <p:nvPr/>
        </p:nvGrpSpPr>
        <p:grpSpPr>
          <a:xfrm>
            <a:off x="5184517" y="2535681"/>
            <a:ext cx="252062" cy="305122"/>
            <a:chOff x="5184517" y="2459481"/>
            <a:chExt cx="252062" cy="305122"/>
          </a:xfrm>
        </p:grpSpPr>
        <p:sp>
          <p:nvSpPr>
            <p:cNvPr id="13082" name="Google Shape;13082;p68"/>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68"/>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68"/>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68"/>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68"/>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68"/>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88" name="Google Shape;13088;p68"/>
          <p:cNvSpPr/>
          <p:nvPr/>
        </p:nvSpPr>
        <p:spPr>
          <a:xfrm>
            <a:off x="1801020" y="2046804"/>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89" name="Google Shape;13089;p68"/>
          <p:cNvGrpSpPr/>
          <p:nvPr/>
        </p:nvGrpSpPr>
        <p:grpSpPr>
          <a:xfrm>
            <a:off x="6155459" y="2045308"/>
            <a:ext cx="249770" cy="363849"/>
            <a:chOff x="6155459" y="1969108"/>
            <a:chExt cx="249770" cy="363849"/>
          </a:xfrm>
        </p:grpSpPr>
        <p:sp>
          <p:nvSpPr>
            <p:cNvPr id="13090" name="Google Shape;13090;p68"/>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68"/>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68"/>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68"/>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68"/>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68"/>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68"/>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68"/>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68"/>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9" name="Google Shape;13099;p68"/>
          <p:cNvGrpSpPr/>
          <p:nvPr/>
        </p:nvGrpSpPr>
        <p:grpSpPr>
          <a:xfrm>
            <a:off x="2280029" y="2046804"/>
            <a:ext cx="353631" cy="354395"/>
            <a:chOff x="2280029" y="1970604"/>
            <a:chExt cx="353631" cy="354395"/>
          </a:xfrm>
        </p:grpSpPr>
        <p:sp>
          <p:nvSpPr>
            <p:cNvPr id="13100" name="Google Shape;13100;p68"/>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68"/>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68"/>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68"/>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4" name="Google Shape;13104;p68"/>
          <p:cNvGrpSpPr/>
          <p:nvPr/>
        </p:nvGrpSpPr>
        <p:grpSpPr>
          <a:xfrm>
            <a:off x="8065100" y="2076374"/>
            <a:ext cx="255086" cy="301685"/>
            <a:chOff x="8065100" y="2000174"/>
            <a:chExt cx="255086" cy="301685"/>
          </a:xfrm>
        </p:grpSpPr>
        <p:sp>
          <p:nvSpPr>
            <p:cNvPr id="13105" name="Google Shape;13105;p68"/>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68"/>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68"/>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68"/>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09" name="Google Shape;13109;p68"/>
          <p:cNvGrpSpPr/>
          <p:nvPr/>
        </p:nvGrpSpPr>
        <p:grpSpPr>
          <a:xfrm>
            <a:off x="6633705" y="2045308"/>
            <a:ext cx="249420" cy="363849"/>
            <a:chOff x="6633705" y="1969108"/>
            <a:chExt cx="249420" cy="363849"/>
          </a:xfrm>
        </p:grpSpPr>
        <p:sp>
          <p:nvSpPr>
            <p:cNvPr id="13110" name="Google Shape;13110;p68"/>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1" name="Google Shape;13111;p68"/>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68"/>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68"/>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4" name="Google Shape;13114;p68"/>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5" name="Google Shape;13115;p68"/>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68"/>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68"/>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8" name="Google Shape;13118;p68"/>
          <p:cNvGrpSpPr/>
          <p:nvPr/>
        </p:nvGrpSpPr>
        <p:grpSpPr>
          <a:xfrm>
            <a:off x="5211031" y="2045308"/>
            <a:ext cx="226661" cy="363467"/>
            <a:chOff x="5211031" y="1969108"/>
            <a:chExt cx="226661" cy="363467"/>
          </a:xfrm>
        </p:grpSpPr>
        <p:sp>
          <p:nvSpPr>
            <p:cNvPr id="13119" name="Google Shape;13119;p68"/>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68"/>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21" name="Google Shape;13121;p68"/>
          <p:cNvGrpSpPr/>
          <p:nvPr/>
        </p:nvGrpSpPr>
        <p:grpSpPr>
          <a:xfrm>
            <a:off x="3712952" y="2046804"/>
            <a:ext cx="354363" cy="354395"/>
            <a:chOff x="3712952" y="1970604"/>
            <a:chExt cx="354363" cy="354395"/>
          </a:xfrm>
        </p:grpSpPr>
        <p:sp>
          <p:nvSpPr>
            <p:cNvPr id="13122" name="Google Shape;13122;p68"/>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68"/>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68"/>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68"/>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68"/>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68"/>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68"/>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68"/>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68"/>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31" name="Google Shape;13131;p68"/>
          <p:cNvGrpSpPr/>
          <p:nvPr/>
        </p:nvGrpSpPr>
        <p:grpSpPr>
          <a:xfrm>
            <a:off x="3235438" y="2046804"/>
            <a:ext cx="354363" cy="354745"/>
            <a:chOff x="3235438" y="1970604"/>
            <a:chExt cx="354363" cy="354745"/>
          </a:xfrm>
        </p:grpSpPr>
        <p:sp>
          <p:nvSpPr>
            <p:cNvPr id="13132" name="Google Shape;13132;p68"/>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68"/>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68"/>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68"/>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68"/>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68"/>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68"/>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68"/>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68"/>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68"/>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68"/>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68"/>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68"/>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5" name="Google Shape;13145;p68"/>
          <p:cNvGrpSpPr/>
          <p:nvPr/>
        </p:nvGrpSpPr>
        <p:grpSpPr>
          <a:xfrm>
            <a:off x="1329585" y="2066125"/>
            <a:ext cx="341472" cy="335074"/>
            <a:chOff x="1329585" y="1989925"/>
            <a:chExt cx="341472" cy="335074"/>
          </a:xfrm>
        </p:grpSpPr>
        <p:sp>
          <p:nvSpPr>
            <p:cNvPr id="13146" name="Google Shape;13146;p68"/>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68"/>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68"/>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49" name="Google Shape;13149;p68"/>
          <p:cNvGrpSpPr/>
          <p:nvPr/>
        </p:nvGrpSpPr>
        <p:grpSpPr>
          <a:xfrm>
            <a:off x="5591871" y="2066106"/>
            <a:ext cx="416649" cy="325597"/>
            <a:chOff x="5626763" y="2013829"/>
            <a:chExt cx="351722" cy="274788"/>
          </a:xfrm>
        </p:grpSpPr>
        <p:sp>
          <p:nvSpPr>
            <p:cNvPr id="13150" name="Google Shape;13150;p68"/>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68"/>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68"/>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68"/>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68"/>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68"/>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68"/>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68"/>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68"/>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68"/>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0" name="Google Shape;13160;p68"/>
          <p:cNvGrpSpPr/>
          <p:nvPr/>
        </p:nvGrpSpPr>
        <p:grpSpPr>
          <a:xfrm>
            <a:off x="7576605" y="2060077"/>
            <a:ext cx="276698" cy="333133"/>
            <a:chOff x="7576605" y="1983877"/>
            <a:chExt cx="276698" cy="333133"/>
          </a:xfrm>
        </p:grpSpPr>
        <p:sp>
          <p:nvSpPr>
            <p:cNvPr id="13161" name="Google Shape;13161;p68"/>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2" name="Google Shape;13162;p68"/>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3" name="Google Shape;13163;p68"/>
          <p:cNvGrpSpPr/>
          <p:nvPr/>
        </p:nvGrpSpPr>
        <p:grpSpPr>
          <a:xfrm>
            <a:off x="853568" y="2051738"/>
            <a:ext cx="337334" cy="353599"/>
            <a:chOff x="853568" y="1975538"/>
            <a:chExt cx="337334" cy="353599"/>
          </a:xfrm>
        </p:grpSpPr>
        <p:sp>
          <p:nvSpPr>
            <p:cNvPr id="13164" name="Google Shape;13164;p68"/>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68"/>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68"/>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68"/>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68" name="Google Shape;13168;p68"/>
          <p:cNvGrpSpPr/>
          <p:nvPr/>
        </p:nvGrpSpPr>
        <p:grpSpPr>
          <a:xfrm>
            <a:off x="2770052" y="2085828"/>
            <a:ext cx="327085" cy="277080"/>
            <a:chOff x="2770052" y="2009628"/>
            <a:chExt cx="327085" cy="277080"/>
          </a:xfrm>
        </p:grpSpPr>
        <p:sp>
          <p:nvSpPr>
            <p:cNvPr id="13169" name="Google Shape;13169;p68"/>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68"/>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71" name="Google Shape;13171;p68"/>
          <p:cNvSpPr/>
          <p:nvPr/>
        </p:nvSpPr>
        <p:spPr>
          <a:xfrm>
            <a:off x="7060068" y="2065329"/>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72" name="Google Shape;13172;p68"/>
          <p:cNvGrpSpPr/>
          <p:nvPr/>
        </p:nvGrpSpPr>
        <p:grpSpPr>
          <a:xfrm>
            <a:off x="4195399" y="2046804"/>
            <a:ext cx="344878" cy="343573"/>
            <a:chOff x="4195399" y="1970604"/>
            <a:chExt cx="344878" cy="343573"/>
          </a:xfrm>
        </p:grpSpPr>
        <p:sp>
          <p:nvSpPr>
            <p:cNvPr id="13173" name="Google Shape;13173;p68"/>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68"/>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68"/>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6" name="Google Shape;13176;p68"/>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7" name="Google Shape;13177;p68"/>
          <p:cNvGrpSpPr/>
          <p:nvPr/>
        </p:nvGrpSpPr>
        <p:grpSpPr>
          <a:xfrm>
            <a:off x="4674791" y="2053647"/>
            <a:ext cx="344528" cy="344114"/>
            <a:chOff x="4674791" y="1977447"/>
            <a:chExt cx="344528" cy="344114"/>
          </a:xfrm>
        </p:grpSpPr>
        <p:sp>
          <p:nvSpPr>
            <p:cNvPr id="13178" name="Google Shape;13178;p68"/>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68"/>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68"/>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68"/>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68"/>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68"/>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68"/>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68"/>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68"/>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68"/>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68"/>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9" name="Google Shape;13189;p68"/>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0" name="Google Shape;13190;p68"/>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68"/>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68"/>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68"/>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68"/>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68"/>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68"/>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68"/>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68"/>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68"/>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68"/>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68"/>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68"/>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3" name="Google Shape;13203;p68"/>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4" name="Google Shape;13204;p68"/>
          <p:cNvGrpSpPr/>
          <p:nvPr/>
        </p:nvGrpSpPr>
        <p:grpSpPr>
          <a:xfrm>
            <a:off x="6083810" y="1623497"/>
            <a:ext cx="382819" cy="310788"/>
            <a:chOff x="6083810" y="1547297"/>
            <a:chExt cx="382819" cy="310788"/>
          </a:xfrm>
        </p:grpSpPr>
        <p:sp>
          <p:nvSpPr>
            <p:cNvPr id="13205" name="Google Shape;13205;p68"/>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68"/>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68"/>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68"/>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68"/>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68"/>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68"/>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2" name="Google Shape;13212;p68"/>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68"/>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68"/>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5" name="Google Shape;13215;p68"/>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6" name="Google Shape;13216;p68"/>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68"/>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68"/>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68"/>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68"/>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68"/>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68"/>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3" name="Google Shape;13223;p68"/>
          <p:cNvGrpSpPr/>
          <p:nvPr/>
        </p:nvGrpSpPr>
        <p:grpSpPr>
          <a:xfrm>
            <a:off x="6558300" y="1614393"/>
            <a:ext cx="382788" cy="328613"/>
            <a:chOff x="6558300" y="1538193"/>
            <a:chExt cx="382788" cy="328613"/>
          </a:xfrm>
        </p:grpSpPr>
        <p:sp>
          <p:nvSpPr>
            <p:cNvPr id="13224" name="Google Shape;13224;p68"/>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68"/>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6" name="Google Shape;13226;p68"/>
          <p:cNvGrpSpPr/>
          <p:nvPr/>
        </p:nvGrpSpPr>
        <p:grpSpPr>
          <a:xfrm>
            <a:off x="5194002" y="1587497"/>
            <a:ext cx="259605" cy="346024"/>
            <a:chOff x="5194002" y="1511297"/>
            <a:chExt cx="259605" cy="346024"/>
          </a:xfrm>
        </p:grpSpPr>
        <p:sp>
          <p:nvSpPr>
            <p:cNvPr id="13227" name="Google Shape;13227;p68"/>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68"/>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68"/>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68"/>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1" name="Google Shape;13231;p68"/>
          <p:cNvGrpSpPr/>
          <p:nvPr/>
        </p:nvGrpSpPr>
        <p:grpSpPr>
          <a:xfrm>
            <a:off x="1394741" y="1588261"/>
            <a:ext cx="252444" cy="351722"/>
            <a:chOff x="1394741" y="1512061"/>
            <a:chExt cx="252444" cy="351722"/>
          </a:xfrm>
        </p:grpSpPr>
        <p:sp>
          <p:nvSpPr>
            <p:cNvPr id="13232" name="Google Shape;13232;p68"/>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3" name="Google Shape;13233;p68"/>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68"/>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68"/>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6" name="Google Shape;13236;p68"/>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7" name="Google Shape;13237;p68"/>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68"/>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68"/>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68"/>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68"/>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68"/>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68"/>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68"/>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68"/>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68"/>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7" name="Google Shape;13247;p68"/>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68"/>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49" name="Google Shape;13249;p68"/>
          <p:cNvGrpSpPr/>
          <p:nvPr/>
        </p:nvGrpSpPr>
        <p:grpSpPr>
          <a:xfrm>
            <a:off x="855096" y="1580685"/>
            <a:ext cx="380910" cy="339594"/>
            <a:chOff x="855096" y="1504485"/>
            <a:chExt cx="380910" cy="339594"/>
          </a:xfrm>
        </p:grpSpPr>
        <p:sp>
          <p:nvSpPr>
            <p:cNvPr id="13250" name="Google Shape;13250;p68"/>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68"/>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68"/>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68"/>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68"/>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5" name="Google Shape;13255;p68"/>
          <p:cNvGrpSpPr/>
          <p:nvPr/>
        </p:nvGrpSpPr>
        <p:grpSpPr>
          <a:xfrm>
            <a:off x="1819576" y="1587879"/>
            <a:ext cx="352103" cy="352103"/>
            <a:chOff x="1819576" y="1511679"/>
            <a:chExt cx="352103" cy="352103"/>
          </a:xfrm>
        </p:grpSpPr>
        <p:sp>
          <p:nvSpPr>
            <p:cNvPr id="13256" name="Google Shape;13256;p68"/>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68"/>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68"/>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9" name="Google Shape;13259;p68"/>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0" name="Google Shape;13260;p68"/>
          <p:cNvGrpSpPr/>
          <p:nvPr/>
        </p:nvGrpSpPr>
        <p:grpSpPr>
          <a:xfrm>
            <a:off x="5621097" y="1576961"/>
            <a:ext cx="371424" cy="355446"/>
            <a:chOff x="5621097" y="1500761"/>
            <a:chExt cx="371424" cy="355446"/>
          </a:xfrm>
        </p:grpSpPr>
        <p:sp>
          <p:nvSpPr>
            <p:cNvPr id="13261" name="Google Shape;13261;p68"/>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68"/>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3" name="Google Shape;13263;p68"/>
          <p:cNvGrpSpPr/>
          <p:nvPr/>
        </p:nvGrpSpPr>
        <p:grpSpPr>
          <a:xfrm>
            <a:off x="4670239" y="1617799"/>
            <a:ext cx="359679" cy="321833"/>
            <a:chOff x="4670239" y="1541599"/>
            <a:chExt cx="359679" cy="321833"/>
          </a:xfrm>
        </p:grpSpPr>
        <p:sp>
          <p:nvSpPr>
            <p:cNvPr id="13264" name="Google Shape;13264;p68"/>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68"/>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68"/>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68"/>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68"/>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69" name="Google Shape;13269;p68"/>
          <p:cNvGrpSpPr/>
          <p:nvPr/>
        </p:nvGrpSpPr>
        <p:grpSpPr>
          <a:xfrm>
            <a:off x="4212429" y="1578585"/>
            <a:ext cx="321037" cy="353822"/>
            <a:chOff x="4212429" y="1502385"/>
            <a:chExt cx="321037" cy="353822"/>
          </a:xfrm>
        </p:grpSpPr>
        <p:sp>
          <p:nvSpPr>
            <p:cNvPr id="13270" name="Google Shape;13270;p68"/>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68"/>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2" name="Google Shape;13272;p68"/>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3" name="Google Shape;13273;p68"/>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4" name="Google Shape;13274;p68"/>
          <p:cNvGrpSpPr/>
          <p:nvPr/>
        </p:nvGrpSpPr>
        <p:grpSpPr>
          <a:xfrm>
            <a:off x="2302788" y="1582181"/>
            <a:ext cx="336188" cy="335425"/>
            <a:chOff x="2302788" y="1505981"/>
            <a:chExt cx="336188" cy="335425"/>
          </a:xfrm>
        </p:grpSpPr>
        <p:sp>
          <p:nvSpPr>
            <p:cNvPr id="13275" name="Google Shape;13275;p68"/>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68"/>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68"/>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68"/>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9" name="Google Shape;13279;p68"/>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68"/>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68"/>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68"/>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68"/>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68"/>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68"/>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68"/>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68"/>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68"/>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68"/>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68"/>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68"/>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2" name="Google Shape;13292;p68"/>
          <p:cNvGrpSpPr/>
          <p:nvPr/>
        </p:nvGrpSpPr>
        <p:grpSpPr>
          <a:xfrm>
            <a:off x="2780301" y="1598096"/>
            <a:ext cx="333133" cy="321037"/>
            <a:chOff x="2780301" y="1521896"/>
            <a:chExt cx="333133" cy="321037"/>
          </a:xfrm>
        </p:grpSpPr>
        <p:sp>
          <p:nvSpPr>
            <p:cNvPr id="13293" name="Google Shape;13293;p68"/>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68"/>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68"/>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68"/>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68"/>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68"/>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68"/>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68"/>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1" name="Google Shape;13301;p68"/>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2" name="Google Shape;13302;p68"/>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68"/>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68"/>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68"/>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68"/>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68"/>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68"/>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68"/>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0" name="Google Shape;13310;p68"/>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68"/>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68"/>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3" name="Google Shape;13313;p68"/>
          <p:cNvGrpSpPr/>
          <p:nvPr/>
        </p:nvGrpSpPr>
        <p:grpSpPr>
          <a:xfrm>
            <a:off x="3316159" y="1591285"/>
            <a:ext cx="211892" cy="339594"/>
            <a:chOff x="3316159" y="1515085"/>
            <a:chExt cx="211892" cy="339594"/>
          </a:xfrm>
        </p:grpSpPr>
        <p:sp>
          <p:nvSpPr>
            <p:cNvPr id="13314" name="Google Shape;13314;p68"/>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5" name="Google Shape;13315;p68"/>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68"/>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17" name="Google Shape;13317;p68"/>
            <p:cNvGrpSpPr/>
            <p:nvPr/>
          </p:nvGrpSpPr>
          <p:grpSpPr>
            <a:xfrm>
              <a:off x="3316159" y="1515085"/>
              <a:ext cx="211892" cy="339594"/>
              <a:chOff x="3316159" y="1515085"/>
              <a:chExt cx="211892" cy="339594"/>
            </a:xfrm>
          </p:grpSpPr>
          <p:sp>
            <p:nvSpPr>
              <p:cNvPr id="13318" name="Google Shape;13318;p68"/>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68"/>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68"/>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68"/>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68"/>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68"/>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324" name="Google Shape;13324;p68"/>
          <p:cNvGrpSpPr/>
          <p:nvPr/>
        </p:nvGrpSpPr>
        <p:grpSpPr>
          <a:xfrm>
            <a:off x="3716358" y="1620855"/>
            <a:ext cx="361971" cy="314958"/>
            <a:chOff x="3716358" y="1544655"/>
            <a:chExt cx="361971" cy="314958"/>
          </a:xfrm>
        </p:grpSpPr>
        <p:sp>
          <p:nvSpPr>
            <p:cNvPr id="13325" name="Google Shape;13325;p68"/>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68"/>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68"/>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68"/>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68"/>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30" name="Google Shape;13330;p68"/>
            <p:cNvGrpSpPr/>
            <p:nvPr/>
          </p:nvGrpSpPr>
          <p:grpSpPr>
            <a:xfrm>
              <a:off x="3716358" y="1544655"/>
              <a:ext cx="361971" cy="314958"/>
              <a:chOff x="3716358" y="1544655"/>
              <a:chExt cx="361971" cy="314958"/>
            </a:xfrm>
          </p:grpSpPr>
          <p:sp>
            <p:nvSpPr>
              <p:cNvPr id="13331" name="Google Shape;13331;p68"/>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68"/>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68"/>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68"/>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5" name="Google Shape;13335;p68"/>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3336" name="Google Shape;13336;p68"/>
          <p:cNvGrpSpPr/>
          <p:nvPr/>
        </p:nvGrpSpPr>
        <p:grpSpPr>
          <a:xfrm>
            <a:off x="7011924" y="1633752"/>
            <a:ext cx="499533" cy="305136"/>
            <a:chOff x="7009649" y="1541981"/>
            <a:chExt cx="524940" cy="320655"/>
          </a:xfrm>
        </p:grpSpPr>
        <p:sp>
          <p:nvSpPr>
            <p:cNvPr id="13337" name="Google Shape;13337;p68"/>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68"/>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68"/>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68"/>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68"/>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68"/>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68"/>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68"/>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5" name="Google Shape;13345;p68"/>
          <p:cNvGrpSpPr/>
          <p:nvPr/>
        </p:nvGrpSpPr>
        <p:grpSpPr>
          <a:xfrm>
            <a:off x="8034034" y="1594309"/>
            <a:ext cx="282746" cy="340358"/>
            <a:chOff x="8034034" y="1518109"/>
            <a:chExt cx="282746" cy="340358"/>
          </a:xfrm>
        </p:grpSpPr>
        <p:sp>
          <p:nvSpPr>
            <p:cNvPr id="13346" name="Google Shape;13346;p68"/>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7" name="Google Shape;13347;p68"/>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8" name="Google Shape;13348;p68"/>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68"/>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0" name="Google Shape;13350;p68"/>
          <p:cNvGrpSpPr/>
          <p:nvPr/>
        </p:nvGrpSpPr>
        <p:grpSpPr>
          <a:xfrm>
            <a:off x="7582302" y="1576134"/>
            <a:ext cx="369133" cy="360411"/>
            <a:chOff x="7582302" y="1499934"/>
            <a:chExt cx="369133" cy="360411"/>
          </a:xfrm>
        </p:grpSpPr>
        <p:sp>
          <p:nvSpPr>
            <p:cNvPr id="13351" name="Google Shape;13351;p68"/>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68"/>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68"/>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68"/>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68"/>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56" name="Google Shape;13356;p68"/>
          <p:cNvGrpSpPr/>
          <p:nvPr/>
        </p:nvGrpSpPr>
        <p:grpSpPr>
          <a:xfrm>
            <a:off x="6196089" y="3893352"/>
            <a:ext cx="346056" cy="345674"/>
            <a:chOff x="2238181" y="4120624"/>
            <a:chExt cx="346056" cy="345674"/>
          </a:xfrm>
        </p:grpSpPr>
        <p:grpSp>
          <p:nvGrpSpPr>
            <p:cNvPr id="13357" name="Google Shape;13357;p68"/>
            <p:cNvGrpSpPr/>
            <p:nvPr/>
          </p:nvGrpSpPr>
          <p:grpSpPr>
            <a:xfrm>
              <a:off x="2309155" y="4177413"/>
              <a:ext cx="203862" cy="231903"/>
              <a:chOff x="1512725" y="258500"/>
              <a:chExt cx="4570900" cy="5199625"/>
            </a:xfrm>
          </p:grpSpPr>
          <p:sp>
            <p:nvSpPr>
              <p:cNvPr id="13358" name="Google Shape;13358;p68"/>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68"/>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60" name="Google Shape;13360;p68"/>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61" name="Google Shape;13361;p68"/>
          <p:cNvSpPr txBox="1"/>
          <p:nvPr/>
        </p:nvSpPr>
        <p:spPr>
          <a:xfrm>
            <a:off x="1048350" y="719652"/>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SEO &amp; Marketing Icons</a:t>
            </a:r>
            <a:endParaRPr sz="2400">
              <a:solidFill>
                <a:srgbClr val="FFFFFF"/>
              </a:solidFil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3365"/>
        <p:cNvGrpSpPr/>
        <p:nvPr/>
      </p:nvGrpSpPr>
      <p:grpSpPr>
        <a:xfrm>
          <a:off x="0" y="0"/>
          <a:ext cx="0" cy="0"/>
          <a:chOff x="0" y="0"/>
          <a:chExt cx="0" cy="0"/>
        </a:xfrm>
      </p:grpSpPr>
      <p:pic>
        <p:nvPicPr>
          <p:cNvPr id="13366" name="Google Shape;13366;p69">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IT Department Meeting by Slidesgo">
  <a:themeElements>
    <a:clrScheme name="Simple Light">
      <a:dk1>
        <a:srgbClr val="F6F6FF"/>
      </a:dk1>
      <a:lt1>
        <a:srgbClr val="4E5EA3"/>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4E5EA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olidFill>
            <a:schemeClr val="bg1">
              <a:lumMod val="50000"/>
            </a:schemeClr>
          </a:solidFill>
        </a:ln>
      </a:spPr>
      <a:bodyPr rtlCol="0" anchor="ctr"/>
      <a:lstStyle>
        <a:defPPr algn="ctr">
          <a:defRPr sz="1800" dirty="0" smtClean="0">
            <a:latin typeface="Montserrat" panose="00000500000000000000" pitchFamily="2" charset="0"/>
          </a:defRPr>
        </a:defPPr>
      </a:lstStyle>
      <a:style>
        <a:lnRef idx="2">
          <a:schemeClr val="accent6"/>
        </a:lnRef>
        <a:fillRef idx="1">
          <a:schemeClr val="lt1"/>
        </a:fillRef>
        <a:effectRef idx="0">
          <a:schemeClr val="accent6"/>
        </a:effectRef>
        <a:fontRef idx="minor">
          <a:schemeClr val="dk1"/>
        </a:fontRef>
      </a:style>
    </a:spDef>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453</TotalTime>
  <Words>4584</Words>
  <Application>Microsoft Office PowerPoint</Application>
  <PresentationFormat>On-screen Show (16:9)</PresentationFormat>
  <Paragraphs>609</Paragraphs>
  <Slides>85</Slides>
  <Notes>85</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85</vt:i4>
      </vt:variant>
    </vt:vector>
  </HeadingPairs>
  <TitlesOfParts>
    <vt:vector size="99" baseType="lpstr">
      <vt:lpstr>Montserrat</vt:lpstr>
      <vt:lpstr>Amatic SC</vt:lpstr>
      <vt:lpstr>Proxima Nova</vt:lpstr>
      <vt:lpstr>Arial</vt:lpstr>
      <vt:lpstr>Roboto Medium</vt:lpstr>
      <vt:lpstr>Jost</vt:lpstr>
      <vt:lpstr>Montserrat Bold</vt:lpstr>
      <vt:lpstr>Montserrat Medium</vt:lpstr>
      <vt:lpstr>Bahnschrift</vt:lpstr>
      <vt:lpstr>Cambria Math</vt:lpstr>
      <vt:lpstr>Tajawal</vt:lpstr>
      <vt:lpstr>Calibri</vt:lpstr>
      <vt:lpstr>IT Department Meeting by Slidesgo</vt:lpstr>
      <vt:lpstr>Slidesgo Final Pages</vt:lpstr>
      <vt:lpstr>DIGITAL SIGNAL PROCESSING SPEECH AND SILENCE SEGMENTATION</vt:lpstr>
      <vt:lpstr>TABLE OF CONTENTS</vt:lpstr>
      <vt:lpstr>01</vt:lpstr>
      <vt:lpstr>HISTOGRAM: IDEA</vt:lpstr>
      <vt:lpstr>HISTOGRAM: IDEA</vt:lpstr>
      <vt:lpstr>HISTOGRAM: IDEA</vt:lpstr>
      <vt:lpstr>HISTOGRAM: IDEA</vt:lpstr>
      <vt:lpstr>HISTOGRAM: IDEA</vt:lpstr>
      <vt:lpstr>HISTOGRAM: IDEA</vt:lpstr>
      <vt:lpstr>HISTOGRAM: IDEA</vt:lpstr>
      <vt:lpstr>HISTOGRAM: IDEA</vt:lpstr>
      <vt:lpstr>HISTOGRAM: IDEA</vt:lpstr>
      <vt:lpstr>HISTOGRAM: IDEA</vt:lpstr>
      <vt:lpstr>HISTOGRAM: IDEA</vt:lpstr>
      <vt:lpstr>HISTOGRAM: IDEA</vt:lpstr>
      <vt:lpstr>HISTOGRAM: RESULTS</vt:lpstr>
      <vt:lpstr>HISTOGRAM: RESULTS</vt:lpstr>
      <vt:lpstr>02</vt:lpstr>
      <vt:lpstr>HISTOGRAM: IDEA</vt:lpstr>
      <vt:lpstr>HISTOGRAM: IDEA</vt:lpstr>
      <vt:lpstr>HISTOGRAM: IDEA</vt:lpstr>
      <vt:lpstr>HISTOGRAM: IDEA</vt:lpstr>
      <vt:lpstr>HISTOGRAM: IDEA</vt:lpstr>
      <vt:lpstr>HISTOGRAM: IDEA</vt:lpstr>
      <vt:lpstr>HISTOGRAM: IDEA</vt:lpstr>
      <vt:lpstr>HISTOGRAM: IDEA</vt:lpstr>
      <vt:lpstr>HISTOGRAM: IDEA</vt:lpstr>
      <vt:lpstr>HISTOGRAM: IDEA</vt:lpstr>
      <vt:lpstr>HISTOGRAM: IDEA</vt:lpstr>
      <vt:lpstr>HISTOGRAM: IDEA</vt:lpstr>
      <vt:lpstr>HISTOGRAM: RESULTS</vt:lpstr>
      <vt:lpstr>HISTOGRAM: RESULTS</vt:lpstr>
      <vt:lpstr>HISTOGRAM ALGORITHM</vt:lpstr>
      <vt:lpstr>PHÁT BIỂU BÀI TOÁN</vt:lpstr>
      <vt:lpstr>03</vt:lpstr>
      <vt:lpstr>PHÂN TÍCH LỰA CHỌN</vt:lpstr>
      <vt:lpstr>XÂY DỰNG THUẬT TOÁN</vt:lpstr>
      <vt:lpstr>XÂY DỰNG THUẬT TOÁN</vt:lpstr>
      <vt:lpstr>XÂY DỰNG THUẬT TOÁN</vt:lpstr>
      <vt:lpstr>XÂY DỰNG THUẬT TOÁN</vt:lpstr>
      <vt:lpstr>XÂY DỰNG THUẬT TOÁN</vt:lpstr>
      <vt:lpstr>XÂY DỰNG THUẬT TOÁN</vt:lpstr>
      <vt:lpstr>04</vt:lpstr>
      <vt:lpstr>KẾT QUẢ CHƯƠNG TRÌNH</vt:lpstr>
      <vt:lpstr>KẾT QUẢ CHƯƠNG TRÌNH</vt:lpstr>
      <vt:lpstr>KẾT QUẢ CHƯƠNG TRÌNH</vt:lpstr>
      <vt:lpstr>KẾT QUẢ CHƯƠNG TRÌNH</vt:lpstr>
      <vt:lpstr>KẾT QUẢ CHƯƠNG TRÌNH</vt:lpstr>
      <vt:lpstr>KẾT QUẢ CHƯƠNG TRÌNH</vt:lpstr>
      <vt:lpstr>KẾT QUẢ CHƯƠNG TRÌNH</vt:lpstr>
      <vt:lpstr>À PROPOS DU PROJET</vt:lpstr>
      <vt:lpstr>—QUELQU'UN DE CÉLÈBRE</vt:lpstr>
      <vt:lpstr>CALENDRIER DU PROJET</vt:lpstr>
      <vt:lpstr>POINTS CLÉS</vt:lpstr>
      <vt:lpstr>150 000</vt:lpstr>
      <vt:lpstr>Mots Géniaux</vt:lpstr>
      <vt:lpstr>TABLEAU DE BORD KPI</vt:lpstr>
      <vt:lpstr>RAPPORT DE SITUATION</vt:lpstr>
      <vt:lpstr>RÉSUMÉ DU RAID</vt:lpstr>
      <vt:lpstr>UNE IMAGE VAUT MILLE MOTS</vt:lpstr>
      <vt:lpstr>ÉVÉNEMENTS À VENIR</vt:lpstr>
      <vt:lpstr>OÙ NOUS VOULONS ÊTRE</vt:lpstr>
      <vt:lpstr>9h 55m 23s</vt:lpstr>
      <vt:lpstr>MULTIMÉDIA</vt:lpstr>
      <vt:lpstr>MERCI !</vt:lpstr>
      <vt:lpstr>RESSOURCES ALTERNATIVES</vt:lpstr>
      <vt:lpstr>RESSOURCES</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Phan Thanh Duy</cp:lastModifiedBy>
  <cp:revision>1</cp:revision>
  <dcterms:modified xsi:type="dcterms:W3CDTF">2026-10-06T10:13:14Z</dcterms:modified>
</cp:coreProperties>
</file>